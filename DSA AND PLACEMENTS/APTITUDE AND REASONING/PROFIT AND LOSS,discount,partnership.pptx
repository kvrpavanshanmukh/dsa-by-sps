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89" r:id="rId2"/>
    <p:sldId id="256" r:id="rId3"/>
    <p:sldId id="257" r:id="rId4"/>
    <p:sldId id="285" r:id="rId5"/>
    <p:sldId id="260" r:id="rId6"/>
    <p:sldId id="261" r:id="rId7"/>
    <p:sldId id="277" r:id="rId8"/>
    <p:sldId id="286" r:id="rId9"/>
    <p:sldId id="263" r:id="rId10"/>
    <p:sldId id="278" r:id="rId11"/>
    <p:sldId id="264" r:id="rId12"/>
    <p:sldId id="265" r:id="rId13"/>
    <p:sldId id="266" r:id="rId14"/>
    <p:sldId id="267" r:id="rId15"/>
    <p:sldId id="268" r:id="rId16"/>
    <p:sldId id="274" r:id="rId17"/>
    <p:sldId id="269" r:id="rId18"/>
    <p:sldId id="270" r:id="rId19"/>
    <p:sldId id="276" r:id="rId20"/>
    <p:sldId id="287" r:id="rId21"/>
    <p:sldId id="288" r:id="rId22"/>
    <p:sldId id="275" r:id="rId23"/>
    <p:sldId id="258" r:id="rId24"/>
    <p:sldId id="271" r:id="rId25"/>
    <p:sldId id="259" r:id="rId26"/>
    <p:sldId id="272" r:id="rId27"/>
    <p:sldId id="273" r:id="rId28"/>
    <p:sldId id="280" r:id="rId29"/>
    <p:sldId id="281" r:id="rId30"/>
    <p:sldId id="282" r:id="rId31"/>
    <p:sldId id="283" r:id="rId32"/>
    <p:sldId id="28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ADC336-FE12-45DE-B697-DE18FD380844}" v="82" dt="2026-02-11T12:32:37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a prasad" userId="0a902c44138833d1" providerId="LiveId" clId="{469AA078-3049-4549-8371-BDC530C36859}"/>
    <pc:docChg chg="undo custSel addSld delSld modSld sldOrd">
      <pc:chgData name="vara prasad" userId="0a902c44138833d1" providerId="LiveId" clId="{469AA078-3049-4549-8371-BDC530C36859}" dt="2026-02-11T12:35:07.582" v="794"/>
      <pc:docMkLst>
        <pc:docMk/>
      </pc:docMkLst>
      <pc:sldChg chg="addSp modSp mod">
        <pc:chgData name="vara prasad" userId="0a902c44138833d1" providerId="LiveId" clId="{469AA078-3049-4549-8371-BDC530C36859}" dt="2026-02-11T12:34:10.540" v="791" actId="207"/>
        <pc:sldMkLst>
          <pc:docMk/>
          <pc:sldMk cId="593972085" sldId="256"/>
        </pc:sldMkLst>
        <pc:spChg chg="mod">
          <ac:chgData name="vara prasad" userId="0a902c44138833d1" providerId="LiveId" clId="{469AA078-3049-4549-8371-BDC530C36859}" dt="2026-02-11T12:33:27.631" v="789" actId="20577"/>
          <ac:spMkLst>
            <pc:docMk/>
            <pc:sldMk cId="593972085" sldId="256"/>
            <ac:spMk id="3" creationId="{C8FC30D4-2284-CA8A-E7E5-D32BEFC5507E}"/>
          </ac:spMkLst>
        </pc:spChg>
        <pc:spChg chg="add mod">
          <ac:chgData name="vara prasad" userId="0a902c44138833d1" providerId="LiveId" clId="{469AA078-3049-4549-8371-BDC530C36859}" dt="2026-02-11T12:34:10.540" v="791" actId="207"/>
          <ac:spMkLst>
            <pc:docMk/>
            <pc:sldMk cId="593972085" sldId="256"/>
            <ac:spMk id="4" creationId="{72376B85-96C6-7A47-491A-EAF6EAF069B7}"/>
          </ac:spMkLst>
        </pc:spChg>
      </pc:sldChg>
      <pc:sldChg chg="modSp mod">
        <pc:chgData name="vara prasad" userId="0a902c44138833d1" providerId="LiveId" clId="{469AA078-3049-4549-8371-BDC530C36859}" dt="2026-02-11T03:20:04.152" v="38" actId="20577"/>
        <pc:sldMkLst>
          <pc:docMk/>
          <pc:sldMk cId="1872483448" sldId="259"/>
        </pc:sldMkLst>
        <pc:spChg chg="mod">
          <ac:chgData name="vara prasad" userId="0a902c44138833d1" providerId="LiveId" clId="{469AA078-3049-4549-8371-BDC530C36859}" dt="2026-02-11T03:20:04.152" v="38" actId="20577"/>
          <ac:spMkLst>
            <pc:docMk/>
            <pc:sldMk cId="1872483448" sldId="259"/>
            <ac:spMk id="3" creationId="{CF7E50FE-A1ED-DA16-52CD-F27237697189}"/>
          </ac:spMkLst>
        </pc:spChg>
      </pc:sldChg>
      <pc:sldChg chg="modSp mod">
        <pc:chgData name="vara prasad" userId="0a902c44138833d1" providerId="LiveId" clId="{469AA078-3049-4549-8371-BDC530C36859}" dt="2026-02-11T03:43:55.767" v="415" actId="20577"/>
        <pc:sldMkLst>
          <pc:docMk/>
          <pc:sldMk cId="2582686824" sldId="260"/>
        </pc:sldMkLst>
        <pc:spChg chg="mod">
          <ac:chgData name="vara prasad" userId="0a902c44138833d1" providerId="LiveId" clId="{469AA078-3049-4549-8371-BDC530C36859}" dt="2026-02-11T03:43:55.767" v="415" actId="20577"/>
          <ac:spMkLst>
            <pc:docMk/>
            <pc:sldMk cId="2582686824" sldId="260"/>
            <ac:spMk id="3" creationId="{4C23AD21-BDE3-31BA-50D8-E1EA9E5FBEEF}"/>
          </ac:spMkLst>
        </pc:spChg>
      </pc:sldChg>
      <pc:sldChg chg="modSp mod">
        <pc:chgData name="vara prasad" userId="0a902c44138833d1" providerId="LiveId" clId="{469AA078-3049-4549-8371-BDC530C36859}" dt="2026-02-11T03:44:00.670" v="417" actId="20577"/>
        <pc:sldMkLst>
          <pc:docMk/>
          <pc:sldMk cId="991639463" sldId="261"/>
        </pc:sldMkLst>
        <pc:spChg chg="mod">
          <ac:chgData name="vara prasad" userId="0a902c44138833d1" providerId="LiveId" clId="{469AA078-3049-4549-8371-BDC530C36859}" dt="2026-02-11T03:44:00.670" v="417" actId="20577"/>
          <ac:spMkLst>
            <pc:docMk/>
            <pc:sldMk cId="991639463" sldId="261"/>
            <ac:spMk id="3" creationId="{72446C3A-DFDD-0F0C-D523-67C98ED49B7A}"/>
          </ac:spMkLst>
        </pc:spChg>
      </pc:sldChg>
      <pc:sldChg chg="modSp mod">
        <pc:chgData name="vara prasad" userId="0a902c44138833d1" providerId="LiveId" clId="{469AA078-3049-4549-8371-BDC530C36859}" dt="2026-02-11T03:44:28.577" v="429" actId="20577"/>
        <pc:sldMkLst>
          <pc:docMk/>
          <pc:sldMk cId="258244569" sldId="263"/>
        </pc:sldMkLst>
        <pc:spChg chg="mod">
          <ac:chgData name="vara prasad" userId="0a902c44138833d1" providerId="LiveId" clId="{469AA078-3049-4549-8371-BDC530C36859}" dt="2026-02-11T03:44:28.577" v="429" actId="20577"/>
          <ac:spMkLst>
            <pc:docMk/>
            <pc:sldMk cId="258244569" sldId="263"/>
            <ac:spMk id="3" creationId="{4599B816-ECBB-D60C-8414-F24C16C9C17F}"/>
          </ac:spMkLst>
        </pc:spChg>
      </pc:sldChg>
      <pc:sldChg chg="modSp mod">
        <pc:chgData name="vara prasad" userId="0a902c44138833d1" providerId="LiveId" clId="{469AA078-3049-4549-8371-BDC530C36859}" dt="2026-02-11T03:50:56.229" v="650" actId="20577"/>
        <pc:sldMkLst>
          <pc:docMk/>
          <pc:sldMk cId="1438510919" sldId="264"/>
        </pc:sldMkLst>
        <pc:spChg chg="mod">
          <ac:chgData name="vara prasad" userId="0a902c44138833d1" providerId="LiveId" clId="{469AA078-3049-4549-8371-BDC530C36859}" dt="2026-02-11T03:50:56.229" v="650" actId="20577"/>
          <ac:spMkLst>
            <pc:docMk/>
            <pc:sldMk cId="1438510919" sldId="264"/>
            <ac:spMk id="3" creationId="{35C7E2EC-394D-2EEB-A849-7B8B7DFC011C}"/>
          </ac:spMkLst>
        </pc:spChg>
      </pc:sldChg>
      <pc:sldChg chg="modSp mod">
        <pc:chgData name="vara prasad" userId="0a902c44138833d1" providerId="LiveId" clId="{469AA078-3049-4549-8371-BDC530C36859}" dt="2026-02-11T03:51:01.823" v="652" actId="20577"/>
        <pc:sldMkLst>
          <pc:docMk/>
          <pc:sldMk cId="679209969" sldId="265"/>
        </pc:sldMkLst>
        <pc:spChg chg="mod">
          <ac:chgData name="vara prasad" userId="0a902c44138833d1" providerId="LiveId" clId="{469AA078-3049-4549-8371-BDC530C36859}" dt="2026-02-11T03:51:01.823" v="652" actId="20577"/>
          <ac:spMkLst>
            <pc:docMk/>
            <pc:sldMk cId="679209969" sldId="265"/>
            <ac:spMk id="3" creationId="{B9C6C6FA-D595-94F1-64EF-55FA1CA1A8B7}"/>
          </ac:spMkLst>
        </pc:spChg>
      </pc:sldChg>
      <pc:sldChg chg="modSp mod">
        <pc:chgData name="vara prasad" userId="0a902c44138833d1" providerId="LiveId" clId="{469AA078-3049-4549-8371-BDC530C36859}" dt="2026-02-11T03:51:06.923" v="655" actId="20577"/>
        <pc:sldMkLst>
          <pc:docMk/>
          <pc:sldMk cId="1435672384" sldId="266"/>
        </pc:sldMkLst>
        <pc:spChg chg="mod">
          <ac:chgData name="vara prasad" userId="0a902c44138833d1" providerId="LiveId" clId="{469AA078-3049-4549-8371-BDC530C36859}" dt="2026-02-11T03:51:06.923" v="655" actId="20577"/>
          <ac:spMkLst>
            <pc:docMk/>
            <pc:sldMk cId="1435672384" sldId="266"/>
            <ac:spMk id="3" creationId="{CAA8F634-8DEE-8861-725B-ADB2EBDA4A76}"/>
          </ac:spMkLst>
        </pc:spChg>
      </pc:sldChg>
      <pc:sldChg chg="modSp mod">
        <pc:chgData name="vara prasad" userId="0a902c44138833d1" providerId="LiveId" clId="{469AA078-3049-4549-8371-BDC530C36859}" dt="2026-02-11T03:51:11.162" v="657" actId="20577"/>
        <pc:sldMkLst>
          <pc:docMk/>
          <pc:sldMk cId="1160976428" sldId="267"/>
        </pc:sldMkLst>
        <pc:spChg chg="mod">
          <ac:chgData name="vara prasad" userId="0a902c44138833d1" providerId="LiveId" clId="{469AA078-3049-4549-8371-BDC530C36859}" dt="2026-02-11T03:51:11.162" v="657" actId="20577"/>
          <ac:spMkLst>
            <pc:docMk/>
            <pc:sldMk cId="1160976428" sldId="267"/>
            <ac:spMk id="3" creationId="{FD63E785-06B1-E716-29F5-C5F2631FD851}"/>
          </ac:spMkLst>
        </pc:spChg>
      </pc:sldChg>
      <pc:sldChg chg="modSp mod">
        <pc:chgData name="vara prasad" userId="0a902c44138833d1" providerId="LiveId" clId="{469AA078-3049-4549-8371-BDC530C36859}" dt="2026-02-11T03:51:16.013" v="659" actId="20577"/>
        <pc:sldMkLst>
          <pc:docMk/>
          <pc:sldMk cId="593692540" sldId="268"/>
        </pc:sldMkLst>
        <pc:spChg chg="mod">
          <ac:chgData name="vara prasad" userId="0a902c44138833d1" providerId="LiveId" clId="{469AA078-3049-4549-8371-BDC530C36859}" dt="2026-02-11T03:51:16.013" v="659" actId="20577"/>
          <ac:spMkLst>
            <pc:docMk/>
            <pc:sldMk cId="593692540" sldId="268"/>
            <ac:spMk id="3" creationId="{925C1771-5B9D-3B6A-48B9-7421FCB613FA}"/>
          </ac:spMkLst>
        </pc:spChg>
      </pc:sldChg>
      <pc:sldChg chg="modSp mod">
        <pc:chgData name="vara prasad" userId="0a902c44138833d1" providerId="LiveId" clId="{469AA078-3049-4549-8371-BDC530C36859}" dt="2026-02-11T03:51:24.926" v="663" actId="20577"/>
        <pc:sldMkLst>
          <pc:docMk/>
          <pc:sldMk cId="3313160697" sldId="269"/>
        </pc:sldMkLst>
        <pc:spChg chg="mod">
          <ac:chgData name="vara prasad" userId="0a902c44138833d1" providerId="LiveId" clId="{469AA078-3049-4549-8371-BDC530C36859}" dt="2026-02-11T03:51:24.926" v="663" actId="20577"/>
          <ac:spMkLst>
            <pc:docMk/>
            <pc:sldMk cId="3313160697" sldId="269"/>
            <ac:spMk id="3" creationId="{2C3693EA-84C5-9874-C3CA-2B2492AF0859}"/>
          </ac:spMkLst>
        </pc:spChg>
      </pc:sldChg>
      <pc:sldChg chg="modSp mod">
        <pc:chgData name="vara prasad" userId="0a902c44138833d1" providerId="LiveId" clId="{469AA078-3049-4549-8371-BDC530C36859}" dt="2026-02-11T03:51:29.006" v="665" actId="20577"/>
        <pc:sldMkLst>
          <pc:docMk/>
          <pc:sldMk cId="1241485883" sldId="270"/>
        </pc:sldMkLst>
        <pc:spChg chg="mod">
          <ac:chgData name="vara prasad" userId="0a902c44138833d1" providerId="LiveId" clId="{469AA078-3049-4549-8371-BDC530C36859}" dt="2026-02-11T03:51:29.006" v="665" actId="20577"/>
          <ac:spMkLst>
            <pc:docMk/>
            <pc:sldMk cId="1241485883" sldId="270"/>
            <ac:spMk id="3" creationId="{5F90E313-582D-79B5-4D53-F83CFAB912AE}"/>
          </ac:spMkLst>
        </pc:spChg>
      </pc:sldChg>
      <pc:sldChg chg="modSp mod">
        <pc:chgData name="vara prasad" userId="0a902c44138833d1" providerId="LiveId" clId="{469AA078-3049-4549-8371-BDC530C36859}" dt="2026-02-11T03:19:58.423" v="37" actId="20577"/>
        <pc:sldMkLst>
          <pc:docMk/>
          <pc:sldMk cId="1654393612" sldId="271"/>
        </pc:sldMkLst>
        <pc:spChg chg="mod">
          <ac:chgData name="vara prasad" userId="0a902c44138833d1" providerId="LiveId" clId="{469AA078-3049-4549-8371-BDC530C36859}" dt="2026-02-11T03:19:58.423" v="37" actId="20577"/>
          <ac:spMkLst>
            <pc:docMk/>
            <pc:sldMk cId="1654393612" sldId="271"/>
            <ac:spMk id="3" creationId="{A6FEBB3E-4082-11E4-6C99-946A4AB6C2FE}"/>
          </ac:spMkLst>
        </pc:spChg>
      </pc:sldChg>
      <pc:sldChg chg="modSp mod">
        <pc:chgData name="vara prasad" userId="0a902c44138833d1" providerId="LiveId" clId="{469AA078-3049-4549-8371-BDC530C36859}" dt="2026-02-11T03:20:08.184" v="39" actId="20577"/>
        <pc:sldMkLst>
          <pc:docMk/>
          <pc:sldMk cId="1093217520" sldId="272"/>
        </pc:sldMkLst>
        <pc:spChg chg="mod">
          <ac:chgData name="vara prasad" userId="0a902c44138833d1" providerId="LiveId" clId="{469AA078-3049-4549-8371-BDC530C36859}" dt="2026-02-11T03:20:08.184" v="39" actId="20577"/>
          <ac:spMkLst>
            <pc:docMk/>
            <pc:sldMk cId="1093217520" sldId="272"/>
            <ac:spMk id="3" creationId="{7EE3CADE-5DFE-C247-06C8-8D45FFFD7821}"/>
          </ac:spMkLst>
        </pc:spChg>
      </pc:sldChg>
      <pc:sldChg chg="modSp mod">
        <pc:chgData name="vara prasad" userId="0a902c44138833d1" providerId="LiveId" clId="{469AA078-3049-4549-8371-BDC530C36859}" dt="2026-02-11T03:20:12.325" v="40" actId="20577"/>
        <pc:sldMkLst>
          <pc:docMk/>
          <pc:sldMk cId="3999846840" sldId="273"/>
        </pc:sldMkLst>
        <pc:spChg chg="mod">
          <ac:chgData name="vara prasad" userId="0a902c44138833d1" providerId="LiveId" clId="{469AA078-3049-4549-8371-BDC530C36859}" dt="2026-02-11T03:20:12.325" v="40" actId="20577"/>
          <ac:spMkLst>
            <pc:docMk/>
            <pc:sldMk cId="3999846840" sldId="273"/>
            <ac:spMk id="3" creationId="{D5E92CE9-7C16-8C7F-3028-D8D2FEFADECC}"/>
          </ac:spMkLst>
        </pc:spChg>
      </pc:sldChg>
      <pc:sldChg chg="modSp add mod ord">
        <pc:chgData name="vara prasad" userId="0a902c44138833d1" providerId="LiveId" clId="{469AA078-3049-4549-8371-BDC530C36859}" dt="2026-02-11T03:51:20.487" v="661" actId="20577"/>
        <pc:sldMkLst>
          <pc:docMk/>
          <pc:sldMk cId="678822394" sldId="274"/>
        </pc:sldMkLst>
        <pc:spChg chg="mod">
          <ac:chgData name="vara prasad" userId="0a902c44138833d1" providerId="LiveId" clId="{469AA078-3049-4549-8371-BDC530C36859}" dt="2026-02-11T03:51:20.487" v="661" actId="20577"/>
          <ac:spMkLst>
            <pc:docMk/>
            <pc:sldMk cId="678822394" sldId="274"/>
            <ac:spMk id="3" creationId="{B7697461-631C-3132-7401-B35BFD39A01D}"/>
          </ac:spMkLst>
        </pc:spChg>
      </pc:sldChg>
      <pc:sldChg chg="modSp del mod">
        <pc:chgData name="vara prasad" userId="0a902c44138833d1" providerId="LiveId" clId="{469AA078-3049-4549-8371-BDC530C36859}" dt="2026-02-11T03:30:03.717" v="174" actId="2696"/>
        <pc:sldMkLst>
          <pc:docMk/>
          <pc:sldMk cId="3593986836" sldId="274"/>
        </pc:sldMkLst>
        <pc:spChg chg="mod">
          <ac:chgData name="vara prasad" userId="0a902c44138833d1" providerId="LiveId" clId="{469AA078-3049-4549-8371-BDC530C36859}" dt="2026-02-11T03:20:21.291" v="44" actId="20577"/>
          <ac:spMkLst>
            <pc:docMk/>
            <pc:sldMk cId="3593986836" sldId="274"/>
            <ac:spMk id="3" creationId="{B7697461-631C-3132-7401-B35BFD39A01D}"/>
          </ac:spMkLst>
        </pc:spChg>
      </pc:sldChg>
      <pc:sldChg chg="modSp del mod">
        <pc:chgData name="vara prasad" userId="0a902c44138833d1" providerId="LiveId" clId="{469AA078-3049-4549-8371-BDC530C36859}" dt="2026-02-11T03:49:26.708" v="625" actId="2696"/>
        <pc:sldMkLst>
          <pc:docMk/>
          <pc:sldMk cId="173706003" sldId="275"/>
        </pc:sldMkLst>
        <pc:spChg chg="mod">
          <ac:chgData name="vara prasad" userId="0a902c44138833d1" providerId="LiveId" clId="{469AA078-3049-4549-8371-BDC530C36859}" dt="2026-02-11T03:20:29.004" v="45" actId="20577"/>
          <ac:spMkLst>
            <pc:docMk/>
            <pc:sldMk cId="173706003" sldId="275"/>
            <ac:spMk id="3" creationId="{0637D363-52DB-2BA5-7087-1E0E1506010F}"/>
          </ac:spMkLst>
        </pc:spChg>
      </pc:sldChg>
      <pc:sldChg chg="modSp add mod">
        <pc:chgData name="vara prasad" userId="0a902c44138833d1" providerId="LiveId" clId="{469AA078-3049-4549-8371-BDC530C36859}" dt="2026-02-11T03:51:49.154" v="673" actId="20577"/>
        <pc:sldMkLst>
          <pc:docMk/>
          <pc:sldMk cId="2291511242" sldId="275"/>
        </pc:sldMkLst>
        <pc:spChg chg="mod">
          <ac:chgData name="vara prasad" userId="0a902c44138833d1" providerId="LiveId" clId="{469AA078-3049-4549-8371-BDC530C36859}" dt="2026-02-11T03:51:49.154" v="673" actId="20577"/>
          <ac:spMkLst>
            <pc:docMk/>
            <pc:sldMk cId="2291511242" sldId="275"/>
            <ac:spMk id="3" creationId="{0637D363-52DB-2BA5-7087-1E0E1506010F}"/>
          </ac:spMkLst>
        </pc:spChg>
      </pc:sldChg>
      <pc:sldChg chg="modSp del mod">
        <pc:chgData name="vara prasad" userId="0a902c44138833d1" providerId="LiveId" clId="{469AA078-3049-4549-8371-BDC530C36859}" dt="2026-02-11T03:26:50.951" v="47" actId="2696"/>
        <pc:sldMkLst>
          <pc:docMk/>
          <pc:sldMk cId="269910591" sldId="276"/>
        </pc:sldMkLst>
        <pc:spChg chg="mod">
          <ac:chgData name="vara prasad" userId="0a902c44138833d1" providerId="LiveId" clId="{469AA078-3049-4549-8371-BDC530C36859}" dt="2026-02-11T03:20:35.065" v="46" actId="20577"/>
          <ac:spMkLst>
            <pc:docMk/>
            <pc:sldMk cId="269910591" sldId="276"/>
            <ac:spMk id="3" creationId="{35D50F1F-10FC-4E73-4047-0BEBE4DBB237}"/>
          </ac:spMkLst>
        </pc:spChg>
      </pc:sldChg>
      <pc:sldChg chg="modSp add mod">
        <pc:chgData name="vara prasad" userId="0a902c44138833d1" providerId="LiveId" clId="{469AA078-3049-4549-8371-BDC530C36859}" dt="2026-02-11T03:51:34.035" v="667" actId="20577"/>
        <pc:sldMkLst>
          <pc:docMk/>
          <pc:sldMk cId="1941700926" sldId="276"/>
        </pc:sldMkLst>
        <pc:spChg chg="mod">
          <ac:chgData name="vara prasad" userId="0a902c44138833d1" providerId="LiveId" clId="{469AA078-3049-4549-8371-BDC530C36859}" dt="2026-02-11T03:51:34.035" v="667" actId="20577"/>
          <ac:spMkLst>
            <pc:docMk/>
            <pc:sldMk cId="1941700926" sldId="276"/>
            <ac:spMk id="3" creationId="{35D50F1F-10FC-4E73-4047-0BEBE4DBB237}"/>
          </ac:spMkLst>
        </pc:spChg>
      </pc:sldChg>
      <pc:sldChg chg="del">
        <pc:chgData name="vara prasad" userId="0a902c44138833d1" providerId="LiveId" clId="{469AA078-3049-4549-8371-BDC530C36859}" dt="2026-02-11T03:30:31.582" v="176" actId="2696"/>
        <pc:sldMkLst>
          <pc:docMk/>
          <pc:sldMk cId="1987857537" sldId="277"/>
        </pc:sldMkLst>
      </pc:sldChg>
      <pc:sldChg chg="add del">
        <pc:chgData name="vara prasad" userId="0a902c44138833d1" providerId="LiveId" clId="{469AA078-3049-4549-8371-BDC530C36859}" dt="2026-02-11T03:30:40.139" v="178" actId="2696"/>
        <pc:sldMkLst>
          <pc:docMk/>
          <pc:sldMk cId="3134616144" sldId="277"/>
        </pc:sldMkLst>
      </pc:sldChg>
      <pc:sldChg chg="modSp add mod ord">
        <pc:chgData name="vara prasad" userId="0a902c44138833d1" providerId="LiveId" clId="{469AA078-3049-4549-8371-BDC530C36859}" dt="2026-02-11T03:44:05.596" v="420" actId="20577"/>
        <pc:sldMkLst>
          <pc:docMk/>
          <pc:sldMk cId="3428733795" sldId="277"/>
        </pc:sldMkLst>
        <pc:spChg chg="mod">
          <ac:chgData name="vara prasad" userId="0a902c44138833d1" providerId="LiveId" clId="{469AA078-3049-4549-8371-BDC530C36859}" dt="2026-02-11T03:44:05.596" v="420" actId="20577"/>
          <ac:spMkLst>
            <pc:docMk/>
            <pc:sldMk cId="3428733795" sldId="277"/>
            <ac:spMk id="3" creationId="{ECF74BF8-31BE-4128-94A9-DB23832D5BCB}"/>
          </ac:spMkLst>
        </pc:spChg>
      </pc:sldChg>
      <pc:sldChg chg="del">
        <pc:chgData name="vara prasad" userId="0a902c44138833d1" providerId="LiveId" clId="{469AA078-3049-4549-8371-BDC530C36859}" dt="2026-02-11T03:49:51.098" v="630" actId="2696"/>
        <pc:sldMkLst>
          <pc:docMk/>
          <pc:sldMk cId="416815199" sldId="278"/>
        </pc:sldMkLst>
      </pc:sldChg>
      <pc:sldChg chg="addSp modSp add mod modAnim">
        <pc:chgData name="vara prasad" userId="0a902c44138833d1" providerId="LiveId" clId="{469AA078-3049-4549-8371-BDC530C36859}" dt="2026-02-11T03:54:20.293" v="718"/>
        <pc:sldMkLst>
          <pc:docMk/>
          <pc:sldMk cId="2242607980" sldId="278"/>
        </pc:sldMkLst>
        <pc:spChg chg="add mod">
          <ac:chgData name="vara prasad" userId="0a902c44138833d1" providerId="LiveId" clId="{469AA078-3049-4549-8371-BDC530C36859}" dt="2026-02-11T03:53:58.484" v="716" actId="20577"/>
          <ac:spMkLst>
            <pc:docMk/>
            <pc:sldMk cId="2242607980" sldId="278"/>
            <ac:spMk id="2" creationId="{3C17EE9F-441A-3B29-F8DA-87651494B7C7}"/>
          </ac:spMkLst>
        </pc:spChg>
        <pc:spChg chg="mod">
          <ac:chgData name="vara prasad" userId="0a902c44138833d1" providerId="LiveId" clId="{469AA078-3049-4549-8371-BDC530C36859}" dt="2026-02-11T03:53:25.645" v="702" actId="20577"/>
          <ac:spMkLst>
            <pc:docMk/>
            <pc:sldMk cId="2242607980" sldId="278"/>
            <ac:spMk id="3" creationId="{BE7D3FB7-79EB-EB11-634C-58845F99E8B7}"/>
          </ac:spMkLst>
        </pc:spChg>
      </pc:sldChg>
      <pc:sldChg chg="del">
        <pc:chgData name="vara prasad" userId="0a902c44138833d1" providerId="LiveId" clId="{469AA078-3049-4549-8371-BDC530C36859}" dt="2026-02-11T03:52:07.074" v="674" actId="2696"/>
        <pc:sldMkLst>
          <pc:docMk/>
          <pc:sldMk cId="1211905946" sldId="279"/>
        </pc:sldMkLst>
      </pc:sldChg>
      <pc:sldChg chg="modSp mod">
        <pc:chgData name="vara prasad" userId="0a902c44138833d1" providerId="LiveId" clId="{469AA078-3049-4549-8371-BDC530C36859}" dt="2026-02-11T03:55:13.585" v="719" actId="20577"/>
        <pc:sldMkLst>
          <pc:docMk/>
          <pc:sldMk cId="3265211817" sldId="283"/>
        </pc:sldMkLst>
        <pc:spChg chg="mod">
          <ac:chgData name="vara prasad" userId="0a902c44138833d1" providerId="LiveId" clId="{469AA078-3049-4549-8371-BDC530C36859}" dt="2026-02-11T03:55:13.585" v="719" actId="20577"/>
          <ac:spMkLst>
            <pc:docMk/>
            <pc:sldMk cId="3265211817" sldId="283"/>
            <ac:spMk id="3" creationId="{C69180D0-20BD-7E1E-72C0-C23FB19AE1EF}"/>
          </ac:spMkLst>
        </pc:spChg>
      </pc:sldChg>
      <pc:sldChg chg="delSp modSp add mod setBg">
        <pc:chgData name="vara prasad" userId="0a902c44138833d1" providerId="LiveId" clId="{469AA078-3049-4549-8371-BDC530C36859}" dt="2026-02-11T03:43:51.077" v="413" actId="20577"/>
        <pc:sldMkLst>
          <pc:docMk/>
          <pc:sldMk cId="0" sldId="285"/>
        </pc:sldMkLst>
        <pc:spChg chg="mod">
          <ac:chgData name="vara prasad" userId="0a902c44138833d1" providerId="LiveId" clId="{469AA078-3049-4549-8371-BDC530C36859}" dt="2026-02-11T03:43:51.077" v="413" actId="20577"/>
          <ac:spMkLst>
            <pc:docMk/>
            <pc:sldMk cId="0" sldId="285"/>
            <ac:spMk id="114" creationId="{00000000-0000-0000-0000-000000000000}"/>
          </ac:spMkLst>
        </pc:spChg>
        <pc:spChg chg="del">
          <ac:chgData name="vara prasad" userId="0a902c44138833d1" providerId="LiveId" clId="{469AA078-3049-4549-8371-BDC530C36859}" dt="2026-02-11T03:17:21.811" v="16" actId="478"/>
          <ac:spMkLst>
            <pc:docMk/>
            <pc:sldMk cId="0" sldId="285"/>
            <ac:spMk id="125" creationId="{00000000-0000-0000-0000-000000000000}"/>
          </ac:spMkLst>
        </pc:spChg>
        <pc:spChg chg="del">
          <ac:chgData name="vara prasad" userId="0a902c44138833d1" providerId="LiveId" clId="{469AA078-3049-4549-8371-BDC530C36859}" dt="2026-02-11T03:17:19.873" v="15" actId="478"/>
          <ac:spMkLst>
            <pc:docMk/>
            <pc:sldMk cId="0" sldId="285"/>
            <ac:spMk id="126" creationId="{00000000-0000-0000-0000-000000000000}"/>
          </ac:spMkLst>
        </pc:spChg>
      </pc:sldChg>
      <pc:sldChg chg="addSp modSp add del">
        <pc:chgData name="vara prasad" userId="0a902c44138833d1" providerId="LiveId" clId="{469AA078-3049-4549-8371-BDC530C36859}" dt="2026-02-11T03:17:09.457" v="13" actId="47"/>
        <pc:sldMkLst>
          <pc:docMk/>
          <pc:sldMk cId="679673214" sldId="285"/>
        </pc:sldMkLst>
        <pc:spChg chg="add mod">
          <ac:chgData name="vara prasad" userId="0a902c44138833d1" providerId="LiveId" clId="{469AA078-3049-4549-8371-BDC530C36859}" dt="2026-02-11T03:16:56.821" v="12"/>
          <ac:spMkLst>
            <pc:docMk/>
            <pc:sldMk cId="679673214" sldId="285"/>
            <ac:spMk id="2" creationId="{8C106890-E5F9-CF70-5DA2-CBFF6E4EF518}"/>
          </ac:spMkLst>
        </pc:spChg>
        <pc:spChg chg="add mod">
          <ac:chgData name="vara prasad" userId="0a902c44138833d1" providerId="LiveId" clId="{469AA078-3049-4549-8371-BDC530C36859}" dt="2026-02-11T03:16:56.821" v="12"/>
          <ac:spMkLst>
            <pc:docMk/>
            <pc:sldMk cId="679673214" sldId="285"/>
            <ac:spMk id="4" creationId="{4AD34043-4630-8874-4920-8B51A9E35B5E}"/>
          </ac:spMkLst>
        </pc:spChg>
        <pc:spChg chg="add mod">
          <ac:chgData name="vara prasad" userId="0a902c44138833d1" providerId="LiveId" clId="{469AA078-3049-4549-8371-BDC530C36859}" dt="2026-02-11T03:16:56.821" v="12"/>
          <ac:spMkLst>
            <pc:docMk/>
            <pc:sldMk cId="679673214" sldId="285"/>
            <ac:spMk id="5" creationId="{39D14928-C3AD-22AC-9369-92B3B6E2EDC5}"/>
          </ac:spMkLst>
        </pc:spChg>
        <pc:spChg chg="add mod">
          <ac:chgData name="vara prasad" userId="0a902c44138833d1" providerId="LiveId" clId="{469AA078-3049-4549-8371-BDC530C36859}" dt="2026-02-11T03:16:56.821" v="12"/>
          <ac:spMkLst>
            <pc:docMk/>
            <pc:sldMk cId="679673214" sldId="285"/>
            <ac:spMk id="7" creationId="{3781AE11-01DA-A00B-1D7A-4E761B44B6AD}"/>
          </ac:spMkLst>
        </pc:spChg>
        <pc:spChg chg="add mod">
          <ac:chgData name="vara prasad" userId="0a902c44138833d1" providerId="LiveId" clId="{469AA078-3049-4549-8371-BDC530C36859}" dt="2026-02-11T03:16:56.821" v="12"/>
          <ac:spMkLst>
            <pc:docMk/>
            <pc:sldMk cId="679673214" sldId="285"/>
            <ac:spMk id="8" creationId="{100509C8-9B82-57E2-344F-60A018774E0A}"/>
          </ac:spMkLst>
        </pc:spChg>
        <pc:spChg chg="add mod">
          <ac:chgData name="vara prasad" userId="0a902c44138833d1" providerId="LiveId" clId="{469AA078-3049-4549-8371-BDC530C36859}" dt="2026-02-11T03:16:56.821" v="12"/>
          <ac:spMkLst>
            <pc:docMk/>
            <pc:sldMk cId="679673214" sldId="285"/>
            <ac:spMk id="9" creationId="{059E7766-E797-F400-0B6C-0FE948C1DEF9}"/>
          </ac:spMkLst>
        </pc:spChg>
        <pc:spChg chg="add mod">
          <ac:chgData name="vara prasad" userId="0a902c44138833d1" providerId="LiveId" clId="{469AA078-3049-4549-8371-BDC530C36859}" dt="2026-02-11T03:16:56.821" v="12"/>
          <ac:spMkLst>
            <pc:docMk/>
            <pc:sldMk cId="679673214" sldId="285"/>
            <ac:spMk id="10" creationId="{00DC97E8-8CC3-0F80-B433-31EB01FC0613}"/>
          </ac:spMkLst>
        </pc:spChg>
        <pc:spChg chg="add mod">
          <ac:chgData name="vara prasad" userId="0a902c44138833d1" providerId="LiveId" clId="{469AA078-3049-4549-8371-BDC530C36859}" dt="2026-02-11T03:16:56.821" v="12"/>
          <ac:spMkLst>
            <pc:docMk/>
            <pc:sldMk cId="679673214" sldId="285"/>
            <ac:spMk id="12" creationId="{3492CA0D-3E85-BF52-EDCF-2BA006DA1BC0}"/>
          </ac:spMkLst>
        </pc:spChg>
        <pc:spChg chg="add mod">
          <ac:chgData name="vara prasad" userId="0a902c44138833d1" providerId="LiveId" clId="{469AA078-3049-4549-8371-BDC530C36859}" dt="2026-02-11T03:16:56.821" v="12"/>
          <ac:spMkLst>
            <pc:docMk/>
            <pc:sldMk cId="679673214" sldId="285"/>
            <ac:spMk id="13" creationId="{919FD1DC-3324-37BC-3EDF-B9A7F68EA71E}"/>
          </ac:spMkLst>
        </pc:spChg>
        <pc:spChg chg="add mod">
          <ac:chgData name="vara prasad" userId="0a902c44138833d1" providerId="LiveId" clId="{469AA078-3049-4549-8371-BDC530C36859}" dt="2026-02-11T03:16:56.821" v="12"/>
          <ac:spMkLst>
            <pc:docMk/>
            <pc:sldMk cId="679673214" sldId="285"/>
            <ac:spMk id="14" creationId="{C3B163AD-F991-7734-F03E-E3EBC8F73292}"/>
          </ac:spMkLst>
        </pc:spChg>
      </pc:sldChg>
      <pc:sldChg chg="modSp add mod ord">
        <pc:chgData name="vara prasad" userId="0a902c44138833d1" providerId="LiveId" clId="{469AA078-3049-4549-8371-BDC530C36859}" dt="2026-02-11T03:44:10.724" v="423" actId="20577"/>
        <pc:sldMkLst>
          <pc:docMk/>
          <pc:sldMk cId="2058347759" sldId="286"/>
        </pc:sldMkLst>
        <pc:spChg chg="mod">
          <ac:chgData name="vara prasad" userId="0a902c44138833d1" providerId="LiveId" clId="{469AA078-3049-4549-8371-BDC530C36859}" dt="2026-02-11T03:44:10.724" v="423" actId="20577"/>
          <ac:spMkLst>
            <pc:docMk/>
            <pc:sldMk cId="2058347759" sldId="286"/>
            <ac:spMk id="3" creationId="{874906F0-FA22-B7F4-A955-8AFFCAA288BE}"/>
          </ac:spMkLst>
        </pc:spChg>
      </pc:sldChg>
      <pc:sldChg chg="modSp add mod">
        <pc:chgData name="vara prasad" userId="0a902c44138833d1" providerId="LiveId" clId="{469AA078-3049-4549-8371-BDC530C36859}" dt="2026-02-11T03:51:38.885" v="669" actId="20577"/>
        <pc:sldMkLst>
          <pc:docMk/>
          <pc:sldMk cId="2708908628" sldId="287"/>
        </pc:sldMkLst>
        <pc:spChg chg="mod">
          <ac:chgData name="vara prasad" userId="0a902c44138833d1" providerId="LiveId" clId="{469AA078-3049-4549-8371-BDC530C36859}" dt="2026-02-11T03:51:38.885" v="669" actId="20577"/>
          <ac:spMkLst>
            <pc:docMk/>
            <pc:sldMk cId="2708908628" sldId="287"/>
            <ac:spMk id="3" creationId="{C11004A4-0D87-6D18-46D8-5A02C40CB41D}"/>
          </ac:spMkLst>
        </pc:spChg>
      </pc:sldChg>
      <pc:sldChg chg="modSp add mod">
        <pc:chgData name="vara prasad" userId="0a902c44138833d1" providerId="LiveId" clId="{469AA078-3049-4549-8371-BDC530C36859}" dt="2026-02-11T03:51:44.470" v="671" actId="20577"/>
        <pc:sldMkLst>
          <pc:docMk/>
          <pc:sldMk cId="3797079318" sldId="288"/>
        </pc:sldMkLst>
        <pc:spChg chg="mod">
          <ac:chgData name="vara prasad" userId="0a902c44138833d1" providerId="LiveId" clId="{469AA078-3049-4549-8371-BDC530C36859}" dt="2026-02-11T03:51:44.470" v="671" actId="20577"/>
          <ac:spMkLst>
            <pc:docMk/>
            <pc:sldMk cId="3797079318" sldId="288"/>
            <ac:spMk id="3" creationId="{3A4D22D6-C17E-9E58-4875-2E00309DB0BF}"/>
          </ac:spMkLst>
        </pc:spChg>
      </pc:sldChg>
      <pc:sldChg chg="new ord">
        <pc:chgData name="vara prasad" userId="0a902c44138833d1" providerId="LiveId" clId="{469AA078-3049-4549-8371-BDC530C36859}" dt="2026-02-11T12:35:07.582" v="794"/>
        <pc:sldMkLst>
          <pc:docMk/>
          <pc:sldMk cId="3622754401" sldId="28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7-14T06:51:42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-63963136-149946368 16383 0 0,'0'0'-16383'0'0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7-14T06:51:42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-133169152-44040192 16383 0 0,'0'0'-16383'0'0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7-14T06:51:42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-115343360-68157440 16383 0 0,'0'0'-16383'0'0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7-14T06:51:42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-62914560-22020096 16383 0 0,'0'0'-16383'0'0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7-14T06:51:42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-62914560-22020096 16383 0 0,'0'0'-16383'0'0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98675-8509-43F9-99CF-C8A0E5B9E2C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920E1-1FD4-4BD4-906E-E812D7231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22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12" name="Google Shape;11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6048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D71A-221F-5E63-30B5-CE8122F9B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D05C88-A2E2-3F45-EA72-CE699A979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A28-9784-BB6C-98F3-C247B83A7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58139-75D5-F1F8-B6B1-796EF93F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794E1-2ACB-6892-E34B-393C3D0A3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79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1A18-AF96-162F-59F3-E7C0A3AE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A2E89-62FE-A0F4-3808-F28370848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B7514-D36E-E1F2-3AB7-8881C6A8C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45605-4480-B297-D29D-530250347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43030-3315-BCB4-CB2C-3B00AF91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18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FC92-9358-5513-207B-1BA8CEDB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AC29E-C4D0-457F-162C-71EF3A594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BEAAF-580C-9E94-F0F5-2655AC437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BACF0-D095-5716-6862-38C0551A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B583A-FFE3-7793-0688-611FE911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903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2BCF-1090-EB7E-43F7-26C526E3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73828-D88C-0780-782B-C13B10C35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E030D-0765-5BE7-1C17-393D7E2F3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DD5C2-83E8-458A-ADE4-F1DAE44D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4D3FF-9386-9CA6-8ACC-CFC36C7DB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F2FB9-81E3-3521-E8EF-E86EDFCB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72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2217-9FFD-C822-34FC-40A2E8E17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1B132-238F-ECBA-4583-57F0F9E85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CCE0B-E0A8-671D-482E-EFF6F9943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3D650-A6BE-E536-D2FB-11803EBB3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CA117-6E11-A35E-80AE-19AD4F1A4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1321BE-0C14-79FF-C5CA-4F5E4A0FE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C3038-D1D9-08D6-89E0-A6E1ACF6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5972B1-26E5-14B7-F54C-BB5B28607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280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1325-E1F9-5C0F-C4E0-C70B22A47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D28B4-E14F-6320-203A-983B4CB06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543BD-6EF0-5FDD-3BA3-B09341A6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B923A-04EF-61FE-B207-2F8CB71F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1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86732-DC81-254F-A1EC-8D0257951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EA5CED-009C-813B-DF17-018334B0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304FB-F3E6-872D-2C58-1A1A8454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74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DE57-689B-A66B-B999-D156514D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22F68-5316-8A9F-2803-5B948F90C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A80B8-07A0-8991-260B-A8EB59D53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7F25E-CE57-B2FF-F24E-06EF4996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582DE-5460-D8F3-0413-87F0CFB1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B3A69-13DA-483A-151C-F610A8C7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677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0C95-1AB8-1CCD-15EA-D8B9E5262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85789-A592-7E5E-53BE-CB053559A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36FD2-72A6-087C-DE81-5014C34B8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4D5D9-80BB-72C6-4B3E-F0B78066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89F2D-270A-E14D-3031-1C7E579D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F2A6-F4AC-3E04-3730-B9D321AF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49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563F-733A-C66E-4ACF-588B1F80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49CB82-2DBD-B1AD-8E44-3607ECD13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41E52-D631-45C8-55B2-D1D8C60C8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572DD-DC9E-4147-F6BC-FB2F15CE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811E5-E43C-86E9-A056-69D711A7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5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B0B89-7117-A0B6-4889-3381D96A7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C2FD5-8EF3-0BF0-07D5-EBF350AE6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691F2-0407-E17B-F962-248C70CC1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1869B-54EA-4E41-A776-D6537990B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C152F-44AC-DE45-2966-BE31C437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70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69242B-E728-9613-0B24-BCF1C50F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17D19-191C-BB43-E6C4-9E462E7FD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56108-D666-6D2D-9F50-7C0DD1B0A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995B5-468A-45A4-9310-06D052941EE4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FC9DA-9FB7-7A22-9373-65876459F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C8ACE-A77C-8B77-1DE0-6DFD0C7B6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6FE34-3CE1-4A97-93BB-C8E1AEFB23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73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8" Type="http://schemas.openxmlformats.org/officeDocument/2006/relationships/customXml" Target="../ink/ink3.xml"/><Relationship Id="rId3" Type="http://schemas.openxmlformats.org/officeDocument/2006/relationships/image" Target="../media/image1.png"/><Relationship Id="rId1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19" Type="http://schemas.openxmlformats.org/officeDocument/2006/relationships/customXml" Target="../ink/ink4.xml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754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9D4F-FE4C-1D48-FB4D-2DAB3F315D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PROFIT AND LOSS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C30D4-2284-CA8A-E7E5-D32BEFC550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DISCOUNT 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76B85-96C6-7A47-491A-EAF6EAF069B7}"/>
              </a:ext>
            </a:extLst>
          </p:cNvPr>
          <p:cNvSpPr txBox="1"/>
          <p:nvPr/>
        </p:nvSpPr>
        <p:spPr>
          <a:xfrm>
            <a:off x="7098890" y="5461819"/>
            <a:ext cx="404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BY </a:t>
            </a:r>
          </a:p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VARAPRASAD POLAVARAPU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972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7FEE2A-E737-26CE-F1FA-EC3C73A93BEA}"/>
              </a:ext>
            </a:extLst>
          </p:cNvPr>
          <p:cNvSpPr txBox="1"/>
          <p:nvPr/>
        </p:nvSpPr>
        <p:spPr>
          <a:xfrm>
            <a:off x="924232" y="786580"/>
            <a:ext cx="9665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1" dirty="0"/>
              <a:t>BASIC TERMINOLOGY IN PROFIT AND LOSS 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315400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524492" y="430217"/>
            <a:ext cx="10907041" cy="2399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1. Assume that you are going to a shop to buy a dress. You find the dress on the mannequin very attractive and wish to buy it. The tag price of the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dress is Rs. 5400. You buy that dress at a special discount of 20%. When you show that dress to your friend, he reveals that he was the one who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designed that dress and had sold it to the shop for Rs. 1080.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From the shop owners point of view,</a:t>
            </a:r>
            <a:endParaRPr dirty="0"/>
          </a:p>
        </p:txBody>
      </p:sp>
      <p:sp>
        <p:nvSpPr>
          <p:cNvPr id="115" name="Google Shape;115;p4"/>
          <p:cNvSpPr/>
          <p:nvPr/>
        </p:nvSpPr>
        <p:spPr>
          <a:xfrm>
            <a:off x="657998" y="3300831"/>
            <a:ext cx="696697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i)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47791" y="3875591"/>
            <a:ext cx="696697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ii)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57998" y="4450351"/>
            <a:ext cx="696697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iii)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41928" y="5014560"/>
            <a:ext cx="696697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iv)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647790" y="5599871"/>
            <a:ext cx="696697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v)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456098" y="3300831"/>
            <a:ext cx="10098317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How is the amount Rs. 1080 called? __________</a:t>
            </a:r>
            <a:endParaRPr dirty="0"/>
          </a:p>
        </p:txBody>
      </p:sp>
      <p:sp>
        <p:nvSpPr>
          <p:cNvPr id="121" name="Google Shape;121;p4"/>
          <p:cNvSpPr/>
          <p:nvPr/>
        </p:nvSpPr>
        <p:spPr>
          <a:xfrm>
            <a:off x="1445891" y="3875591"/>
            <a:ext cx="10098317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How is the amount Rs. 5400 called? __________</a:t>
            </a:r>
            <a:endParaRPr dirty="0"/>
          </a:p>
        </p:txBody>
      </p:sp>
      <p:sp>
        <p:nvSpPr>
          <p:cNvPr id="122" name="Google Shape;122;p4"/>
          <p:cNvSpPr/>
          <p:nvPr/>
        </p:nvSpPr>
        <p:spPr>
          <a:xfrm>
            <a:off x="1456098" y="4450351"/>
            <a:ext cx="10098317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What is the discount given? </a:t>
            </a:r>
            <a:endParaRPr lang="en-US" sz="2500">
              <a:solidFill>
                <a:schemeClr val="dk1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440028" y="5014560"/>
            <a:ext cx="10098317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What is the profit/loss incurred by the shopkeeper? __________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445890" y="5599871"/>
            <a:ext cx="10098317" cy="66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What is the profit/loss %? __________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2400" y="2677795"/>
            <a:ext cx="1643380" cy="27432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35CFD5F-90D7-4FE1-83FF-EE2C6C78CC66}"/>
                  </a:ext>
                </a:extLst>
              </p14:cNvPr>
              <p14:cNvContentPartPr/>
              <p14:nvPr/>
            </p14:nvContentPartPr>
            <p14:xfrm>
              <a:off x="6589888" y="4487332"/>
              <a:ext cx="9525" cy="9525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35CFD5F-90D7-4FE1-83FF-EE2C6C78CC6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23163" y="4020607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79C8667-1DDE-4AEF-A25E-C8C92F0CAE32}"/>
                  </a:ext>
                </a:extLst>
              </p14:cNvPr>
              <p14:cNvContentPartPr/>
              <p14:nvPr/>
            </p14:nvContentPartPr>
            <p14:xfrm>
              <a:off x="6674555" y="4515555"/>
              <a:ext cx="9525" cy="9525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79C8667-1DDE-4AEF-A25E-C8C92F0CAE3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98305" y="4048830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A013630-B404-459B-8D50-1BAE78F4259E}"/>
                  </a:ext>
                </a:extLst>
              </p14:cNvPr>
              <p14:cNvContentPartPr/>
              <p14:nvPr/>
            </p14:nvContentPartPr>
            <p14:xfrm>
              <a:off x="8057443" y="3555999"/>
              <a:ext cx="9525" cy="9525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A013630-B404-459B-8D50-1BAE78F4259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81193" y="3089274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40ECB95-5A9F-46E9-B123-C73805886BDE}"/>
                  </a:ext>
                </a:extLst>
              </p14:cNvPr>
              <p14:cNvContentPartPr/>
              <p14:nvPr/>
            </p14:nvContentPartPr>
            <p14:xfrm>
              <a:off x="6872110" y="4501443"/>
              <a:ext cx="9525" cy="9525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40ECB95-5A9F-46E9-B123-C73805886BD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05385" y="4025193"/>
                <a:ext cx="952500" cy="952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B448B04-D624-4230-8302-5CF4B594EFF5}"/>
                  </a:ext>
                </a:extLst>
              </p14:cNvPr>
              <p14:cNvContentPartPr/>
              <p14:nvPr/>
            </p14:nvContentPartPr>
            <p14:xfrm>
              <a:off x="6872110" y="4501443"/>
              <a:ext cx="9525" cy="9525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B448B04-D624-4230-8302-5CF4B594EF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05385" y="4025193"/>
                <a:ext cx="952500" cy="9525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23AD21-BDE3-31BA-50D8-E1EA9E5FBEEF}"/>
              </a:ext>
            </a:extLst>
          </p:cNvPr>
          <p:cNvSpPr txBox="1"/>
          <p:nvPr/>
        </p:nvSpPr>
        <p:spPr>
          <a:xfrm>
            <a:off x="786579" y="664100"/>
            <a:ext cx="10471355" cy="1362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A man buys a cycle for₹ 1400 and sells it at a loss of 15%. What is the selling price of the cycle?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a)1202     b)1190      c)1160     d) ₹1000</a:t>
            </a:r>
          </a:p>
        </p:txBody>
      </p:sp>
    </p:spTree>
    <p:extLst>
      <p:ext uri="{BB962C8B-B14F-4D97-AF65-F5344CB8AC3E}">
        <p14:creationId xmlns:p14="http://schemas.microsoft.com/office/powerpoint/2010/main" val="2582686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60FF6-34BB-7FBB-706A-FB2655386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446C3A-DFDD-0F0C-D523-67C98ED49B7A}"/>
              </a:ext>
            </a:extLst>
          </p:cNvPr>
          <p:cNvSpPr txBox="1"/>
          <p:nvPr/>
        </p:nvSpPr>
        <p:spPr>
          <a:xfrm>
            <a:off x="786579" y="664100"/>
            <a:ext cx="104713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3. On selling an article for₹651. there is a loss of 7%. The cost price of that article is</a:t>
            </a:r>
          </a:p>
          <a:p>
            <a:r>
              <a:rPr lang="en-IN" sz="2800" b="1" dirty="0"/>
              <a:t>a) 744   b)751     c)793     d) ₹700</a:t>
            </a:r>
          </a:p>
        </p:txBody>
      </p:sp>
    </p:spTree>
    <p:extLst>
      <p:ext uri="{BB962C8B-B14F-4D97-AF65-F5344CB8AC3E}">
        <p14:creationId xmlns:p14="http://schemas.microsoft.com/office/powerpoint/2010/main" val="991639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76BD3-A640-003B-E038-D7D088C3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F74BF8-31BE-4128-94A9-DB23832D5BCB}"/>
              </a:ext>
            </a:extLst>
          </p:cNvPr>
          <p:cNvSpPr txBox="1"/>
          <p:nvPr/>
        </p:nvSpPr>
        <p:spPr>
          <a:xfrm>
            <a:off x="668593" y="654268"/>
            <a:ext cx="10854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4.A man buys 12 articles for ₹12 and sells them at the rate of ₹1.25 per article. His gain percentage is?</a:t>
            </a:r>
          </a:p>
          <a:p>
            <a:r>
              <a:rPr lang="en-IN" sz="2400" b="1" dirty="0"/>
              <a:t>a) 20%   b) 25%   c)15%   d) 18%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428733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4F6AF-AD27-A353-5AC5-DF7646BFA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4906F0-FA22-B7F4-A955-8AFFCAA288BE}"/>
              </a:ext>
            </a:extLst>
          </p:cNvPr>
          <p:cNvSpPr txBox="1"/>
          <p:nvPr/>
        </p:nvSpPr>
        <p:spPr>
          <a:xfrm>
            <a:off x="98322" y="344130"/>
            <a:ext cx="1185770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5. </a:t>
            </a: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Nunito Sans"/>
                <a:cs typeface="Times New Roman" panose="02020603050405020304" pitchFamily="18" charset="0"/>
                <a:sym typeface="Nunito Sans"/>
              </a:rPr>
              <a:t>Ram sells 2 flats for Rs. 198 lakhs each. On one transaction he loses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Nunito Sans"/>
              </a:rPr>
              <a:t> </a:t>
            </a: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Nunito Sans"/>
                <a:cs typeface="Times New Roman" panose="02020603050405020304" pitchFamily="18" charset="0"/>
                <a:sym typeface="Nunito Sans"/>
              </a:rPr>
              <a:t>10% and on the other he gains 10%. What is his net profit or loss percentage?</a:t>
            </a:r>
            <a:endParaRPr lang="en-US" sz="2800" dirty="0">
              <a:solidFill>
                <a:schemeClr val="dk1"/>
              </a:solidFill>
              <a:latin typeface="Times New Roman" panose="02020603050405020304" pitchFamily="18" charset="0"/>
              <a:ea typeface="Nunito Sans"/>
              <a:cs typeface="Times New Roman" panose="02020603050405020304" pitchFamily="18" charset="0"/>
              <a:sym typeface="Nunito Sans"/>
            </a:endParaRPr>
          </a:p>
          <a:p>
            <a:pPr marL="514350" lvl="0" indent="-514350">
              <a:buAutoNum type="alphaLcParenR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Nunito Sans"/>
                <a:cs typeface="Times New Roman" panose="02020603050405020304" pitchFamily="18" charset="0"/>
                <a:sym typeface="Nunito Sans"/>
              </a:rPr>
              <a:t>No profit or Loss </a:t>
            </a:r>
          </a:p>
          <a:p>
            <a:pPr marL="457200" lvl="0" indent="-457200">
              <a:buAutoNum type="alphaLcParenR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Nunito Sans"/>
                <a:cs typeface="Times New Roman" panose="02020603050405020304" pitchFamily="18" charset="0"/>
                <a:sym typeface="Nunito Sans"/>
              </a:rPr>
              <a:t>1% loss</a:t>
            </a:r>
          </a:p>
          <a:p>
            <a:pPr marL="457200" lvl="0" indent="-457200">
              <a:buAutoNum type="alphaLcParenR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Nunito Sans"/>
                <a:cs typeface="Times New Roman" panose="02020603050405020304" pitchFamily="18" charset="0"/>
                <a:sym typeface="Nunito Sans"/>
              </a:rPr>
              <a:t>1% gain</a:t>
            </a:r>
          </a:p>
          <a:p>
            <a:pPr marL="457200" lvl="0" indent="-457200">
              <a:buAutoNum type="alphaLcParenR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Nunito Sans"/>
                <a:cs typeface="Times New Roman" panose="02020603050405020304" pitchFamily="18" charset="0"/>
                <a:sym typeface="Nunito Sans"/>
              </a:rPr>
              <a:t>No of these above 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Nunito Sans"/>
              <a:cs typeface="Times New Roman" panose="02020603050405020304" pitchFamily="18" charset="0"/>
              <a:sym typeface="Nunito Sans"/>
            </a:endParaRPr>
          </a:p>
          <a:p>
            <a:pPr lvl="0"/>
            <a:endParaRPr lang="en-US" sz="2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 Sans"/>
            </a:endParaRPr>
          </a:p>
          <a:p>
            <a:pPr lvl="0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347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3CA92-746C-1323-75BC-25B7AD18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99B816-ECBB-D60C-8414-F24C16C9C17F}"/>
                  </a:ext>
                </a:extLst>
              </p:cNvPr>
              <p:cNvSpPr txBox="1"/>
              <p:nvPr/>
            </p:nvSpPr>
            <p:spPr>
              <a:xfrm>
                <a:off x="570270" y="398629"/>
                <a:ext cx="10933472" cy="1576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1" dirty="0"/>
                  <a:t>6. A milkman bought 70 litres of milk for₹630 and added 5 litres of water. If he sells it at ₹9.00 per litre, his profit percentage is?</a:t>
                </a:r>
              </a:p>
              <a:p>
                <a:r>
                  <a:rPr lang="en-IN" sz="2800" b="1" dirty="0"/>
                  <a:t>a) 8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IN" sz="2800" b="1" dirty="0"/>
                  <a:t>                   b) 7%        c) 8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IN" sz="2800" b="1" dirty="0"/>
                  <a:t>   d) 7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IN" sz="2800" b="1" dirty="0"/>
                  <a:t>  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99B816-ECBB-D60C-8414-F24C16C9C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398629"/>
                <a:ext cx="10933472" cy="1576457"/>
              </a:xfrm>
              <a:prstGeom prst="rect">
                <a:avLst/>
              </a:prstGeom>
              <a:blipFill>
                <a:blip r:embed="rId2"/>
                <a:stretch>
                  <a:fillRect l="-1171" t="-3475" b="-42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44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ED35-1C62-FFB5-AC00-F77282094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7D3FB7-79EB-EB11-634C-58845F99E8B7}"/>
              </a:ext>
            </a:extLst>
          </p:cNvPr>
          <p:cNvSpPr txBox="1"/>
          <p:nvPr/>
        </p:nvSpPr>
        <p:spPr>
          <a:xfrm>
            <a:off x="471948" y="398629"/>
            <a:ext cx="10854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7-A : The ratio of cost price and selling price is 5: 4, the loss percent is?</a:t>
            </a:r>
          </a:p>
          <a:p>
            <a:endParaRPr lang="en-IN" sz="2400" b="1" dirty="0"/>
          </a:p>
          <a:p>
            <a:r>
              <a:rPr lang="en-IN" sz="2400" b="1" dirty="0"/>
              <a:t>a) 20%            b) 25%           c) 40%         d) 50%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7EE9F-441A-3B29-F8DA-87651494B7C7}"/>
              </a:ext>
            </a:extLst>
          </p:cNvPr>
          <p:cNvSpPr txBox="1"/>
          <p:nvPr/>
        </p:nvSpPr>
        <p:spPr>
          <a:xfrm>
            <a:off x="668593" y="3893996"/>
            <a:ext cx="10854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7-B : The ratio of cost price and selling price is 20: 21, the gain percent is?</a:t>
            </a:r>
          </a:p>
          <a:p>
            <a:endParaRPr lang="en-IN" sz="2400" b="1" dirty="0"/>
          </a:p>
          <a:p>
            <a:r>
              <a:rPr lang="en-IN" sz="2400" b="1" dirty="0"/>
              <a:t>a) 20%            b) 5%           c) 25%         d) 10%</a:t>
            </a:r>
          </a:p>
        </p:txBody>
      </p:sp>
    </p:spTree>
    <p:extLst>
      <p:ext uri="{BB962C8B-B14F-4D97-AF65-F5344CB8AC3E}">
        <p14:creationId xmlns:p14="http://schemas.microsoft.com/office/powerpoint/2010/main" val="224260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95075-70F6-14A9-6D38-D50B7C2C6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C7E2EC-394D-2EEB-A849-7B8B7DFC011C}"/>
                  </a:ext>
                </a:extLst>
              </p:cNvPr>
              <p:cNvSpPr txBox="1"/>
              <p:nvPr/>
            </p:nvSpPr>
            <p:spPr>
              <a:xfrm>
                <a:off x="727586" y="221649"/>
                <a:ext cx="10736827" cy="1576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1" dirty="0"/>
                  <a:t>8. The cost price of 36 books is equal to the selling price of 30 books. The gain per cent is?</a:t>
                </a:r>
              </a:p>
              <a:p>
                <a:r>
                  <a:rPr lang="en-IN" sz="2800" b="1" dirty="0"/>
                  <a:t>a) 20%      b) 16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IN" sz="2800" b="1" dirty="0"/>
                  <a:t>       c) 18%     d) 82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IN" sz="28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IN" sz="28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C7E2EC-394D-2EEB-A849-7B8B7DFC0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86" y="221649"/>
                <a:ext cx="10736827" cy="1576457"/>
              </a:xfrm>
              <a:prstGeom prst="rect">
                <a:avLst/>
              </a:prstGeom>
              <a:blipFill>
                <a:blip r:embed="rId2"/>
                <a:stretch>
                  <a:fillRect l="-1135" t="-3475" b="-42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510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7FEE-EB94-2940-B7A4-2A16D5A55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C6C6FA-D595-94F1-64EF-55FA1CA1A8B7}"/>
              </a:ext>
            </a:extLst>
          </p:cNvPr>
          <p:cNvSpPr txBox="1"/>
          <p:nvPr/>
        </p:nvSpPr>
        <p:spPr>
          <a:xfrm>
            <a:off x="511275" y="231480"/>
            <a:ext cx="107368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9. The selling price of 5 articles is the same as the cost price of 3 articles. The gain or loss percent is?</a:t>
            </a:r>
          </a:p>
          <a:p>
            <a:r>
              <a:rPr lang="en-IN" sz="2400" b="1" dirty="0"/>
              <a:t>a) 20% gain       b) 25% gain        c)33.33% loss        d)40%loss</a:t>
            </a:r>
          </a:p>
        </p:txBody>
      </p:sp>
    </p:spTree>
    <p:extLst>
      <p:ext uri="{BB962C8B-B14F-4D97-AF65-F5344CB8AC3E}">
        <p14:creationId xmlns:p14="http://schemas.microsoft.com/office/powerpoint/2010/main" val="679209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B8D4-CA45-7EAE-7D96-B401D73F9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A8F634-8DEE-8861-725B-ADB2EBDA4A76}"/>
              </a:ext>
            </a:extLst>
          </p:cNvPr>
          <p:cNvSpPr txBox="1"/>
          <p:nvPr/>
        </p:nvSpPr>
        <p:spPr>
          <a:xfrm>
            <a:off x="412953" y="221649"/>
            <a:ext cx="107368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10. Successive discounts of 10% and 30% are equivalent to a single discount of ? </a:t>
            </a:r>
          </a:p>
          <a:p>
            <a:r>
              <a:rPr lang="en-IN" sz="2400" b="1" dirty="0"/>
              <a:t>a)40%          b) 35%          c) 38%            d) 37%</a:t>
            </a:r>
          </a:p>
        </p:txBody>
      </p:sp>
    </p:spTree>
    <p:extLst>
      <p:ext uri="{BB962C8B-B14F-4D97-AF65-F5344CB8AC3E}">
        <p14:creationId xmlns:p14="http://schemas.microsoft.com/office/powerpoint/2010/main" val="1435672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C80AD-91CB-A24D-772B-3D41DF7FE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63E785-06B1-E716-29F5-C5F2631FD851}"/>
              </a:ext>
            </a:extLst>
          </p:cNvPr>
          <p:cNvSpPr txBox="1"/>
          <p:nvPr/>
        </p:nvSpPr>
        <p:spPr>
          <a:xfrm>
            <a:off x="727586" y="270810"/>
            <a:ext cx="1073682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11. </a:t>
            </a:r>
            <a:r>
              <a:rPr lang="en-IN" sz="2400" b="1" dirty="0"/>
              <a:t>The marked price of a watch was 720/-. A man bought the same for 550.80, after getting two successive discounts, the first at 10%. What was the second discount rate?</a:t>
            </a:r>
          </a:p>
          <a:p>
            <a:r>
              <a:rPr lang="en-IN" sz="2400" b="1" dirty="0"/>
              <a:t>a) 12%    b) 15%   c)  14%    d) 18% </a:t>
            </a:r>
          </a:p>
        </p:txBody>
      </p:sp>
    </p:spTree>
    <p:extLst>
      <p:ext uri="{BB962C8B-B14F-4D97-AF65-F5344CB8AC3E}">
        <p14:creationId xmlns:p14="http://schemas.microsoft.com/office/powerpoint/2010/main" val="1160976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21F67-9533-5110-72CA-57A02648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5C1771-5B9D-3B6A-48B9-7421FCB613FA}"/>
              </a:ext>
            </a:extLst>
          </p:cNvPr>
          <p:cNvSpPr txBox="1"/>
          <p:nvPr/>
        </p:nvSpPr>
        <p:spPr>
          <a:xfrm>
            <a:off x="727586" y="310139"/>
            <a:ext cx="107368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12. A tradesman marks his goods 10% above his cost price. If he allows his customers 10% discount on the marked price, how much profit or loss does he make, if any?</a:t>
            </a:r>
          </a:p>
          <a:p>
            <a:r>
              <a:rPr lang="en-IN" sz="2400" b="1" dirty="0"/>
              <a:t>a) 1% gain       b) 1%loss    c) 5% gain  d) No gain, no loss</a:t>
            </a:r>
          </a:p>
        </p:txBody>
      </p:sp>
    </p:spTree>
    <p:extLst>
      <p:ext uri="{BB962C8B-B14F-4D97-AF65-F5344CB8AC3E}">
        <p14:creationId xmlns:p14="http://schemas.microsoft.com/office/powerpoint/2010/main" val="593692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B009-BFEE-6A9A-E856-1563F91B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697461-631C-3132-7401-B35BFD39A01D}"/>
              </a:ext>
            </a:extLst>
          </p:cNvPr>
          <p:cNvSpPr txBox="1"/>
          <p:nvPr/>
        </p:nvSpPr>
        <p:spPr>
          <a:xfrm>
            <a:off x="521109" y="280642"/>
            <a:ext cx="109629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13. A dealer offers a discount of 10% on the marked price of an article and still makes a profit of 20%. If its marked price is₹800, then the cost price of the article is ?</a:t>
            </a:r>
          </a:p>
          <a:p>
            <a:endParaRPr lang="en-IN" sz="2400" b="1" dirty="0"/>
          </a:p>
          <a:p>
            <a:r>
              <a:rPr lang="en-IN" sz="2400" b="1" dirty="0"/>
              <a:t>a) ₹900         b)₹800           c) ₹700          d)₹600</a:t>
            </a:r>
          </a:p>
        </p:txBody>
      </p:sp>
    </p:spTree>
    <p:extLst>
      <p:ext uri="{BB962C8B-B14F-4D97-AF65-F5344CB8AC3E}">
        <p14:creationId xmlns:p14="http://schemas.microsoft.com/office/powerpoint/2010/main" val="678822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82C14-9560-BC7A-C28F-C1A7613D4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3693EA-84C5-9874-C3CA-2B2492AF0859}"/>
              </a:ext>
            </a:extLst>
          </p:cNvPr>
          <p:cNvSpPr txBox="1"/>
          <p:nvPr/>
        </p:nvSpPr>
        <p:spPr>
          <a:xfrm>
            <a:off x="530941" y="349468"/>
            <a:ext cx="107368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14. A trade man marks his goods at 20% above the cost price. He allows his customers a discount of 8% on marked price. Find out his profit per cent.</a:t>
            </a:r>
          </a:p>
          <a:p>
            <a:r>
              <a:rPr lang="en-IN" sz="2400" b="1" dirty="0"/>
              <a:t>a) 12%        b) 10.4%             c) 8.6%          d) 8.2%</a:t>
            </a:r>
          </a:p>
        </p:txBody>
      </p:sp>
    </p:spTree>
    <p:extLst>
      <p:ext uri="{BB962C8B-B14F-4D97-AF65-F5344CB8AC3E}">
        <p14:creationId xmlns:p14="http://schemas.microsoft.com/office/powerpoint/2010/main" val="3313160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E880D-3294-717C-4397-2C999CA9A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90E313-582D-79B5-4D53-F83CFAB912AE}"/>
              </a:ext>
            </a:extLst>
          </p:cNvPr>
          <p:cNvSpPr txBox="1"/>
          <p:nvPr/>
        </p:nvSpPr>
        <p:spPr>
          <a:xfrm>
            <a:off x="668593" y="428126"/>
            <a:ext cx="108548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15. A dishonest shopkeeper professes to sell his goods at cost price, but he </a:t>
            </a:r>
            <a:endParaRPr lang="en-US" sz="2400" b="1" dirty="0"/>
          </a:p>
          <a:p>
            <a:pPr lvl="0"/>
            <a:r>
              <a:rPr lang="en-US" sz="24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gives only 800 g instead of 1000 g. What is his profit %?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41485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C444-B655-D9D9-6EDD-DDA9783E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D50F1F-10FC-4E73-4047-0BEBE4DBB237}"/>
              </a:ext>
            </a:extLst>
          </p:cNvPr>
          <p:cNvSpPr txBox="1"/>
          <p:nvPr/>
        </p:nvSpPr>
        <p:spPr>
          <a:xfrm>
            <a:off x="403122" y="378965"/>
            <a:ext cx="10854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16.Oranges are bought at rate of 7 for ₹3. At what rate per hundred must they be sold to gain 33%?</a:t>
            </a:r>
          </a:p>
          <a:p>
            <a:r>
              <a:rPr lang="en-IN" sz="2400" b="1" dirty="0"/>
              <a:t>      a) ₹56            b) ₹60             c) ₹58                   d) ₹57</a:t>
            </a:r>
          </a:p>
        </p:txBody>
      </p:sp>
    </p:spTree>
    <p:extLst>
      <p:ext uri="{BB962C8B-B14F-4D97-AF65-F5344CB8AC3E}">
        <p14:creationId xmlns:p14="http://schemas.microsoft.com/office/powerpoint/2010/main" val="1941700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A6BC6-9F42-9BF6-D356-AD447A97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1004A4-0D87-6D18-46D8-5A02C40CB41D}"/>
              </a:ext>
            </a:extLst>
          </p:cNvPr>
          <p:cNvSpPr txBox="1"/>
          <p:nvPr/>
        </p:nvSpPr>
        <p:spPr>
          <a:xfrm>
            <a:off x="668593" y="654268"/>
            <a:ext cx="10854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17. A vendor bought lemons at 6 for ₹1. How many lemons must he sell for ₹1 to gain 100% ?</a:t>
            </a:r>
          </a:p>
          <a:p>
            <a:r>
              <a:rPr lang="en-IN" sz="2400" b="1" dirty="0"/>
              <a:t>      a) 7            b) 4             c) 5                   d) 3</a:t>
            </a:r>
          </a:p>
        </p:txBody>
      </p:sp>
    </p:spTree>
    <p:extLst>
      <p:ext uri="{BB962C8B-B14F-4D97-AF65-F5344CB8AC3E}">
        <p14:creationId xmlns:p14="http://schemas.microsoft.com/office/powerpoint/2010/main" val="2708908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E0055-A8FE-A9EF-5872-747707F9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4D22D6-C17E-9E58-4875-2E00309DB0BF}"/>
              </a:ext>
            </a:extLst>
          </p:cNvPr>
          <p:cNvSpPr txBox="1"/>
          <p:nvPr/>
        </p:nvSpPr>
        <p:spPr>
          <a:xfrm>
            <a:off x="521109" y="418294"/>
            <a:ext cx="10854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18. A vendor bought lemons at 7 for ₹1. How many lemons must he sell for ₹1 to gain 40% ?</a:t>
            </a:r>
          </a:p>
          <a:p>
            <a:r>
              <a:rPr lang="en-IN" sz="2400" b="1" dirty="0"/>
              <a:t>      a) 6            b) 9             c) 5                   d) 7</a:t>
            </a:r>
          </a:p>
        </p:txBody>
      </p:sp>
    </p:spTree>
    <p:extLst>
      <p:ext uri="{BB962C8B-B14F-4D97-AF65-F5344CB8AC3E}">
        <p14:creationId xmlns:p14="http://schemas.microsoft.com/office/powerpoint/2010/main" val="3797079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0CC08-EF5B-3674-0E42-0BD475D3D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37D363-52DB-2BA5-7087-1E0E1506010F}"/>
              </a:ext>
            </a:extLst>
          </p:cNvPr>
          <p:cNvSpPr txBox="1"/>
          <p:nvPr/>
        </p:nvSpPr>
        <p:spPr>
          <a:xfrm>
            <a:off x="668593" y="654268"/>
            <a:ext cx="10854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19. The marked price of an article is 200. A discount of 12.5% is  allowed on the marked price and a profit of 25% is made. The cost price of the article is :</a:t>
            </a:r>
          </a:p>
          <a:p>
            <a:r>
              <a:rPr lang="en-IN" sz="2400" b="1" dirty="0"/>
              <a:t>a) 200      b)175        c) ₹120        d)140</a:t>
            </a:r>
          </a:p>
        </p:txBody>
      </p:sp>
    </p:spTree>
    <p:extLst>
      <p:ext uri="{BB962C8B-B14F-4D97-AF65-F5344CB8AC3E}">
        <p14:creationId xmlns:p14="http://schemas.microsoft.com/office/powerpoint/2010/main" val="2291511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15D1-18AC-B435-3C71-572E2A9C4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480996-1DF7-5A58-8C8D-CB08CF885833}"/>
              </a:ext>
            </a:extLst>
          </p:cNvPr>
          <p:cNvSpPr txBox="1"/>
          <p:nvPr/>
        </p:nvSpPr>
        <p:spPr>
          <a:xfrm>
            <a:off x="924232" y="786580"/>
            <a:ext cx="96651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FF0000"/>
                </a:solidFill>
              </a:rPr>
              <a:t>PARTNERSHIP</a:t>
            </a:r>
          </a:p>
          <a:p>
            <a:endParaRPr lang="en-US" sz="3600" b="1" dirty="0"/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2800" b="1" dirty="0"/>
              <a:t>The capital investment ration  </a:t>
            </a:r>
          </a:p>
        </p:txBody>
      </p:sp>
    </p:spTree>
    <p:extLst>
      <p:ext uri="{BB962C8B-B14F-4D97-AF65-F5344CB8AC3E}">
        <p14:creationId xmlns:p14="http://schemas.microsoft.com/office/powerpoint/2010/main" val="1490037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DB7EB-CD0C-3E93-BEBF-CB6180F0C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FEBB3E-4082-11E4-6C99-946A4AB6C2FE}"/>
              </a:ext>
            </a:extLst>
          </p:cNvPr>
          <p:cNvSpPr txBox="1"/>
          <p:nvPr/>
        </p:nvSpPr>
        <p:spPr>
          <a:xfrm>
            <a:off x="934063" y="664100"/>
            <a:ext cx="108548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1. </a:t>
            </a:r>
            <a:r>
              <a:rPr lang="en-US" sz="2400" b="1" dirty="0"/>
              <a:t>A and B together invested Rs. 18000 in a business. The ratio of their</a:t>
            </a:r>
            <a:r>
              <a:rPr lang="en-IN" sz="2400" b="1" dirty="0"/>
              <a:t>  </a:t>
            </a:r>
            <a:r>
              <a:rPr lang="en-US" sz="2400" b="1" dirty="0"/>
              <a:t>investments was 4 : 5. At the end of the year, a total profit of Rs. 2700 was generated. Find their profits?</a:t>
            </a:r>
            <a:endParaRPr lang="en-IN" sz="2400" b="1" dirty="0"/>
          </a:p>
          <a:p>
            <a:r>
              <a:rPr lang="en-US" sz="2400" b="1" dirty="0"/>
              <a:t>a) 1200, 1500  b) 1300, 1400  c) 1400, 1300 d) none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654393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7E50FE-A1ED-DA16-52CD-F27237697189}"/>
              </a:ext>
            </a:extLst>
          </p:cNvPr>
          <p:cNvSpPr txBox="1"/>
          <p:nvPr/>
        </p:nvSpPr>
        <p:spPr>
          <a:xfrm>
            <a:off x="535858" y="614797"/>
            <a:ext cx="111202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2. Dhivya and Ramya started a business. They both invested Rs. 100,000 each. At the end of 6 months, Ramya predicts that the business will end up in a loss and she withdrew Rs. 60,000 from the business. But, at the </a:t>
            </a:r>
            <a:r>
              <a:rPr lang="en-US" sz="2000" b="1" dirty="0">
                <a:sym typeface="Nunito Sans"/>
              </a:rPr>
              <a:t> </a:t>
            </a:r>
            <a:r>
              <a:rPr lang="en-US" sz="20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end of one year, the business generated a profit of Rs. 34,000. What</a:t>
            </a:r>
            <a:r>
              <a:rPr lang="en-US" sz="2000" b="1" dirty="0">
                <a:sym typeface="Nunito Sans"/>
              </a:rPr>
              <a:t>  </a:t>
            </a:r>
            <a:r>
              <a:rPr lang="en-US" sz="20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will be the profit share of each person?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72483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923B4-80D8-1362-A37B-90AB85907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E3CADE-5DFE-C247-06C8-8D45FFFD7821}"/>
              </a:ext>
            </a:extLst>
          </p:cNvPr>
          <p:cNvSpPr txBox="1"/>
          <p:nvPr/>
        </p:nvSpPr>
        <p:spPr>
          <a:xfrm>
            <a:off x="668593" y="654268"/>
            <a:ext cx="108548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3. Monish started a business by investing Rs. 80000. Six months later, Mani joined him with a capital of Rs. 140000. If at the end of the year, the total profit is Rs. 37500, then what is Mani’s share of profit?</a:t>
            </a:r>
            <a:endParaRPr lang="en-IN" sz="2400" b="1" dirty="0"/>
          </a:p>
          <a:p>
            <a:r>
              <a:rPr lang="en-US" sz="2400" b="1" dirty="0"/>
              <a:t>a) 25000 b) 17500    c) 15000    d) None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093217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4A069-570B-C7F1-0D04-AAC7FE3A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E92CE9-7C16-8C7F-3028-D8D2FEFADECC}"/>
              </a:ext>
            </a:extLst>
          </p:cNvPr>
          <p:cNvSpPr txBox="1"/>
          <p:nvPr/>
        </p:nvSpPr>
        <p:spPr>
          <a:xfrm>
            <a:off x="668593" y="654268"/>
            <a:ext cx="1085481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4. Anand and Babu invest in a business in the ratio 4 : 3. If 2% of the total </a:t>
            </a:r>
            <a:endParaRPr lang="en-US" sz="2400" b="1" dirty="0"/>
          </a:p>
          <a:p>
            <a:pPr lvl="0"/>
            <a:r>
              <a:rPr lang="en-US" sz="24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profit goes to charity and Anand’s share is Rs. 854, what is Babu’s share?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99846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55BC2-92FB-CD11-315D-354A891D6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D9E133-38F5-E6EB-22F6-8AACAB191AF1}"/>
              </a:ext>
            </a:extLst>
          </p:cNvPr>
          <p:cNvSpPr txBox="1"/>
          <p:nvPr/>
        </p:nvSpPr>
        <p:spPr>
          <a:xfrm>
            <a:off x="668593" y="654268"/>
            <a:ext cx="10854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21. An item costing₹840 was sold by a shopkeeper at a gain of 10% and it was again sold by the new buyer at a loss of 5%. Final selling price of the item is :</a:t>
            </a:r>
          </a:p>
          <a:p>
            <a:r>
              <a:rPr lang="en-IN" sz="2400" b="1" dirty="0"/>
              <a:t>a)877.80   b) 798      c)924        d)37.80</a:t>
            </a:r>
          </a:p>
        </p:txBody>
      </p:sp>
    </p:spTree>
    <p:extLst>
      <p:ext uri="{BB962C8B-B14F-4D97-AF65-F5344CB8AC3E}">
        <p14:creationId xmlns:p14="http://schemas.microsoft.com/office/powerpoint/2010/main" val="1761238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82C28-F3CE-CD6C-D62F-B511B2675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20883-0729-6355-DF82-6371275260BD}"/>
              </a:ext>
            </a:extLst>
          </p:cNvPr>
          <p:cNvSpPr txBox="1"/>
          <p:nvPr/>
        </p:nvSpPr>
        <p:spPr>
          <a:xfrm>
            <a:off x="668593" y="654268"/>
            <a:ext cx="10854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22. A shopkeeper gains 20% while buying the goods and 30% while selling them. Find his total gain percent</a:t>
            </a:r>
          </a:p>
          <a:p>
            <a:r>
              <a:rPr lang="en-IN" sz="2400" b="1" dirty="0"/>
              <a:t>a) 10%     b)  56%     c) 40 %     d)50%</a:t>
            </a:r>
          </a:p>
        </p:txBody>
      </p:sp>
    </p:spTree>
    <p:extLst>
      <p:ext uri="{BB962C8B-B14F-4D97-AF65-F5344CB8AC3E}">
        <p14:creationId xmlns:p14="http://schemas.microsoft.com/office/powerpoint/2010/main" val="1501447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EB2C-963F-F5C2-99F4-852B0FDD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36410E-38E5-EEE9-AD2D-0DEA58C4E820}"/>
              </a:ext>
            </a:extLst>
          </p:cNvPr>
          <p:cNvSpPr txBox="1"/>
          <p:nvPr/>
        </p:nvSpPr>
        <p:spPr>
          <a:xfrm>
            <a:off x="668593" y="654268"/>
            <a:ext cx="10854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23. By selling an article for ₹240. Man  incurs a loss 10% . At what price should he sell it, so that he makes a profit of  20% ?</a:t>
            </a:r>
          </a:p>
          <a:p>
            <a:r>
              <a:rPr lang="en-IN" sz="2400" b="1" dirty="0"/>
              <a:t>a) 230 /-      b) 320/-    c) 60/-   d) 250/-  </a:t>
            </a:r>
          </a:p>
        </p:txBody>
      </p:sp>
    </p:spTree>
    <p:extLst>
      <p:ext uri="{BB962C8B-B14F-4D97-AF65-F5344CB8AC3E}">
        <p14:creationId xmlns:p14="http://schemas.microsoft.com/office/powerpoint/2010/main" val="30139100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32736-1790-4FAB-CCBB-D9835FCF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9180D0-20BD-7E1E-72C0-C23FB19AE1EF}"/>
              </a:ext>
            </a:extLst>
          </p:cNvPr>
          <p:cNvSpPr txBox="1"/>
          <p:nvPr/>
        </p:nvSpPr>
        <p:spPr>
          <a:xfrm>
            <a:off x="668593" y="654268"/>
            <a:ext cx="10854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24. A radio is sold for₹990 at a </a:t>
            </a:r>
            <a:r>
              <a:rPr lang="en-IN" sz="2400" b="1"/>
              <a:t>profit of </a:t>
            </a:r>
            <a:r>
              <a:rPr lang="en-IN" sz="2400" b="1" dirty="0"/>
              <a:t>10%. What would have been the actual profit or loss on it, had it been sold for Rs. 890 ?</a:t>
            </a:r>
          </a:p>
          <a:p>
            <a:r>
              <a:rPr lang="en-IN" sz="2400" b="1" dirty="0"/>
              <a:t> a)₹10 loss    b)₹10 profit         c) ₹90 loss   d)90 profit</a:t>
            </a:r>
          </a:p>
        </p:txBody>
      </p:sp>
    </p:spTree>
    <p:extLst>
      <p:ext uri="{BB962C8B-B14F-4D97-AF65-F5344CB8AC3E}">
        <p14:creationId xmlns:p14="http://schemas.microsoft.com/office/powerpoint/2010/main" val="3265211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6284D-D05B-5598-C11F-943FE4E2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57414A-0CBF-4CBB-DA13-05E27B06A887}"/>
              </a:ext>
            </a:extLst>
          </p:cNvPr>
          <p:cNvSpPr txBox="1"/>
          <p:nvPr/>
        </p:nvSpPr>
        <p:spPr>
          <a:xfrm>
            <a:off x="668593" y="654268"/>
            <a:ext cx="108548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25. Two articles are sold at Rs. 199 each such that a profit of 10% is made on the first while a loss of 10% is incurred on the other. What would be the net profit/loss on the two transactions?</a:t>
            </a:r>
            <a:endParaRPr lang="en-IN" sz="2400" b="1" dirty="0"/>
          </a:p>
          <a:p>
            <a:r>
              <a:rPr lang="en-IN" sz="2400" b="1" dirty="0"/>
              <a:t>a) loss of 1%    b) gain of 1%   c) No loss or gain    d) None </a:t>
            </a:r>
          </a:p>
        </p:txBody>
      </p:sp>
    </p:spTree>
    <p:extLst>
      <p:ext uri="{BB962C8B-B14F-4D97-AF65-F5344CB8AC3E}">
        <p14:creationId xmlns:p14="http://schemas.microsoft.com/office/powerpoint/2010/main" val="124823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1520</Words>
  <Application>Microsoft Office PowerPoint</Application>
  <PresentationFormat>Widescreen</PresentationFormat>
  <Paragraphs>84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Nunito Sans</vt:lpstr>
      <vt:lpstr>Times New Roman</vt:lpstr>
      <vt:lpstr>Wingdings</vt:lpstr>
      <vt:lpstr>Office Theme</vt:lpstr>
      <vt:lpstr>PowerPoint Presentation</vt:lpstr>
      <vt:lpstr>PROFIT AND LOSS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vara prasad</dc:creator>
  <cp:lastModifiedBy>vara prasad</cp:lastModifiedBy>
  <cp:revision>1</cp:revision>
  <dcterms:created xsi:type="dcterms:W3CDTF">2025-08-18T06:09:38Z</dcterms:created>
  <dcterms:modified xsi:type="dcterms:W3CDTF">2026-02-11T12:35:17Z</dcterms:modified>
</cp:coreProperties>
</file>