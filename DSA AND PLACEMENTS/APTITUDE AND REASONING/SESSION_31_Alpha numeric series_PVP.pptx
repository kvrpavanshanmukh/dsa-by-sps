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6" r:id="rId4"/>
  </p:sldMasterIdLst>
  <p:notesMasterIdLst>
    <p:notesMasterId r:id="rId39"/>
  </p:notesMasterIdLst>
  <p:sldIdLst>
    <p:sldId id="2135" r:id="rId5"/>
    <p:sldId id="2127" r:id="rId6"/>
    <p:sldId id="281" r:id="rId7"/>
    <p:sldId id="2136" r:id="rId8"/>
    <p:sldId id="2137" r:id="rId9"/>
    <p:sldId id="2138" r:id="rId10"/>
    <p:sldId id="2139" r:id="rId11"/>
    <p:sldId id="2140" r:id="rId12"/>
    <p:sldId id="2141" r:id="rId13"/>
    <p:sldId id="2142" r:id="rId14"/>
    <p:sldId id="2143" r:id="rId15"/>
    <p:sldId id="2144" r:id="rId16"/>
    <p:sldId id="2145" r:id="rId17"/>
    <p:sldId id="2146" r:id="rId18"/>
    <p:sldId id="2147" r:id="rId19"/>
    <p:sldId id="2148" r:id="rId20"/>
    <p:sldId id="2149" r:id="rId21"/>
    <p:sldId id="2150" r:id="rId22"/>
    <p:sldId id="2151" r:id="rId23"/>
    <p:sldId id="2153" r:id="rId24"/>
    <p:sldId id="2154" r:id="rId25"/>
    <p:sldId id="2155" r:id="rId26"/>
    <p:sldId id="2157" r:id="rId27"/>
    <p:sldId id="2158" r:id="rId28"/>
    <p:sldId id="2159" r:id="rId29"/>
    <p:sldId id="2160" r:id="rId30"/>
    <p:sldId id="2161" r:id="rId31"/>
    <p:sldId id="2162" r:id="rId32"/>
    <p:sldId id="2163" r:id="rId33"/>
    <p:sldId id="2164" r:id="rId34"/>
    <p:sldId id="2165" r:id="rId35"/>
    <p:sldId id="2166" r:id="rId36"/>
    <p:sldId id="2167" r:id="rId37"/>
    <p:sldId id="34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07649C-7C3B-4EAA-BA4E-416CDB9E5EB4}"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FAF35269-C867-4DAD-A764-E90BF5F8356A}">
      <dgm:prSet custT="1"/>
      <dgm:spPr/>
      <dgm:t>
        <a:bodyPr/>
        <a:lstStyle/>
        <a:p>
          <a:r>
            <a:rPr lang="en-US" sz="4800" b="1" dirty="0">
              <a:solidFill>
                <a:srgbClr val="FF0000"/>
              </a:solidFill>
            </a:rPr>
            <a:t>ALPHA NUMERIC SERIES </a:t>
          </a:r>
          <a:r>
            <a:rPr lang="en-US" sz="4800" b="1" dirty="0">
              <a:solidFill>
                <a:srgbClr val="FF0000"/>
              </a:solidFill>
              <a:latin typeface="Algerian" panose="04020705040A02060702" pitchFamily="82" charset="0"/>
              <a:cs typeface="Times New Roman" panose="02020603050405020304" pitchFamily="18" charset="0"/>
            </a:rPr>
            <a:t> </a:t>
          </a:r>
        </a:p>
      </dgm:t>
    </dgm:pt>
    <dgm:pt modelId="{186A38C3-4AAD-458F-8468-39C4624C8133}" type="parTrans" cxnId="{9D9D12FA-92BE-479A-9FA5-90F9A87C9154}">
      <dgm:prSet/>
      <dgm:spPr/>
      <dgm:t>
        <a:bodyPr/>
        <a:lstStyle/>
        <a:p>
          <a:endParaRPr lang="en-US"/>
        </a:p>
      </dgm:t>
    </dgm:pt>
    <dgm:pt modelId="{E8335ED8-14E7-4A77-99EF-3F9D9D18CED9}" type="sibTrans" cxnId="{9D9D12FA-92BE-479A-9FA5-90F9A87C9154}">
      <dgm:prSet/>
      <dgm:spPr/>
      <dgm:t>
        <a:bodyPr/>
        <a:lstStyle/>
        <a:p>
          <a:endParaRPr lang="en-US"/>
        </a:p>
      </dgm:t>
    </dgm:pt>
    <dgm:pt modelId="{DEA145FB-CED6-4E9C-B2D0-78C3E8CFB5AF}" type="pres">
      <dgm:prSet presAssocID="{ED07649C-7C3B-4EAA-BA4E-416CDB9E5EB4}" presName="hierChild1" presStyleCnt="0">
        <dgm:presLayoutVars>
          <dgm:chPref val="1"/>
          <dgm:dir/>
          <dgm:animOne val="branch"/>
          <dgm:animLvl val="lvl"/>
          <dgm:resizeHandles/>
        </dgm:presLayoutVars>
      </dgm:prSet>
      <dgm:spPr/>
    </dgm:pt>
    <dgm:pt modelId="{72F591B5-0E82-4B70-8FE7-E9BC6D2CB80B}" type="pres">
      <dgm:prSet presAssocID="{FAF35269-C867-4DAD-A764-E90BF5F8356A}" presName="hierRoot1" presStyleCnt="0"/>
      <dgm:spPr/>
    </dgm:pt>
    <dgm:pt modelId="{DE749A1B-7301-460A-BBAE-E3B7CAFC1886}" type="pres">
      <dgm:prSet presAssocID="{FAF35269-C867-4DAD-A764-E90BF5F8356A}" presName="composite" presStyleCnt="0"/>
      <dgm:spPr/>
    </dgm:pt>
    <dgm:pt modelId="{7FD0FB9C-97DA-4B83-A6FA-02C518B3DA71}" type="pres">
      <dgm:prSet presAssocID="{FAF35269-C867-4DAD-A764-E90BF5F8356A}" presName="background" presStyleLbl="node0" presStyleIdx="0" presStyleCnt="1"/>
      <dgm:spPr>
        <a:solidFill>
          <a:schemeClr val="accent5">
            <a:lumMod val="75000"/>
          </a:schemeClr>
        </a:solidFill>
      </dgm:spPr>
    </dgm:pt>
    <dgm:pt modelId="{BBE3EAD7-7BF3-4633-93DF-0E8939E501E5}" type="pres">
      <dgm:prSet presAssocID="{FAF35269-C867-4DAD-A764-E90BF5F8356A}" presName="text" presStyleLbl="fgAcc0" presStyleIdx="0" presStyleCnt="1" custScaleX="118602">
        <dgm:presLayoutVars>
          <dgm:chPref val="3"/>
        </dgm:presLayoutVars>
      </dgm:prSet>
      <dgm:spPr/>
    </dgm:pt>
    <dgm:pt modelId="{615BFA46-DB8A-43EB-BAC4-00DD2E0C6529}" type="pres">
      <dgm:prSet presAssocID="{FAF35269-C867-4DAD-A764-E90BF5F8356A}" presName="hierChild2" presStyleCnt="0"/>
      <dgm:spPr/>
    </dgm:pt>
  </dgm:ptLst>
  <dgm:cxnLst>
    <dgm:cxn modelId="{1D5C703B-E1C4-4CAB-B70A-16CFB531F470}" type="presOf" srcId="{FAF35269-C867-4DAD-A764-E90BF5F8356A}" destId="{BBE3EAD7-7BF3-4633-93DF-0E8939E501E5}" srcOrd="0" destOrd="0" presId="urn:microsoft.com/office/officeart/2005/8/layout/hierarchy1"/>
    <dgm:cxn modelId="{0912F0EF-31D2-45EE-ACD6-A7A75EBA5394}" type="presOf" srcId="{ED07649C-7C3B-4EAA-BA4E-416CDB9E5EB4}" destId="{DEA145FB-CED6-4E9C-B2D0-78C3E8CFB5AF}" srcOrd="0" destOrd="0" presId="urn:microsoft.com/office/officeart/2005/8/layout/hierarchy1"/>
    <dgm:cxn modelId="{9D9D12FA-92BE-479A-9FA5-90F9A87C9154}" srcId="{ED07649C-7C3B-4EAA-BA4E-416CDB9E5EB4}" destId="{FAF35269-C867-4DAD-A764-E90BF5F8356A}" srcOrd="0" destOrd="0" parTransId="{186A38C3-4AAD-458F-8468-39C4624C8133}" sibTransId="{E8335ED8-14E7-4A77-99EF-3F9D9D18CED9}"/>
    <dgm:cxn modelId="{E60A5A6C-6368-4ADD-916D-35D5AAE23EBB}" type="presParOf" srcId="{DEA145FB-CED6-4E9C-B2D0-78C3E8CFB5AF}" destId="{72F591B5-0E82-4B70-8FE7-E9BC6D2CB80B}" srcOrd="0" destOrd="0" presId="urn:microsoft.com/office/officeart/2005/8/layout/hierarchy1"/>
    <dgm:cxn modelId="{B0EA8000-B158-4F00-8090-7ED75DECD6D3}" type="presParOf" srcId="{72F591B5-0E82-4B70-8FE7-E9BC6D2CB80B}" destId="{DE749A1B-7301-460A-BBAE-E3B7CAFC1886}" srcOrd="0" destOrd="0" presId="urn:microsoft.com/office/officeart/2005/8/layout/hierarchy1"/>
    <dgm:cxn modelId="{B2CBC7B6-4106-4443-A2EF-78F5B5778652}" type="presParOf" srcId="{DE749A1B-7301-460A-BBAE-E3B7CAFC1886}" destId="{7FD0FB9C-97DA-4B83-A6FA-02C518B3DA71}" srcOrd="0" destOrd="0" presId="urn:microsoft.com/office/officeart/2005/8/layout/hierarchy1"/>
    <dgm:cxn modelId="{0EB16708-D9ED-40C6-8CBC-7E583A6F9834}" type="presParOf" srcId="{DE749A1B-7301-460A-BBAE-E3B7CAFC1886}" destId="{BBE3EAD7-7BF3-4633-93DF-0E8939E501E5}" srcOrd="1" destOrd="0" presId="urn:microsoft.com/office/officeart/2005/8/layout/hierarchy1"/>
    <dgm:cxn modelId="{0FD46A3C-F46F-4C35-A42B-A3AB21B19CC3}" type="presParOf" srcId="{72F591B5-0E82-4B70-8FE7-E9BC6D2CB80B}" destId="{615BFA46-DB8A-43EB-BAC4-00DD2E0C652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0FB9C-97DA-4B83-A6FA-02C518B3DA71}">
      <dsp:nvSpPr>
        <dsp:cNvPr id="0" name=""/>
        <dsp:cNvSpPr/>
      </dsp:nvSpPr>
      <dsp:spPr>
        <a:xfrm>
          <a:off x="1608151" y="1449"/>
          <a:ext cx="6468371" cy="3463192"/>
        </a:xfrm>
        <a:prstGeom prst="roundRect">
          <a:avLst>
            <a:gd name="adj" fmla="val 10000"/>
          </a:avLst>
        </a:prstGeom>
        <a:solidFill>
          <a:schemeClr val="accent5">
            <a:lumMod val="75000"/>
          </a:schemeClr>
        </a:solidFill>
        <a:ln w="48000" cap="flat" cmpd="thickThin"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E3EAD7-7BF3-4633-93DF-0E8939E501E5}">
      <dsp:nvSpPr>
        <dsp:cNvPr id="0" name=""/>
        <dsp:cNvSpPr/>
      </dsp:nvSpPr>
      <dsp:spPr>
        <a:xfrm>
          <a:off x="2214134" y="577132"/>
          <a:ext cx="6468371" cy="3463192"/>
        </a:xfrm>
        <a:prstGeom prst="roundRect">
          <a:avLst>
            <a:gd name="adj" fmla="val 10000"/>
          </a:avLst>
        </a:prstGeom>
        <a:solidFill>
          <a:schemeClr val="lt2">
            <a:alpha val="90000"/>
            <a:hueOff val="0"/>
            <a:satOff val="0"/>
            <a:lumOff val="0"/>
            <a:alphaOff val="0"/>
          </a:schemeClr>
        </a:solidFill>
        <a:ln w="48000" cap="flat" cmpd="thickThin"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b="1" kern="1200" dirty="0">
              <a:solidFill>
                <a:srgbClr val="FF0000"/>
              </a:solidFill>
            </a:rPr>
            <a:t>ALPHA NUMERIC SERIES </a:t>
          </a:r>
          <a:r>
            <a:rPr lang="en-US" sz="4800" b="1" kern="1200" dirty="0">
              <a:solidFill>
                <a:srgbClr val="FF0000"/>
              </a:solidFill>
              <a:latin typeface="Algerian" panose="04020705040A02060702" pitchFamily="82" charset="0"/>
              <a:cs typeface="Times New Roman" panose="02020603050405020304" pitchFamily="18" charset="0"/>
            </a:rPr>
            <a:t> </a:t>
          </a:r>
        </a:p>
      </dsp:txBody>
      <dsp:txXfrm>
        <a:off x="2315567" y="678565"/>
        <a:ext cx="6265505" cy="326032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15779-9BB2-44EE-ABC4-9C64F5C73C60}" type="datetimeFigureOut">
              <a:rPr lang="en-IN" smtClean="0"/>
              <a:t>11-05-2026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B793A-EE4E-4D89-9629-6B74089C8B2A}" type="slidenum">
              <a:rPr lang="en-IN" smtClean="0"/>
              <a:t>‹#›</a:t>
            </a:fld>
            <a:endParaRPr lang="en-IN"/>
          </a:p>
        </p:txBody>
      </p:sp>
    </p:spTree>
    <p:extLst>
      <p:ext uri="{BB962C8B-B14F-4D97-AF65-F5344CB8AC3E}">
        <p14:creationId xmlns:p14="http://schemas.microsoft.com/office/powerpoint/2010/main" val="393454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95B2323-9914-407F-88BC-FE7D1D5D89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0739A3A-7BA3-4496-977C-44172EC2D7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71D9-E118-7DB8-5EDA-C3ECB09E92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891020-FBF4-C02C-4A29-55B55222C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D799618-A131-0019-420B-0DC6DE62C3A8}"/>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BC6C904E-5255-CF8C-DCCA-65AC04025F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D3939C-96A2-C900-8B34-2CA984361811}"/>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3702310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DB09-21E5-F105-E06E-C255067236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C33670-049F-3B1C-50CB-2D426F74E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239B30-CED9-70A6-8AF5-414962235D03}"/>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45165D12-2A4C-D6EA-3E39-CD7B07FF5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3A6C4D-6FA3-698E-FA11-695F9634679B}"/>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71947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F885F-C2C8-2DB4-3D32-B0225BC578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2AAB1D-3523-DEA0-292B-4BEBFFF02B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73C7AC-1E60-6897-F84C-B786527402A4}"/>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CB69FCB5-59E3-AFED-B581-042A4969B1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9E9B7B-64AC-7F42-0BE2-F642FC3ED448}"/>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59512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A1EA5-4280-A6D8-4818-869A9059C8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089149-3166-08F6-48FE-B024610762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DBEA73-B052-20ED-2D14-7453880F05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E912E1-3E8F-7A7F-89CC-3691FBDC87CF}"/>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6" name="Footer Placeholder 5">
            <a:extLst>
              <a:ext uri="{FF2B5EF4-FFF2-40B4-BE49-F238E27FC236}">
                <a16:creationId xmlns:a16="http://schemas.microsoft.com/office/drawing/2014/main" id="{1A9C4EA0-AFFD-1C76-2E78-C97A94E0CD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0C5906-F9F2-89F7-B3FF-17D4F0F407F0}"/>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3462317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A9473-797F-4662-F62E-4255F943AD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6069D1-B4D8-50BB-E0F0-2F6564C670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1167E-D9AE-6BC5-3AC3-8B0CA60D1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392F67-AB3E-659F-6BA5-2A0FE20973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5E2085-41B7-35E1-17F8-472F25966B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7EAD2D-E211-D0D0-2778-18591B625973}"/>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8" name="Footer Placeholder 7">
            <a:extLst>
              <a:ext uri="{FF2B5EF4-FFF2-40B4-BE49-F238E27FC236}">
                <a16:creationId xmlns:a16="http://schemas.microsoft.com/office/drawing/2014/main" id="{7AEA4931-8721-9156-72F2-36628F25CF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9DC19D-9B05-86DF-81D3-DD1CABCD5DC3}"/>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548195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FB965-A9CB-95B6-13ED-B249089C55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763FA7-3081-804A-4A21-A061E1D73BF1}"/>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4" name="Footer Placeholder 3">
            <a:extLst>
              <a:ext uri="{FF2B5EF4-FFF2-40B4-BE49-F238E27FC236}">
                <a16:creationId xmlns:a16="http://schemas.microsoft.com/office/drawing/2014/main" id="{958FADF6-2FB5-4BF7-7678-7292FCD5BD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9EB54E2-77FB-3B31-2BC1-80D0D5D9B253}"/>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2019219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7848BC-52D8-9E86-3E30-CE6C793F1917}"/>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3" name="Footer Placeholder 2">
            <a:extLst>
              <a:ext uri="{FF2B5EF4-FFF2-40B4-BE49-F238E27FC236}">
                <a16:creationId xmlns:a16="http://schemas.microsoft.com/office/drawing/2014/main" id="{355159D9-86E8-243A-FE52-DEBA10AAF5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629E59-0DB3-7033-EDFC-500AC9E246D3}"/>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266443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EDB6-EEE0-7D81-54B0-26218B27A8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D85883-4F2B-E35E-7D4F-3F83BA8B7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9A56D3-7CBA-4532-188B-0CE438F448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62921-EBCB-896F-F98E-44BC81C45A51}"/>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6" name="Footer Placeholder 5">
            <a:extLst>
              <a:ext uri="{FF2B5EF4-FFF2-40B4-BE49-F238E27FC236}">
                <a16:creationId xmlns:a16="http://schemas.microsoft.com/office/drawing/2014/main" id="{B77EA48F-18BD-4A44-755E-068B97D158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0F73D5-792D-6F80-07D7-0B65CBBAB880}"/>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194220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95F72-CB6D-E68A-8634-2D3415333F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8F277A-CE62-FE59-93A6-46D1DA4835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86AFD6-1014-538A-E937-C139A024F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C471C-71DF-7DE5-1350-E9176DEB2025}"/>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6" name="Footer Placeholder 5">
            <a:extLst>
              <a:ext uri="{FF2B5EF4-FFF2-40B4-BE49-F238E27FC236}">
                <a16:creationId xmlns:a16="http://schemas.microsoft.com/office/drawing/2014/main" id="{94F680AA-E171-101B-2B75-B028C7DEDF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B48920-85C0-5E4B-DC37-7EF6116B2E3D}"/>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1949167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F1F9B-7751-746B-F911-338AD7082D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8C63FA-1E7A-F2C9-E06A-3861A33B4C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C14306-708A-F166-050B-51C9B197849A}"/>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0D2517F6-5950-CDDA-2C49-D04BA2CBDC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26FDAA-340A-B913-3225-7DA2A305E734}"/>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4188073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68A056-EC95-77F4-4F61-A9415DC3D4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559CD4-7103-79D6-9A5F-470EF13027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10056E-9BB7-4F2C-EE46-288827BFDFAE}"/>
              </a:ext>
            </a:extLst>
          </p:cNvPr>
          <p:cNvSpPr>
            <a:spLocks noGrp="1"/>
          </p:cNvSpPr>
          <p:nvPr>
            <p:ph type="dt" sz="half" idx="10"/>
          </p:nvPr>
        </p:nvSpPr>
        <p:spPr/>
        <p:txBody>
          <a:body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D1414566-3081-9140-BF95-FFF706BD9D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564185-A2D9-4291-08D4-D9FDD6C42AA0}"/>
              </a:ext>
            </a:extLst>
          </p:cNvPr>
          <p:cNvSpPr>
            <a:spLocks noGrp="1"/>
          </p:cNvSpPr>
          <p:nvPr>
            <p:ph type="sldNum" sz="quarter" idx="12"/>
          </p:nvPr>
        </p:nvSpPr>
        <p:spPr/>
        <p:txBody>
          <a:bodyPr/>
          <a:lstStyle/>
          <a:p>
            <a:fld id="{1434248A-2A32-40A8-B441-347966E3A38D}" type="slidenum">
              <a:rPr lang="en-IN" smtClean="0"/>
              <a:t>‹#›</a:t>
            </a:fld>
            <a:endParaRPr lang="en-IN"/>
          </a:p>
        </p:txBody>
      </p:sp>
    </p:spTree>
    <p:extLst>
      <p:ext uri="{BB962C8B-B14F-4D97-AF65-F5344CB8AC3E}">
        <p14:creationId xmlns:p14="http://schemas.microsoft.com/office/powerpoint/2010/main" val="2451140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8B936-544C-44CE-9817-6F3DAF3B1C50}"/>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3D2D647A-ACD4-49FB-951C-5B1CDED0701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11">
            <a:extLst>
              <a:ext uri="{FF2B5EF4-FFF2-40B4-BE49-F238E27FC236}">
                <a16:creationId xmlns:a16="http://schemas.microsoft.com/office/drawing/2014/main" id="{C92D561F-381E-4C9C-843D-AAE636F15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4B4BBA62-0FB3-4BDD-8CC7-071D50899199}"/>
              </a:ext>
            </a:extLst>
          </p:cNvPr>
          <p:cNvSpPr>
            <a:spLocks noGrp="1"/>
          </p:cNvSpPr>
          <p:nvPr>
            <p:ph type="dt" sz="half" idx="10"/>
          </p:nvPr>
        </p:nvSpPr>
        <p:spPr/>
        <p:txBody>
          <a:bodyPr/>
          <a:lstStyle>
            <a:lvl1pPr>
              <a:defRPr/>
            </a:lvl1pPr>
          </a:lstStyle>
          <a:p>
            <a:pPr>
              <a:defRPr/>
            </a:pPr>
            <a:endParaRPr/>
          </a:p>
        </p:txBody>
      </p:sp>
      <p:sp>
        <p:nvSpPr>
          <p:cNvPr id="8" name="Footer Placeholder 4">
            <a:extLst>
              <a:ext uri="{FF2B5EF4-FFF2-40B4-BE49-F238E27FC236}">
                <a16:creationId xmlns:a16="http://schemas.microsoft.com/office/drawing/2014/main" id="{1CBDF418-F9CE-44F8-ADD0-18ABEB4128CD}"/>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9" name="Slide Number Placeholder 5">
            <a:extLst>
              <a:ext uri="{FF2B5EF4-FFF2-40B4-BE49-F238E27FC236}">
                <a16:creationId xmlns:a16="http://schemas.microsoft.com/office/drawing/2014/main" id="{AFB02EAF-79E6-4B52-B5BA-41EE2566FF3F}"/>
              </a:ext>
            </a:extLst>
          </p:cNvPr>
          <p:cNvSpPr>
            <a:spLocks noGrp="1"/>
          </p:cNvSpPr>
          <p:nvPr>
            <p:ph type="sldNum" sz="quarter" idx="12"/>
          </p:nvPr>
        </p:nvSpPr>
        <p:spPr/>
        <p:txBody>
          <a:bodyPr/>
          <a:lstStyle>
            <a:lvl1pPr>
              <a:defRPr/>
            </a:lvl1pPr>
          </a:lstStyle>
          <a:p>
            <a:pPr>
              <a:defRPr/>
            </a:pPr>
            <a:fld id="{A3A9318E-3420-4128-979F-EB0DA0B56512}" type="slidenum">
              <a:rPr lang="en-US" altLang="en-US"/>
              <a:pPr>
                <a:defRPr/>
              </a:pPr>
              <a:t>‹#›</a:t>
            </a:fld>
            <a:endParaRPr lang="en-US" altLang="en-US"/>
          </a:p>
        </p:txBody>
      </p:sp>
    </p:spTree>
    <p:extLst>
      <p:ext uri="{BB962C8B-B14F-4D97-AF65-F5344CB8AC3E}">
        <p14:creationId xmlns:p14="http://schemas.microsoft.com/office/powerpoint/2010/main" val="2870163186"/>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E6FB7D83-5BEC-47C4-B156-A9014EFDBDE7}"/>
              </a:ext>
            </a:extLst>
          </p:cNvPr>
          <p:cNvSpPr>
            <a:spLocks noGrp="1"/>
          </p:cNvSpPr>
          <p:nvPr>
            <p:ph type="dt" sz="half" idx="10"/>
          </p:nvPr>
        </p:nvSpPr>
        <p:spPr/>
        <p:txBody>
          <a:bodyPr/>
          <a:lstStyle>
            <a:lvl1pPr>
              <a:defRPr/>
            </a:lvl1pPr>
          </a:lstStyle>
          <a:p>
            <a:pPr>
              <a:defRPr/>
            </a:pPr>
            <a:endParaRPr/>
          </a:p>
        </p:txBody>
      </p:sp>
      <p:sp>
        <p:nvSpPr>
          <p:cNvPr id="5" name="Footer Placeholder 4">
            <a:extLst>
              <a:ext uri="{FF2B5EF4-FFF2-40B4-BE49-F238E27FC236}">
                <a16:creationId xmlns:a16="http://schemas.microsoft.com/office/drawing/2014/main" id="{7E438E0A-367B-4384-897B-38845FEDF943}"/>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6" name="Slide Number Placeholder 5">
            <a:extLst>
              <a:ext uri="{FF2B5EF4-FFF2-40B4-BE49-F238E27FC236}">
                <a16:creationId xmlns:a16="http://schemas.microsoft.com/office/drawing/2014/main" id="{AE7AE690-3494-49A8-BD5F-76F43D5F3FC5}"/>
              </a:ext>
            </a:extLst>
          </p:cNvPr>
          <p:cNvSpPr>
            <a:spLocks noGrp="1"/>
          </p:cNvSpPr>
          <p:nvPr>
            <p:ph type="sldNum" sz="quarter" idx="12"/>
          </p:nvPr>
        </p:nvSpPr>
        <p:spPr/>
        <p:txBody>
          <a:bodyPr/>
          <a:lstStyle>
            <a:lvl1pPr>
              <a:defRPr/>
            </a:lvl1pPr>
          </a:lstStyle>
          <a:p>
            <a:pPr>
              <a:defRPr/>
            </a:pPr>
            <a:fld id="{2B250308-8EA2-45DA-8A7F-62B678343587}" type="slidenum">
              <a:rPr lang="en-US" altLang="en-US"/>
              <a:pPr>
                <a:defRPr/>
              </a:pPr>
              <a:t>‹#›</a:t>
            </a:fld>
            <a:endParaRPr lang="en-US" altLang="en-US"/>
          </a:p>
        </p:txBody>
      </p:sp>
    </p:spTree>
    <p:extLst>
      <p:ext uri="{BB962C8B-B14F-4D97-AF65-F5344CB8AC3E}">
        <p14:creationId xmlns:p14="http://schemas.microsoft.com/office/powerpoint/2010/main" val="187691526"/>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94B0845E-FF46-4FB5-B426-5AF9E1D25977}"/>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5CE99041-9D3F-4C93-9607-ACB2E6353496}"/>
                </a:ext>
              </a:extLst>
            </p:cNvPr>
            <p:cNvCxnSpPr/>
            <p:nvPr/>
          </p:nvCxnSpPr>
          <p:spPr>
            <a:xfrm>
              <a:off x="540304"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A85809-185A-4134-B90D-9FD923E2D9C7}"/>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F64B5766-437B-4BA5-A4B6-A0518AC146A6}"/>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3D15B3FF-43DB-41C0-9E96-7AFD1BE84CFB}"/>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E9303D-49D3-4BDD-8F68-42EF01CFC9B0}"/>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0F539458-2A9E-4643-9DB0-A1BDD2D2839B}"/>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3" name="Rectangle 12">
            <a:extLst>
              <a:ext uri="{FF2B5EF4-FFF2-40B4-BE49-F238E27FC236}">
                <a16:creationId xmlns:a16="http://schemas.microsoft.com/office/drawing/2014/main" id="{9C381BFC-98B2-4B25-91E0-7067E6C76FD9}"/>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4" name="Picture 19">
            <a:extLst>
              <a:ext uri="{FF2B5EF4-FFF2-40B4-BE49-F238E27FC236}">
                <a16:creationId xmlns:a16="http://schemas.microsoft.com/office/drawing/2014/main" id="{EE4FDB21-F36C-4FDC-A53B-416C59C7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3883367377"/>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DFCD78F7-5D3F-4DC6-978D-D2039072C6B8}"/>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B2ABD06D-71BB-449C-89C9-B078F9E02351}"/>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333E3B0D-70EE-49F5-9DFF-AD8A77BDA6A7}"/>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9170850-1217-459E-A644-C7098F45B91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9EC8E82-86A1-4E4A-BCE2-047DCB71AC00}"/>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6E1318AA-DC14-4638-A8F3-DC49F1B31D7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BA192468-6591-4AFA-9669-9EBF9796D405}"/>
                  </a:ext>
                </a:extLst>
              </p:cNvPr>
              <p:cNvCxnSpPr/>
              <p:nvPr/>
            </p:nvCxnSpPr>
            <p:spPr>
              <a:xfrm>
                <a:off x="540304"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6FB6B5-5992-4984-8D8A-58DC3E5FEB98}"/>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a:extLst>
              <a:ext uri="{FF2B5EF4-FFF2-40B4-BE49-F238E27FC236}">
                <a16:creationId xmlns:a16="http://schemas.microsoft.com/office/drawing/2014/main" id="{D635617A-91B2-4315-8939-DA8008E00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907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8743D052-84AC-47D0-BB53-0C128A7817C0}"/>
              </a:ext>
            </a:extLst>
          </p:cNvPr>
          <p:cNvSpPr>
            <a:spLocks noGrp="1"/>
          </p:cNvSpPr>
          <p:nvPr>
            <p:ph type="dt" sz="half" idx="10"/>
          </p:nvPr>
        </p:nvSpPr>
        <p:spPr/>
        <p:txBody>
          <a:bodyPr/>
          <a:lstStyle>
            <a:lvl1pPr>
              <a:defRPr/>
            </a:lvl1pPr>
          </a:lstStyle>
          <a:p>
            <a:pPr>
              <a:defRPr/>
            </a:pPr>
            <a:endParaRPr/>
          </a:p>
        </p:txBody>
      </p:sp>
      <p:sp>
        <p:nvSpPr>
          <p:cNvPr id="14" name="Footer Placeholder 4">
            <a:extLst>
              <a:ext uri="{FF2B5EF4-FFF2-40B4-BE49-F238E27FC236}">
                <a16:creationId xmlns:a16="http://schemas.microsoft.com/office/drawing/2014/main" id="{4D190324-E9EA-49D1-B870-FE56628CEAF2}"/>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15" name="Slide Number Placeholder 5">
            <a:extLst>
              <a:ext uri="{FF2B5EF4-FFF2-40B4-BE49-F238E27FC236}">
                <a16:creationId xmlns:a16="http://schemas.microsoft.com/office/drawing/2014/main" id="{81714E59-FBC3-409F-86DD-28CC82424013}"/>
              </a:ext>
            </a:extLst>
          </p:cNvPr>
          <p:cNvSpPr>
            <a:spLocks noGrp="1"/>
          </p:cNvSpPr>
          <p:nvPr>
            <p:ph type="sldNum" sz="quarter" idx="12"/>
          </p:nvPr>
        </p:nvSpPr>
        <p:spPr/>
        <p:txBody>
          <a:bodyPr/>
          <a:lstStyle>
            <a:lvl1pPr>
              <a:defRPr/>
            </a:lvl1pPr>
          </a:lstStyle>
          <a:p>
            <a:pPr>
              <a:defRPr/>
            </a:pPr>
            <a:fld id="{E9D7D312-C288-4444-865C-1A10C55386BB}" type="slidenum">
              <a:rPr lang="en-US" altLang="en-US"/>
              <a:pPr>
                <a:defRPr/>
              </a:pPr>
              <a:t>‹#›</a:t>
            </a:fld>
            <a:endParaRPr lang="en-US" altLang="en-US"/>
          </a:p>
        </p:txBody>
      </p:sp>
    </p:spTree>
    <p:extLst>
      <p:ext uri="{BB962C8B-B14F-4D97-AF65-F5344CB8AC3E}">
        <p14:creationId xmlns:p14="http://schemas.microsoft.com/office/powerpoint/2010/main" val="3090951331"/>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E8DE0A5F-F948-4B77-A4A0-F2914D10494D}"/>
              </a:ext>
            </a:extLst>
          </p:cNvPr>
          <p:cNvSpPr>
            <a:spLocks noGrp="1"/>
          </p:cNvSpPr>
          <p:nvPr>
            <p:ph type="dt" sz="half" idx="10"/>
          </p:nvPr>
        </p:nvSpPr>
        <p:spPr/>
        <p:txBody>
          <a:bodyPr/>
          <a:lstStyle>
            <a:lvl1pPr>
              <a:defRPr/>
            </a:lvl1pPr>
          </a:lstStyle>
          <a:p>
            <a:pPr>
              <a:defRPr/>
            </a:pPr>
            <a:endParaRPr/>
          </a:p>
        </p:txBody>
      </p:sp>
      <p:sp>
        <p:nvSpPr>
          <p:cNvPr id="6" name="Footer Placeholder 5">
            <a:extLst>
              <a:ext uri="{FF2B5EF4-FFF2-40B4-BE49-F238E27FC236}">
                <a16:creationId xmlns:a16="http://schemas.microsoft.com/office/drawing/2014/main" id="{28761AD7-F111-451A-BD55-28206492E65D}"/>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7" name="Slide Number Placeholder 6">
            <a:extLst>
              <a:ext uri="{FF2B5EF4-FFF2-40B4-BE49-F238E27FC236}">
                <a16:creationId xmlns:a16="http://schemas.microsoft.com/office/drawing/2014/main" id="{3801755A-45F3-4F74-9BB3-74895E0C5C9F}"/>
              </a:ext>
            </a:extLst>
          </p:cNvPr>
          <p:cNvSpPr>
            <a:spLocks noGrp="1"/>
          </p:cNvSpPr>
          <p:nvPr>
            <p:ph type="sldNum" sz="quarter" idx="12"/>
          </p:nvPr>
        </p:nvSpPr>
        <p:spPr/>
        <p:txBody>
          <a:bodyPr/>
          <a:lstStyle>
            <a:lvl1pPr>
              <a:defRPr/>
            </a:lvl1pPr>
          </a:lstStyle>
          <a:p>
            <a:pPr>
              <a:defRPr/>
            </a:pPr>
            <a:fld id="{78B5D8D1-0D53-4E98-9458-788B1B7DB868}" type="slidenum">
              <a:rPr lang="en-US" altLang="en-US"/>
              <a:pPr>
                <a:defRPr/>
              </a:pPr>
              <a:t>‹#›</a:t>
            </a:fld>
            <a:endParaRPr lang="en-US" altLang="en-US"/>
          </a:p>
        </p:txBody>
      </p:sp>
    </p:spTree>
    <p:extLst>
      <p:ext uri="{BB962C8B-B14F-4D97-AF65-F5344CB8AC3E}">
        <p14:creationId xmlns:p14="http://schemas.microsoft.com/office/powerpoint/2010/main" val="1361785375"/>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DA5BF879-C60C-4E10-A1B9-88755158FA09}"/>
              </a:ext>
            </a:extLst>
          </p:cNvPr>
          <p:cNvSpPr>
            <a:spLocks noGrp="1"/>
          </p:cNvSpPr>
          <p:nvPr>
            <p:ph type="dt" sz="half" idx="10"/>
          </p:nvPr>
        </p:nvSpPr>
        <p:spPr/>
        <p:txBody>
          <a:bodyPr/>
          <a:lstStyle>
            <a:lvl1pPr>
              <a:defRPr/>
            </a:lvl1pPr>
          </a:lstStyle>
          <a:p>
            <a:pPr>
              <a:defRPr/>
            </a:pPr>
            <a:endParaRPr/>
          </a:p>
        </p:txBody>
      </p:sp>
      <p:sp>
        <p:nvSpPr>
          <p:cNvPr id="8" name="Footer Placeholder 7">
            <a:extLst>
              <a:ext uri="{FF2B5EF4-FFF2-40B4-BE49-F238E27FC236}">
                <a16:creationId xmlns:a16="http://schemas.microsoft.com/office/drawing/2014/main" id="{8F085D3B-23DE-4188-812A-22C4F33639E6}"/>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9" name="Slide Number Placeholder 8">
            <a:extLst>
              <a:ext uri="{FF2B5EF4-FFF2-40B4-BE49-F238E27FC236}">
                <a16:creationId xmlns:a16="http://schemas.microsoft.com/office/drawing/2014/main" id="{7B3952DE-71F7-412B-BB8C-C26928D6B1B9}"/>
              </a:ext>
            </a:extLst>
          </p:cNvPr>
          <p:cNvSpPr>
            <a:spLocks noGrp="1"/>
          </p:cNvSpPr>
          <p:nvPr>
            <p:ph type="sldNum" sz="quarter" idx="12"/>
          </p:nvPr>
        </p:nvSpPr>
        <p:spPr/>
        <p:txBody>
          <a:bodyPr/>
          <a:lstStyle>
            <a:lvl1pPr>
              <a:defRPr/>
            </a:lvl1pPr>
          </a:lstStyle>
          <a:p>
            <a:pPr>
              <a:defRPr/>
            </a:pPr>
            <a:fld id="{55568B95-C5B8-42E6-B711-0A5DBC4E0EB9}" type="slidenum">
              <a:rPr lang="en-US" altLang="en-US"/>
              <a:pPr>
                <a:defRPr/>
              </a:pPr>
              <a:t>‹#›</a:t>
            </a:fld>
            <a:endParaRPr lang="en-US" altLang="en-US"/>
          </a:p>
        </p:txBody>
      </p:sp>
    </p:spTree>
    <p:extLst>
      <p:ext uri="{BB962C8B-B14F-4D97-AF65-F5344CB8AC3E}">
        <p14:creationId xmlns:p14="http://schemas.microsoft.com/office/powerpoint/2010/main" val="3827530016"/>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592B683-C88C-43DE-9844-4576C2BEDECE}"/>
              </a:ext>
            </a:extLst>
          </p:cNvPr>
          <p:cNvSpPr>
            <a:spLocks noGrp="1"/>
          </p:cNvSpPr>
          <p:nvPr>
            <p:ph type="dt" sz="half" idx="10"/>
          </p:nvPr>
        </p:nvSpPr>
        <p:spPr/>
        <p:txBody>
          <a:bodyPr/>
          <a:lstStyle>
            <a:lvl1pPr>
              <a:defRPr/>
            </a:lvl1pPr>
          </a:lstStyle>
          <a:p>
            <a:pPr>
              <a:defRPr/>
            </a:pPr>
            <a:endParaRPr/>
          </a:p>
        </p:txBody>
      </p:sp>
      <p:sp>
        <p:nvSpPr>
          <p:cNvPr id="4" name="Footer Placeholder 3">
            <a:extLst>
              <a:ext uri="{FF2B5EF4-FFF2-40B4-BE49-F238E27FC236}">
                <a16:creationId xmlns:a16="http://schemas.microsoft.com/office/drawing/2014/main" id="{0F80C7BB-D6C8-4963-8D22-C99DD2F1AEB6}"/>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5" name="Slide Number Placeholder 4">
            <a:extLst>
              <a:ext uri="{FF2B5EF4-FFF2-40B4-BE49-F238E27FC236}">
                <a16:creationId xmlns:a16="http://schemas.microsoft.com/office/drawing/2014/main" id="{577AED31-A05E-4258-9B70-CB115E02D75A}"/>
              </a:ext>
            </a:extLst>
          </p:cNvPr>
          <p:cNvSpPr>
            <a:spLocks noGrp="1"/>
          </p:cNvSpPr>
          <p:nvPr>
            <p:ph type="sldNum" sz="quarter" idx="12"/>
          </p:nvPr>
        </p:nvSpPr>
        <p:spPr/>
        <p:txBody>
          <a:bodyPr/>
          <a:lstStyle>
            <a:lvl1pPr>
              <a:defRPr/>
            </a:lvl1pPr>
          </a:lstStyle>
          <a:p>
            <a:pPr>
              <a:defRPr/>
            </a:pPr>
            <a:fld id="{0CCE3C2F-FFE4-4D04-9F32-6D368B67F023}" type="slidenum">
              <a:rPr lang="en-US" altLang="en-US"/>
              <a:pPr>
                <a:defRPr/>
              </a:pPr>
              <a:t>‹#›</a:t>
            </a:fld>
            <a:endParaRPr lang="en-US" altLang="en-US"/>
          </a:p>
        </p:txBody>
      </p:sp>
    </p:spTree>
    <p:extLst>
      <p:ext uri="{BB962C8B-B14F-4D97-AF65-F5344CB8AC3E}">
        <p14:creationId xmlns:p14="http://schemas.microsoft.com/office/powerpoint/2010/main" val="335310569"/>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DE01-0171-48E7-9090-D5B881D26047}"/>
              </a:ext>
            </a:extLst>
          </p:cNvPr>
          <p:cNvSpPr>
            <a:spLocks noGrp="1"/>
          </p:cNvSpPr>
          <p:nvPr>
            <p:ph type="dt" sz="half" idx="10"/>
          </p:nvPr>
        </p:nvSpPr>
        <p:spPr/>
        <p:txBody>
          <a:bodyPr/>
          <a:lstStyle>
            <a:lvl1pPr>
              <a:defRPr/>
            </a:lvl1pPr>
          </a:lstStyle>
          <a:p>
            <a:pPr>
              <a:defRPr/>
            </a:pPr>
            <a:endParaRPr/>
          </a:p>
        </p:txBody>
      </p:sp>
      <p:sp>
        <p:nvSpPr>
          <p:cNvPr id="3" name="Footer Placeholder 2">
            <a:extLst>
              <a:ext uri="{FF2B5EF4-FFF2-40B4-BE49-F238E27FC236}">
                <a16:creationId xmlns:a16="http://schemas.microsoft.com/office/drawing/2014/main" id="{841B570B-961B-4585-A2E3-6CCF46BA8E33}"/>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4" name="Slide Number Placeholder 3">
            <a:extLst>
              <a:ext uri="{FF2B5EF4-FFF2-40B4-BE49-F238E27FC236}">
                <a16:creationId xmlns:a16="http://schemas.microsoft.com/office/drawing/2014/main" id="{A5D4C2BB-F0A1-4598-9006-3237CD1C6478}"/>
              </a:ext>
            </a:extLst>
          </p:cNvPr>
          <p:cNvSpPr>
            <a:spLocks noGrp="1"/>
          </p:cNvSpPr>
          <p:nvPr>
            <p:ph type="sldNum" sz="quarter" idx="12"/>
          </p:nvPr>
        </p:nvSpPr>
        <p:spPr/>
        <p:txBody>
          <a:bodyPr/>
          <a:lstStyle>
            <a:lvl1pPr>
              <a:defRPr/>
            </a:lvl1pPr>
          </a:lstStyle>
          <a:p>
            <a:pPr>
              <a:defRPr/>
            </a:pPr>
            <a:fld id="{3B159404-096E-4491-BA35-272A35A35388}" type="slidenum">
              <a:rPr lang="en-US" altLang="en-US"/>
              <a:pPr>
                <a:defRPr/>
              </a:pPr>
              <a:t>‹#›</a:t>
            </a:fld>
            <a:endParaRPr lang="en-US" altLang="en-US"/>
          </a:p>
        </p:txBody>
      </p:sp>
    </p:spTree>
    <p:extLst>
      <p:ext uri="{BB962C8B-B14F-4D97-AF65-F5344CB8AC3E}">
        <p14:creationId xmlns:p14="http://schemas.microsoft.com/office/powerpoint/2010/main" val="959650003"/>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DD55E4A7-2CCF-48B4-8664-CBE27BC40E99}"/>
              </a:ext>
            </a:extLst>
          </p:cNvPr>
          <p:cNvSpPr>
            <a:spLocks noGrp="1"/>
          </p:cNvSpPr>
          <p:nvPr>
            <p:ph type="dt" sz="half" idx="10"/>
          </p:nvPr>
        </p:nvSpPr>
        <p:spPr/>
        <p:txBody>
          <a:bodyPr/>
          <a:lstStyle>
            <a:lvl1pPr>
              <a:defRPr/>
            </a:lvl1pPr>
          </a:lstStyle>
          <a:p>
            <a:pPr>
              <a:defRPr/>
            </a:pPr>
            <a:endParaRPr/>
          </a:p>
        </p:txBody>
      </p:sp>
      <p:sp>
        <p:nvSpPr>
          <p:cNvPr id="6" name="Footer Placeholder 5">
            <a:extLst>
              <a:ext uri="{FF2B5EF4-FFF2-40B4-BE49-F238E27FC236}">
                <a16:creationId xmlns:a16="http://schemas.microsoft.com/office/drawing/2014/main" id="{21E2F328-8AE4-47FD-B78F-040A67662FB9}"/>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7" name="Slide Number Placeholder 6">
            <a:extLst>
              <a:ext uri="{FF2B5EF4-FFF2-40B4-BE49-F238E27FC236}">
                <a16:creationId xmlns:a16="http://schemas.microsoft.com/office/drawing/2014/main" id="{2031F0E9-2735-42E8-9704-CD54F3FB5180}"/>
              </a:ext>
            </a:extLst>
          </p:cNvPr>
          <p:cNvSpPr>
            <a:spLocks noGrp="1"/>
          </p:cNvSpPr>
          <p:nvPr>
            <p:ph type="sldNum" sz="quarter" idx="12"/>
          </p:nvPr>
        </p:nvSpPr>
        <p:spPr/>
        <p:txBody>
          <a:bodyPr/>
          <a:lstStyle>
            <a:lvl1pPr>
              <a:defRPr/>
            </a:lvl1pPr>
          </a:lstStyle>
          <a:p>
            <a:pPr>
              <a:defRPr/>
            </a:pPr>
            <a:fld id="{F0F48F88-AB0D-4E28-BB2D-84173CF44F1A}" type="slidenum">
              <a:rPr lang="en-US" altLang="en-US"/>
              <a:pPr>
                <a:defRPr/>
              </a:pPr>
              <a:t>‹#›</a:t>
            </a:fld>
            <a:endParaRPr lang="en-US" altLang="en-US"/>
          </a:p>
        </p:txBody>
      </p:sp>
    </p:spTree>
    <p:extLst>
      <p:ext uri="{BB962C8B-B14F-4D97-AF65-F5344CB8AC3E}">
        <p14:creationId xmlns:p14="http://schemas.microsoft.com/office/powerpoint/2010/main" val="607560546"/>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1F9A7D6D-8CD0-423F-89F1-E8CCBCF75056}"/>
              </a:ext>
            </a:extLst>
          </p:cNvPr>
          <p:cNvSpPr>
            <a:spLocks noGrp="1"/>
          </p:cNvSpPr>
          <p:nvPr>
            <p:ph type="dt" sz="half" idx="10"/>
          </p:nvPr>
        </p:nvSpPr>
        <p:spPr/>
        <p:txBody>
          <a:bodyPr/>
          <a:lstStyle>
            <a:lvl1pPr>
              <a:defRPr/>
            </a:lvl1pPr>
          </a:lstStyle>
          <a:p>
            <a:pPr>
              <a:defRPr/>
            </a:pPr>
            <a:endParaRPr/>
          </a:p>
        </p:txBody>
      </p:sp>
      <p:sp>
        <p:nvSpPr>
          <p:cNvPr id="6" name="Footer Placeholder 5">
            <a:extLst>
              <a:ext uri="{FF2B5EF4-FFF2-40B4-BE49-F238E27FC236}">
                <a16:creationId xmlns:a16="http://schemas.microsoft.com/office/drawing/2014/main" id="{C00F7802-3826-4E8D-9680-195B0D38F12E}"/>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7" name="Slide Number Placeholder 6">
            <a:extLst>
              <a:ext uri="{FF2B5EF4-FFF2-40B4-BE49-F238E27FC236}">
                <a16:creationId xmlns:a16="http://schemas.microsoft.com/office/drawing/2014/main" id="{D7114693-9997-4C27-8BFD-5FEB86FCA2BD}"/>
              </a:ext>
            </a:extLst>
          </p:cNvPr>
          <p:cNvSpPr>
            <a:spLocks noGrp="1"/>
          </p:cNvSpPr>
          <p:nvPr>
            <p:ph type="sldNum" sz="quarter" idx="12"/>
          </p:nvPr>
        </p:nvSpPr>
        <p:spPr/>
        <p:txBody>
          <a:bodyPr/>
          <a:lstStyle>
            <a:lvl1pPr>
              <a:defRPr/>
            </a:lvl1pPr>
          </a:lstStyle>
          <a:p>
            <a:pPr>
              <a:defRPr/>
            </a:pPr>
            <a:fld id="{90962BF3-8439-4B95-905A-9C90EFFF6F89}" type="slidenum">
              <a:rPr lang="en-US" altLang="en-US"/>
              <a:pPr>
                <a:defRPr/>
              </a:pPr>
              <a:t>‹#›</a:t>
            </a:fld>
            <a:endParaRPr lang="en-US" altLang="en-US"/>
          </a:p>
        </p:txBody>
      </p:sp>
    </p:spTree>
    <p:extLst>
      <p:ext uri="{BB962C8B-B14F-4D97-AF65-F5344CB8AC3E}">
        <p14:creationId xmlns:p14="http://schemas.microsoft.com/office/powerpoint/2010/main" val="231853786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F2344A3-E107-42D0-AB53-5CCEDA7D6FF0}"/>
              </a:ext>
            </a:extLst>
          </p:cNvPr>
          <p:cNvSpPr>
            <a:spLocks noGrp="1"/>
          </p:cNvSpPr>
          <p:nvPr>
            <p:ph type="dt" sz="half" idx="10"/>
          </p:nvPr>
        </p:nvSpPr>
        <p:spPr/>
        <p:txBody>
          <a:bodyPr/>
          <a:lstStyle>
            <a:lvl1pPr>
              <a:defRPr/>
            </a:lvl1pPr>
          </a:lstStyle>
          <a:p>
            <a:pPr>
              <a:defRPr/>
            </a:pPr>
            <a:endParaRPr/>
          </a:p>
        </p:txBody>
      </p:sp>
      <p:sp>
        <p:nvSpPr>
          <p:cNvPr id="5" name="Footer Placeholder 4">
            <a:extLst>
              <a:ext uri="{FF2B5EF4-FFF2-40B4-BE49-F238E27FC236}">
                <a16:creationId xmlns:a16="http://schemas.microsoft.com/office/drawing/2014/main" id="{8C648732-EA05-4983-8EC8-B77A2B43166D}"/>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6" name="Slide Number Placeholder 5">
            <a:extLst>
              <a:ext uri="{FF2B5EF4-FFF2-40B4-BE49-F238E27FC236}">
                <a16:creationId xmlns:a16="http://schemas.microsoft.com/office/drawing/2014/main" id="{B65F0F1D-A24C-40E5-B71F-F1D11960AF07}"/>
              </a:ext>
            </a:extLst>
          </p:cNvPr>
          <p:cNvSpPr>
            <a:spLocks noGrp="1"/>
          </p:cNvSpPr>
          <p:nvPr>
            <p:ph type="sldNum" sz="quarter" idx="12"/>
          </p:nvPr>
        </p:nvSpPr>
        <p:spPr/>
        <p:txBody>
          <a:bodyPr/>
          <a:lstStyle>
            <a:lvl1pPr>
              <a:defRPr/>
            </a:lvl1pPr>
          </a:lstStyle>
          <a:p>
            <a:pPr>
              <a:defRPr/>
            </a:pPr>
            <a:fld id="{1E0FE22C-3B47-4893-BA51-D75C9AD1BCF7}" type="slidenum">
              <a:rPr lang="en-US" altLang="en-US"/>
              <a:pPr>
                <a:defRPr/>
              </a:pPr>
              <a:t>‹#›</a:t>
            </a:fld>
            <a:endParaRPr lang="en-US" altLang="en-US"/>
          </a:p>
        </p:txBody>
      </p:sp>
    </p:spTree>
    <p:extLst>
      <p:ext uri="{BB962C8B-B14F-4D97-AF65-F5344CB8AC3E}">
        <p14:creationId xmlns:p14="http://schemas.microsoft.com/office/powerpoint/2010/main" val="245246629"/>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0A7B07DE-0811-43C2-997B-9AA2160082D8}"/>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05BA71C4-AADC-4C9A-884D-226C502BD47D}"/>
                </a:ext>
              </a:extLst>
            </p:cNvPr>
            <p:cNvCxnSpPr/>
            <p:nvPr/>
          </p:nvCxnSpPr>
          <p:spPr>
            <a:xfrm rot="10800000">
              <a:off x="1073151" y="1182279"/>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9CCF8E-CE0C-47B3-BF62-703C15F2D5B5}"/>
                </a:ext>
              </a:extLst>
            </p:cNvPr>
            <p:cNvCxnSpPr/>
            <p:nvPr/>
          </p:nvCxnSpPr>
          <p:spPr>
            <a:xfrm rot="10800000">
              <a:off x="1073151" y="1245404"/>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661B8067-D59F-466B-B88F-DEC97BEA50B9}"/>
              </a:ext>
            </a:extLst>
          </p:cNvPr>
          <p:cNvSpPr>
            <a:spLocks noGrp="1"/>
          </p:cNvSpPr>
          <p:nvPr>
            <p:ph type="dt" sz="half" idx="10"/>
          </p:nvPr>
        </p:nvSpPr>
        <p:spPr/>
        <p:txBody>
          <a:bodyPr/>
          <a:lstStyle>
            <a:lvl1pPr>
              <a:defRPr/>
            </a:lvl1pPr>
          </a:lstStyle>
          <a:p>
            <a:pPr>
              <a:defRPr/>
            </a:pPr>
            <a:endParaRPr/>
          </a:p>
        </p:txBody>
      </p:sp>
      <p:sp>
        <p:nvSpPr>
          <p:cNvPr id="8" name="Footer Placeholder 4">
            <a:extLst>
              <a:ext uri="{FF2B5EF4-FFF2-40B4-BE49-F238E27FC236}">
                <a16:creationId xmlns:a16="http://schemas.microsoft.com/office/drawing/2014/main" id="{188AB951-12E9-46C6-8648-184EE3291A29}"/>
              </a:ext>
            </a:extLst>
          </p:cNvPr>
          <p:cNvSpPr>
            <a:spLocks noGrp="1"/>
          </p:cNvSpPr>
          <p:nvPr>
            <p:ph type="ftr" sz="quarter" idx="11"/>
          </p:nvPr>
        </p:nvSpPr>
        <p:spPr/>
        <p:txBody>
          <a:bodyPr/>
          <a:lstStyle>
            <a:lvl1pPr>
              <a:defRPr/>
            </a:lvl1pPr>
          </a:lstStyle>
          <a:p>
            <a:pPr>
              <a:defRPr/>
            </a:pPr>
            <a:r>
              <a:rPr lang="en-IN"/>
              <a:t>QUANT &amp; REASONING DEPARTMENT</a:t>
            </a:r>
            <a:endParaRPr/>
          </a:p>
        </p:txBody>
      </p:sp>
      <p:sp>
        <p:nvSpPr>
          <p:cNvPr id="9" name="Slide Number Placeholder 5">
            <a:extLst>
              <a:ext uri="{FF2B5EF4-FFF2-40B4-BE49-F238E27FC236}">
                <a16:creationId xmlns:a16="http://schemas.microsoft.com/office/drawing/2014/main" id="{BBE80738-D19C-4F5B-8F02-132799D3C576}"/>
              </a:ext>
            </a:extLst>
          </p:cNvPr>
          <p:cNvSpPr>
            <a:spLocks noGrp="1"/>
          </p:cNvSpPr>
          <p:nvPr>
            <p:ph type="sldNum" sz="quarter" idx="12"/>
          </p:nvPr>
        </p:nvSpPr>
        <p:spPr/>
        <p:txBody>
          <a:bodyPr/>
          <a:lstStyle>
            <a:lvl1pPr>
              <a:defRPr/>
            </a:lvl1pPr>
          </a:lstStyle>
          <a:p>
            <a:pPr>
              <a:defRPr/>
            </a:pPr>
            <a:fld id="{DE746FA2-23B9-49FB-B7B4-BE3D94D70C12}" type="slidenum">
              <a:rPr lang="en-US" altLang="en-US"/>
              <a:pPr>
                <a:defRPr/>
              </a:pPr>
              <a:t>‹#›</a:t>
            </a:fld>
            <a:endParaRPr lang="en-US" altLang="en-US"/>
          </a:p>
        </p:txBody>
      </p:sp>
    </p:spTree>
    <p:extLst>
      <p:ext uri="{BB962C8B-B14F-4D97-AF65-F5344CB8AC3E}">
        <p14:creationId xmlns:p14="http://schemas.microsoft.com/office/powerpoint/2010/main" val="3091947071"/>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B566C7-30FF-760F-AD19-C11C9B409DE4}"/>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9E72C085-3EDA-1A22-4BE7-9A964431E09C}"/>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5">
            <a:extLst>
              <a:ext uri="{FF2B5EF4-FFF2-40B4-BE49-F238E27FC236}">
                <a16:creationId xmlns:a16="http://schemas.microsoft.com/office/drawing/2014/main" id="{9B275E7A-16F2-D97F-E485-7345B5336661}"/>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CC1693AE-93C4-10AA-ED19-9AABCE1EB201}"/>
              </a:ext>
            </a:extLst>
          </p:cNvPr>
          <p:cNvSpPr>
            <a:spLocks noGrp="1"/>
          </p:cNvSpPr>
          <p:nvPr>
            <p:ph type="dt" sz="half" idx="10"/>
          </p:nvPr>
        </p:nvSpPr>
        <p:spPr/>
        <p:txBody>
          <a:bodyPr/>
          <a:lstStyle>
            <a:lvl1pPr>
              <a:defRPr/>
            </a:lvl1pPr>
          </a:lstStyle>
          <a:p>
            <a:pPr>
              <a:defRPr/>
            </a:pPr>
            <a:fld id="{F9A6336B-0D3C-47A1-8EA7-1306C6A360B4}" type="datetime1">
              <a:rPr lang="en-US"/>
              <a:pPr>
                <a:defRPr/>
              </a:pPr>
              <a:t>5/11/2026</a:t>
            </a:fld>
            <a:endParaRPr/>
          </a:p>
        </p:txBody>
      </p:sp>
      <p:sp>
        <p:nvSpPr>
          <p:cNvPr id="8" name="Footer Placeholder 4">
            <a:extLst>
              <a:ext uri="{FF2B5EF4-FFF2-40B4-BE49-F238E27FC236}">
                <a16:creationId xmlns:a16="http://schemas.microsoft.com/office/drawing/2014/main" id="{1DEC9ED7-A6FB-DE5D-EA1A-0C9CBFD2F8A1}"/>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9" name="Slide Number Placeholder 5">
            <a:extLst>
              <a:ext uri="{FF2B5EF4-FFF2-40B4-BE49-F238E27FC236}">
                <a16:creationId xmlns:a16="http://schemas.microsoft.com/office/drawing/2014/main" id="{457A3A10-EF99-596D-C3A1-508AC323008F}"/>
              </a:ext>
            </a:extLst>
          </p:cNvPr>
          <p:cNvSpPr>
            <a:spLocks noGrp="1"/>
          </p:cNvSpPr>
          <p:nvPr>
            <p:ph type="sldNum" sz="quarter" idx="12"/>
          </p:nvPr>
        </p:nvSpPr>
        <p:spPr/>
        <p:txBody>
          <a:bodyPr/>
          <a:lstStyle>
            <a:lvl1pPr>
              <a:defRPr/>
            </a:lvl1pPr>
          </a:lstStyle>
          <a:p>
            <a:pPr>
              <a:defRPr/>
            </a:pPr>
            <a:fld id="{5FD7B98B-08D2-4824-A1E2-704972273DDA}" type="slidenum">
              <a:rPr lang="en-US" altLang="en-US"/>
              <a:pPr>
                <a:defRPr/>
              </a:pPr>
              <a:t>‹#›</a:t>
            </a:fld>
            <a:endParaRPr lang="en-US" altLang="en-US"/>
          </a:p>
        </p:txBody>
      </p:sp>
    </p:spTree>
    <p:extLst>
      <p:ext uri="{BB962C8B-B14F-4D97-AF65-F5344CB8AC3E}">
        <p14:creationId xmlns:p14="http://schemas.microsoft.com/office/powerpoint/2010/main" val="4131245039"/>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249C9525-84BB-EA08-3298-AF47AF54883F}"/>
              </a:ext>
            </a:extLst>
          </p:cNvPr>
          <p:cNvSpPr>
            <a:spLocks noGrp="1"/>
          </p:cNvSpPr>
          <p:nvPr>
            <p:ph type="dt" sz="half" idx="10"/>
          </p:nvPr>
        </p:nvSpPr>
        <p:spPr/>
        <p:txBody>
          <a:bodyPr/>
          <a:lstStyle>
            <a:lvl1pPr>
              <a:defRPr/>
            </a:lvl1pPr>
          </a:lstStyle>
          <a:p>
            <a:pPr>
              <a:defRPr/>
            </a:pPr>
            <a:fld id="{F0511D97-34BC-43EB-A48E-F199BCD52185}" type="datetime1">
              <a:rPr lang="en-US"/>
              <a:pPr>
                <a:defRPr/>
              </a:pPr>
              <a:t>5/11/2026</a:t>
            </a:fld>
            <a:endParaRPr/>
          </a:p>
        </p:txBody>
      </p:sp>
      <p:sp>
        <p:nvSpPr>
          <p:cNvPr id="5" name="Footer Placeholder 4">
            <a:extLst>
              <a:ext uri="{FF2B5EF4-FFF2-40B4-BE49-F238E27FC236}">
                <a16:creationId xmlns:a16="http://schemas.microsoft.com/office/drawing/2014/main" id="{E2529EDD-20ED-67F3-7951-87F27BEC297E}"/>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6" name="Slide Number Placeholder 5">
            <a:extLst>
              <a:ext uri="{FF2B5EF4-FFF2-40B4-BE49-F238E27FC236}">
                <a16:creationId xmlns:a16="http://schemas.microsoft.com/office/drawing/2014/main" id="{D4A8D659-74EC-6D42-F099-C0B79C8ED185}"/>
              </a:ext>
            </a:extLst>
          </p:cNvPr>
          <p:cNvSpPr>
            <a:spLocks noGrp="1"/>
          </p:cNvSpPr>
          <p:nvPr>
            <p:ph type="sldNum" sz="quarter" idx="12"/>
          </p:nvPr>
        </p:nvSpPr>
        <p:spPr/>
        <p:txBody>
          <a:bodyPr/>
          <a:lstStyle>
            <a:lvl1pPr>
              <a:defRPr/>
            </a:lvl1pPr>
          </a:lstStyle>
          <a:p>
            <a:pPr>
              <a:defRPr/>
            </a:pPr>
            <a:fld id="{74DF80CE-4103-4F62-B38A-6EB53ED66216}" type="slidenum">
              <a:rPr lang="en-US" altLang="en-US"/>
              <a:pPr>
                <a:defRPr/>
              </a:pPr>
              <a:t>‹#›</a:t>
            </a:fld>
            <a:endParaRPr lang="en-US" altLang="en-US"/>
          </a:p>
        </p:txBody>
      </p:sp>
    </p:spTree>
    <p:extLst>
      <p:ext uri="{BB962C8B-B14F-4D97-AF65-F5344CB8AC3E}">
        <p14:creationId xmlns:p14="http://schemas.microsoft.com/office/powerpoint/2010/main" val="107246437"/>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4" name="Group 12">
            <a:extLst>
              <a:ext uri="{FF2B5EF4-FFF2-40B4-BE49-F238E27FC236}">
                <a16:creationId xmlns:a16="http://schemas.microsoft.com/office/drawing/2014/main" id="{D5A883B8-214B-53C6-A9DE-D1E2FC8B1E78}"/>
              </a:ext>
            </a:extLst>
          </p:cNvPr>
          <p:cNvGrpSpPr>
            <a:grpSpLocks/>
          </p:cNvGrpSpPr>
          <p:nvPr/>
        </p:nvGrpSpPr>
        <p:grpSpPr bwMode="auto">
          <a:xfrm rot="10800000">
            <a:off x="0" y="5645150"/>
            <a:ext cx="12192000" cy="63500"/>
            <a:chOff x="507492" y="1501519"/>
            <a:chExt cx="8129016" cy="63125"/>
          </a:xfrm>
        </p:grpSpPr>
        <p:cxnSp>
          <p:nvCxnSpPr>
            <p:cNvPr id="5" name="Straight Connector 4">
              <a:extLst>
                <a:ext uri="{FF2B5EF4-FFF2-40B4-BE49-F238E27FC236}">
                  <a16:creationId xmlns:a16="http://schemas.microsoft.com/office/drawing/2014/main" id="{324AA794-1375-C589-B2E9-0488E5B460A2}"/>
                </a:ext>
              </a:extLst>
            </p:cNvPr>
            <p:cNvCxnSpPr/>
            <p:nvPr/>
          </p:nvCxnSpPr>
          <p:spPr>
            <a:xfrm>
              <a:off x="553006"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E2963DB-9D45-E83F-1961-4B2C33E241AD}"/>
                </a:ext>
              </a:extLst>
            </p:cNvPr>
            <p:cNvCxnSpPr/>
            <p:nvPr/>
          </p:nvCxnSpPr>
          <p:spPr>
            <a:xfrm>
              <a:off x="553006"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7" name="Group 13">
            <a:extLst>
              <a:ext uri="{FF2B5EF4-FFF2-40B4-BE49-F238E27FC236}">
                <a16:creationId xmlns:a16="http://schemas.microsoft.com/office/drawing/2014/main" id="{2779166F-5633-C282-CB54-79144F127BB5}"/>
              </a:ext>
            </a:extLst>
          </p:cNvPr>
          <p:cNvGrpSpPr>
            <a:grpSpLocks/>
          </p:cNvGrpSpPr>
          <p:nvPr/>
        </p:nvGrpSpPr>
        <p:grpSpPr bwMode="auto">
          <a:xfrm>
            <a:off x="0" y="1143000"/>
            <a:ext cx="12192000" cy="63500"/>
            <a:chOff x="507492" y="1501519"/>
            <a:chExt cx="8129016" cy="63125"/>
          </a:xfrm>
        </p:grpSpPr>
        <p:cxnSp>
          <p:nvCxnSpPr>
            <p:cNvPr id="8" name="Straight Connector 7">
              <a:extLst>
                <a:ext uri="{FF2B5EF4-FFF2-40B4-BE49-F238E27FC236}">
                  <a16:creationId xmlns:a16="http://schemas.microsoft.com/office/drawing/2014/main" id="{0CD1B71C-CA03-BC33-CC1D-2A50D5183FD3}"/>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E89FC83-ABE0-7B66-8D9B-4889CA510C77}"/>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DEC875EC-F66C-18C7-618C-8FF7B4856AF5}"/>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2" name="Rectangle 11">
            <a:extLst>
              <a:ext uri="{FF2B5EF4-FFF2-40B4-BE49-F238E27FC236}">
                <a16:creationId xmlns:a16="http://schemas.microsoft.com/office/drawing/2014/main" id="{C564459A-B6C1-6D29-5B70-805089A4DFD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3" name="Picture 12">
            <a:extLst>
              <a:ext uri="{FF2B5EF4-FFF2-40B4-BE49-F238E27FC236}">
                <a16:creationId xmlns:a16="http://schemas.microsoft.com/office/drawing/2014/main" id="{B91B435D-F2D4-8455-360A-6877410E0345}"/>
              </a:ext>
            </a:extLst>
          </p:cNvPr>
          <p:cNvPicPr>
            <a:picLocks noChangeAspect="1"/>
          </p:cNvPicPr>
          <p:nvPr/>
        </p:nvPicPr>
        <p:blipFill rotWithShape="1">
          <a:blip r:embed="rId2" cstate="print">
            <a:duotone>
              <a:schemeClr val="accent2">
                <a:shade val="45000"/>
                <a:satMod val="135000"/>
              </a:schemeClr>
              <a:prstClr val="white"/>
            </a:duotone>
          </a:blip>
          <a:srcRect/>
          <a:stretch/>
        </p:blipFill>
        <p:spPr>
          <a:xfrm>
            <a:off x="1325880" y="0"/>
            <a:ext cx="1747524" cy="2292094"/>
          </a:xfrm>
          <a:prstGeom prst="rect">
            <a:avLst/>
          </a:prstGeom>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2414208439"/>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19B9610B-2D98-3579-4A41-F0FE256A637C}"/>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32DB2752-417C-8BB4-CEED-E14499275D1C}"/>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51BBF37C-5E93-FDA1-48E2-DEA4E4035399}"/>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8A8CD1-BFF2-7157-95FD-1B8616B836BE}"/>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4F2228C1-2ED6-D8FB-07EB-22A5A8AEC4B2}"/>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B16592C2-0478-901A-3C69-7787A5E04FC6}"/>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398A363E-3198-F93C-EA75-96D98EE2622A}"/>
                  </a:ext>
                </a:extLst>
              </p:cNvPr>
              <p:cNvCxnSpPr/>
              <p:nvPr/>
            </p:nvCxnSpPr>
            <p:spPr>
              <a:xfrm>
                <a:off x="553005"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A09C205-44FF-C94F-7359-240355B8D542}"/>
                  </a:ext>
                </a:extLst>
              </p:cNvPr>
              <p:cNvCxnSpPr/>
              <p:nvPr/>
            </p:nvCxnSpPr>
            <p:spPr>
              <a:xfrm>
                <a:off x="553005"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1">
            <a:extLst>
              <a:ext uri="{FF2B5EF4-FFF2-40B4-BE49-F238E27FC236}">
                <a16:creationId xmlns:a16="http://schemas.microsoft.com/office/drawing/2014/main" id="{28DD608C-86CC-377B-0D37-70D9C0E9638A}"/>
              </a:ext>
            </a:extLst>
          </p:cNvPr>
          <p:cNvPicPr>
            <a:picLocks noChangeAspect="1"/>
          </p:cNvPicPr>
          <p:nvPr/>
        </p:nvPicPr>
        <p:blipFill>
          <a:blip r:embed="rId2">
            <a:duotone>
              <a:schemeClr val="accent2">
                <a:shade val="45000"/>
                <a:satMod val="135000"/>
              </a:schemeClr>
              <a:prstClr val="white"/>
            </a:duotone>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62D0514E-E01D-A751-F889-3374DBE470C7}"/>
              </a:ext>
            </a:extLst>
          </p:cNvPr>
          <p:cNvSpPr>
            <a:spLocks noGrp="1"/>
          </p:cNvSpPr>
          <p:nvPr>
            <p:ph type="dt" sz="half" idx="10"/>
          </p:nvPr>
        </p:nvSpPr>
        <p:spPr/>
        <p:txBody>
          <a:bodyPr/>
          <a:lstStyle>
            <a:lvl1pPr>
              <a:defRPr/>
            </a:lvl1pPr>
          </a:lstStyle>
          <a:p>
            <a:pPr>
              <a:defRPr/>
            </a:pPr>
            <a:fld id="{52C4EB1E-B6F4-410F-BAC5-86DD56CCFE72}" type="datetime1">
              <a:rPr lang="en-US"/>
              <a:pPr>
                <a:defRPr/>
              </a:pPr>
              <a:t>5/11/2026</a:t>
            </a:fld>
            <a:endParaRPr/>
          </a:p>
        </p:txBody>
      </p:sp>
      <p:sp>
        <p:nvSpPr>
          <p:cNvPr id="14" name="Footer Placeholder 4">
            <a:extLst>
              <a:ext uri="{FF2B5EF4-FFF2-40B4-BE49-F238E27FC236}">
                <a16:creationId xmlns:a16="http://schemas.microsoft.com/office/drawing/2014/main" id="{3EB79EBC-7BAC-4E03-BA55-10CC598BDFDC}"/>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15" name="Slide Number Placeholder 5">
            <a:extLst>
              <a:ext uri="{FF2B5EF4-FFF2-40B4-BE49-F238E27FC236}">
                <a16:creationId xmlns:a16="http://schemas.microsoft.com/office/drawing/2014/main" id="{95CE60E6-028A-4298-39ED-0809E2721C7A}"/>
              </a:ext>
            </a:extLst>
          </p:cNvPr>
          <p:cNvSpPr>
            <a:spLocks noGrp="1"/>
          </p:cNvSpPr>
          <p:nvPr>
            <p:ph type="sldNum" sz="quarter" idx="12"/>
          </p:nvPr>
        </p:nvSpPr>
        <p:spPr/>
        <p:txBody>
          <a:bodyPr/>
          <a:lstStyle>
            <a:lvl1pPr>
              <a:defRPr/>
            </a:lvl1pPr>
          </a:lstStyle>
          <a:p>
            <a:pPr>
              <a:defRPr/>
            </a:pPr>
            <a:fld id="{25357DB9-E349-4E7C-85A6-3A237DAD4388}" type="slidenum">
              <a:rPr lang="en-US" altLang="en-US"/>
              <a:pPr>
                <a:defRPr/>
              </a:pPr>
              <a:t>‹#›</a:t>
            </a:fld>
            <a:endParaRPr lang="en-US" altLang="en-US"/>
          </a:p>
        </p:txBody>
      </p:sp>
    </p:spTree>
    <p:extLst>
      <p:ext uri="{BB962C8B-B14F-4D97-AF65-F5344CB8AC3E}">
        <p14:creationId xmlns:p14="http://schemas.microsoft.com/office/powerpoint/2010/main" val="1192025864"/>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11F33405-DAD8-7C2D-80E9-40859B37BED0}"/>
              </a:ext>
            </a:extLst>
          </p:cNvPr>
          <p:cNvSpPr>
            <a:spLocks noGrp="1"/>
          </p:cNvSpPr>
          <p:nvPr>
            <p:ph type="dt" sz="half" idx="10"/>
          </p:nvPr>
        </p:nvSpPr>
        <p:spPr/>
        <p:txBody>
          <a:bodyPr/>
          <a:lstStyle>
            <a:lvl1pPr>
              <a:defRPr/>
            </a:lvl1pPr>
          </a:lstStyle>
          <a:p>
            <a:pPr>
              <a:defRPr/>
            </a:pPr>
            <a:fld id="{03672DE9-78C6-4E9C-926A-E31F77C96C42}" type="datetime1">
              <a:rPr lang="en-US"/>
              <a:pPr>
                <a:defRPr/>
              </a:pPr>
              <a:t>5/11/2026</a:t>
            </a:fld>
            <a:endParaRPr/>
          </a:p>
        </p:txBody>
      </p:sp>
      <p:sp>
        <p:nvSpPr>
          <p:cNvPr id="6" name="Footer Placeholder 5">
            <a:extLst>
              <a:ext uri="{FF2B5EF4-FFF2-40B4-BE49-F238E27FC236}">
                <a16:creationId xmlns:a16="http://schemas.microsoft.com/office/drawing/2014/main" id="{D806FFC0-3D08-D2C0-2FBB-1C4DAAC4BCB3}"/>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7" name="Slide Number Placeholder 6">
            <a:extLst>
              <a:ext uri="{FF2B5EF4-FFF2-40B4-BE49-F238E27FC236}">
                <a16:creationId xmlns:a16="http://schemas.microsoft.com/office/drawing/2014/main" id="{85A01D9C-773D-B403-D99F-F5904441F2D6}"/>
              </a:ext>
            </a:extLst>
          </p:cNvPr>
          <p:cNvSpPr>
            <a:spLocks noGrp="1"/>
          </p:cNvSpPr>
          <p:nvPr>
            <p:ph type="sldNum" sz="quarter" idx="12"/>
          </p:nvPr>
        </p:nvSpPr>
        <p:spPr/>
        <p:txBody>
          <a:bodyPr/>
          <a:lstStyle>
            <a:lvl1pPr>
              <a:defRPr/>
            </a:lvl1pPr>
          </a:lstStyle>
          <a:p>
            <a:pPr>
              <a:defRPr/>
            </a:pPr>
            <a:fld id="{AAF52EED-3DAD-467F-878E-AC8F8A863C10}" type="slidenum">
              <a:rPr lang="en-US" altLang="en-US"/>
              <a:pPr>
                <a:defRPr/>
              </a:pPr>
              <a:t>‹#›</a:t>
            </a:fld>
            <a:endParaRPr lang="en-US" altLang="en-US"/>
          </a:p>
        </p:txBody>
      </p:sp>
    </p:spTree>
    <p:extLst>
      <p:ext uri="{BB962C8B-B14F-4D97-AF65-F5344CB8AC3E}">
        <p14:creationId xmlns:p14="http://schemas.microsoft.com/office/powerpoint/2010/main" val="1172028353"/>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873AB732-0B5F-75C6-E48D-BD4C8E8E4F15}"/>
              </a:ext>
            </a:extLst>
          </p:cNvPr>
          <p:cNvSpPr>
            <a:spLocks noGrp="1"/>
          </p:cNvSpPr>
          <p:nvPr>
            <p:ph type="dt" sz="half" idx="10"/>
          </p:nvPr>
        </p:nvSpPr>
        <p:spPr/>
        <p:txBody>
          <a:bodyPr/>
          <a:lstStyle>
            <a:lvl1pPr>
              <a:defRPr/>
            </a:lvl1pPr>
          </a:lstStyle>
          <a:p>
            <a:pPr>
              <a:defRPr/>
            </a:pPr>
            <a:fld id="{B0A753E0-B33E-4CDA-8F7A-E6E6B622B1FE}" type="datetime1">
              <a:rPr lang="en-US"/>
              <a:pPr>
                <a:defRPr/>
              </a:pPr>
              <a:t>5/11/2026</a:t>
            </a:fld>
            <a:endParaRPr/>
          </a:p>
        </p:txBody>
      </p:sp>
      <p:sp>
        <p:nvSpPr>
          <p:cNvPr id="8" name="Footer Placeholder 7">
            <a:extLst>
              <a:ext uri="{FF2B5EF4-FFF2-40B4-BE49-F238E27FC236}">
                <a16:creationId xmlns:a16="http://schemas.microsoft.com/office/drawing/2014/main" id="{2F3364FC-ED17-F265-AC4C-E3E0748DA704}"/>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9" name="Slide Number Placeholder 8">
            <a:extLst>
              <a:ext uri="{FF2B5EF4-FFF2-40B4-BE49-F238E27FC236}">
                <a16:creationId xmlns:a16="http://schemas.microsoft.com/office/drawing/2014/main" id="{27D117B2-810A-23FA-B627-F0D339723198}"/>
              </a:ext>
            </a:extLst>
          </p:cNvPr>
          <p:cNvSpPr>
            <a:spLocks noGrp="1"/>
          </p:cNvSpPr>
          <p:nvPr>
            <p:ph type="sldNum" sz="quarter" idx="12"/>
          </p:nvPr>
        </p:nvSpPr>
        <p:spPr/>
        <p:txBody>
          <a:bodyPr/>
          <a:lstStyle>
            <a:lvl1pPr>
              <a:defRPr/>
            </a:lvl1pPr>
          </a:lstStyle>
          <a:p>
            <a:pPr>
              <a:defRPr/>
            </a:pPr>
            <a:fld id="{8A510F8F-630B-4B08-8C76-7CC7BA7D3BC5}" type="slidenum">
              <a:rPr lang="en-US" altLang="en-US"/>
              <a:pPr>
                <a:defRPr/>
              </a:pPr>
              <a:t>‹#›</a:t>
            </a:fld>
            <a:endParaRPr lang="en-US" altLang="en-US"/>
          </a:p>
        </p:txBody>
      </p:sp>
    </p:spTree>
    <p:extLst>
      <p:ext uri="{BB962C8B-B14F-4D97-AF65-F5344CB8AC3E}">
        <p14:creationId xmlns:p14="http://schemas.microsoft.com/office/powerpoint/2010/main" val="1855735089"/>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57ED0D05-9080-96F0-19A1-6C525AB4E30D}"/>
              </a:ext>
            </a:extLst>
          </p:cNvPr>
          <p:cNvSpPr>
            <a:spLocks noGrp="1"/>
          </p:cNvSpPr>
          <p:nvPr>
            <p:ph type="dt" sz="half" idx="10"/>
          </p:nvPr>
        </p:nvSpPr>
        <p:spPr/>
        <p:txBody>
          <a:bodyPr/>
          <a:lstStyle>
            <a:lvl1pPr>
              <a:defRPr/>
            </a:lvl1pPr>
          </a:lstStyle>
          <a:p>
            <a:pPr>
              <a:defRPr/>
            </a:pPr>
            <a:fld id="{816FCE10-352A-48A1-8C4A-0F7C139278C4}" type="datetime1">
              <a:rPr lang="en-US"/>
              <a:pPr>
                <a:defRPr/>
              </a:pPr>
              <a:t>5/11/2026</a:t>
            </a:fld>
            <a:endParaRPr/>
          </a:p>
        </p:txBody>
      </p:sp>
      <p:sp>
        <p:nvSpPr>
          <p:cNvPr id="4" name="Footer Placeholder 3">
            <a:extLst>
              <a:ext uri="{FF2B5EF4-FFF2-40B4-BE49-F238E27FC236}">
                <a16:creationId xmlns:a16="http://schemas.microsoft.com/office/drawing/2014/main" id="{8055D8EC-1F17-81E1-666B-9305D8966AAB}"/>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5" name="Slide Number Placeholder 4">
            <a:extLst>
              <a:ext uri="{FF2B5EF4-FFF2-40B4-BE49-F238E27FC236}">
                <a16:creationId xmlns:a16="http://schemas.microsoft.com/office/drawing/2014/main" id="{65ED2105-0229-2E36-EAE6-7053B90CC372}"/>
              </a:ext>
            </a:extLst>
          </p:cNvPr>
          <p:cNvSpPr>
            <a:spLocks noGrp="1"/>
          </p:cNvSpPr>
          <p:nvPr>
            <p:ph type="sldNum" sz="quarter" idx="12"/>
          </p:nvPr>
        </p:nvSpPr>
        <p:spPr/>
        <p:txBody>
          <a:bodyPr/>
          <a:lstStyle>
            <a:lvl1pPr>
              <a:defRPr/>
            </a:lvl1pPr>
          </a:lstStyle>
          <a:p>
            <a:pPr>
              <a:defRPr/>
            </a:pPr>
            <a:fld id="{C28A5B55-211B-45B9-87CF-D92BE7E034BD}" type="slidenum">
              <a:rPr lang="en-US" altLang="en-US"/>
              <a:pPr>
                <a:defRPr/>
              </a:pPr>
              <a:t>‹#›</a:t>
            </a:fld>
            <a:endParaRPr lang="en-US" altLang="en-US"/>
          </a:p>
        </p:txBody>
      </p:sp>
    </p:spTree>
    <p:extLst>
      <p:ext uri="{BB962C8B-B14F-4D97-AF65-F5344CB8AC3E}">
        <p14:creationId xmlns:p14="http://schemas.microsoft.com/office/powerpoint/2010/main" val="468155419"/>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077CFA-D277-0862-5134-E7B2411728AF}"/>
              </a:ext>
            </a:extLst>
          </p:cNvPr>
          <p:cNvSpPr>
            <a:spLocks noGrp="1"/>
          </p:cNvSpPr>
          <p:nvPr>
            <p:ph type="dt" sz="half" idx="10"/>
          </p:nvPr>
        </p:nvSpPr>
        <p:spPr/>
        <p:txBody>
          <a:bodyPr/>
          <a:lstStyle>
            <a:lvl1pPr>
              <a:defRPr/>
            </a:lvl1pPr>
          </a:lstStyle>
          <a:p>
            <a:pPr>
              <a:defRPr/>
            </a:pPr>
            <a:fld id="{8B4E9054-9BC4-44F3-A787-B0BE5E2A24A0}" type="datetime1">
              <a:rPr lang="en-US"/>
              <a:pPr>
                <a:defRPr/>
              </a:pPr>
              <a:t>5/11/2026</a:t>
            </a:fld>
            <a:endParaRPr/>
          </a:p>
        </p:txBody>
      </p:sp>
      <p:sp>
        <p:nvSpPr>
          <p:cNvPr id="3" name="Footer Placeholder 2">
            <a:extLst>
              <a:ext uri="{FF2B5EF4-FFF2-40B4-BE49-F238E27FC236}">
                <a16:creationId xmlns:a16="http://schemas.microsoft.com/office/drawing/2014/main" id="{C85419D4-498B-A7A3-C1C5-7781BCE092A9}"/>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4" name="Slide Number Placeholder 3">
            <a:extLst>
              <a:ext uri="{FF2B5EF4-FFF2-40B4-BE49-F238E27FC236}">
                <a16:creationId xmlns:a16="http://schemas.microsoft.com/office/drawing/2014/main" id="{B3D9E4B5-803B-010E-C7FA-761D4C92B0D6}"/>
              </a:ext>
            </a:extLst>
          </p:cNvPr>
          <p:cNvSpPr>
            <a:spLocks noGrp="1"/>
          </p:cNvSpPr>
          <p:nvPr>
            <p:ph type="sldNum" sz="quarter" idx="12"/>
          </p:nvPr>
        </p:nvSpPr>
        <p:spPr/>
        <p:txBody>
          <a:bodyPr/>
          <a:lstStyle>
            <a:lvl1pPr>
              <a:defRPr/>
            </a:lvl1pPr>
          </a:lstStyle>
          <a:p>
            <a:pPr>
              <a:defRPr/>
            </a:pPr>
            <a:fld id="{E6E2F8A6-CFF7-4E76-9D5A-52A652640956}" type="slidenum">
              <a:rPr lang="en-US" altLang="en-US"/>
              <a:pPr>
                <a:defRPr/>
              </a:pPr>
              <a:t>‹#›</a:t>
            </a:fld>
            <a:endParaRPr lang="en-US" altLang="en-US"/>
          </a:p>
        </p:txBody>
      </p:sp>
    </p:spTree>
    <p:extLst>
      <p:ext uri="{BB962C8B-B14F-4D97-AF65-F5344CB8AC3E}">
        <p14:creationId xmlns:p14="http://schemas.microsoft.com/office/powerpoint/2010/main" val="1038451593"/>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38976D82-D9B7-C909-BDF3-594CF5940668}"/>
              </a:ext>
            </a:extLst>
          </p:cNvPr>
          <p:cNvSpPr>
            <a:spLocks noGrp="1"/>
          </p:cNvSpPr>
          <p:nvPr>
            <p:ph type="dt" sz="half" idx="10"/>
          </p:nvPr>
        </p:nvSpPr>
        <p:spPr/>
        <p:txBody>
          <a:bodyPr/>
          <a:lstStyle>
            <a:lvl1pPr>
              <a:defRPr/>
            </a:lvl1pPr>
          </a:lstStyle>
          <a:p>
            <a:pPr>
              <a:defRPr/>
            </a:pPr>
            <a:fld id="{44D5F637-FD79-4363-BCBB-73149B447D70}" type="datetime1">
              <a:rPr lang="en-US"/>
              <a:pPr>
                <a:defRPr/>
              </a:pPr>
              <a:t>5/11/2026</a:t>
            </a:fld>
            <a:endParaRPr/>
          </a:p>
        </p:txBody>
      </p:sp>
      <p:sp>
        <p:nvSpPr>
          <p:cNvPr id="6" name="Footer Placeholder 5">
            <a:extLst>
              <a:ext uri="{FF2B5EF4-FFF2-40B4-BE49-F238E27FC236}">
                <a16:creationId xmlns:a16="http://schemas.microsoft.com/office/drawing/2014/main" id="{3FB9211F-8597-C710-24F3-F6D9335296BB}"/>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7" name="Slide Number Placeholder 6">
            <a:extLst>
              <a:ext uri="{FF2B5EF4-FFF2-40B4-BE49-F238E27FC236}">
                <a16:creationId xmlns:a16="http://schemas.microsoft.com/office/drawing/2014/main" id="{A69ADBCF-B0D4-F5E1-9C54-020F9ED93EAE}"/>
              </a:ext>
            </a:extLst>
          </p:cNvPr>
          <p:cNvSpPr>
            <a:spLocks noGrp="1"/>
          </p:cNvSpPr>
          <p:nvPr>
            <p:ph type="sldNum" sz="quarter" idx="12"/>
          </p:nvPr>
        </p:nvSpPr>
        <p:spPr/>
        <p:txBody>
          <a:bodyPr/>
          <a:lstStyle>
            <a:lvl1pPr>
              <a:defRPr/>
            </a:lvl1pPr>
          </a:lstStyle>
          <a:p>
            <a:pPr>
              <a:defRPr/>
            </a:pPr>
            <a:fld id="{7D01983F-75D2-45A2-8974-52E295207B0A}" type="slidenum">
              <a:rPr lang="en-US" altLang="en-US"/>
              <a:pPr>
                <a:defRPr/>
              </a:pPr>
              <a:t>‹#›</a:t>
            </a:fld>
            <a:endParaRPr lang="en-US" altLang="en-US"/>
          </a:p>
        </p:txBody>
      </p:sp>
    </p:spTree>
    <p:extLst>
      <p:ext uri="{BB962C8B-B14F-4D97-AF65-F5344CB8AC3E}">
        <p14:creationId xmlns:p14="http://schemas.microsoft.com/office/powerpoint/2010/main" val="4051436685"/>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5C37E7DD-991F-B48F-DB75-8432EB7FD7E3}"/>
              </a:ext>
            </a:extLst>
          </p:cNvPr>
          <p:cNvSpPr>
            <a:spLocks noGrp="1"/>
          </p:cNvSpPr>
          <p:nvPr>
            <p:ph type="dt" sz="half" idx="10"/>
          </p:nvPr>
        </p:nvSpPr>
        <p:spPr/>
        <p:txBody>
          <a:bodyPr/>
          <a:lstStyle>
            <a:lvl1pPr>
              <a:defRPr/>
            </a:lvl1pPr>
          </a:lstStyle>
          <a:p>
            <a:pPr>
              <a:defRPr/>
            </a:pPr>
            <a:fld id="{E87B6441-F809-46E9-A925-7CADED8498CC}" type="datetime1">
              <a:rPr lang="en-US"/>
              <a:pPr>
                <a:defRPr/>
              </a:pPr>
              <a:t>5/11/2026</a:t>
            </a:fld>
            <a:endParaRPr/>
          </a:p>
        </p:txBody>
      </p:sp>
      <p:sp>
        <p:nvSpPr>
          <p:cNvPr id="6" name="Footer Placeholder 5">
            <a:extLst>
              <a:ext uri="{FF2B5EF4-FFF2-40B4-BE49-F238E27FC236}">
                <a16:creationId xmlns:a16="http://schemas.microsoft.com/office/drawing/2014/main" id="{6E527286-C25A-1056-69E6-0792B5B92B03}"/>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7" name="Slide Number Placeholder 6">
            <a:extLst>
              <a:ext uri="{FF2B5EF4-FFF2-40B4-BE49-F238E27FC236}">
                <a16:creationId xmlns:a16="http://schemas.microsoft.com/office/drawing/2014/main" id="{40637C0A-7220-93AA-0C97-F790E39B9CD5}"/>
              </a:ext>
            </a:extLst>
          </p:cNvPr>
          <p:cNvSpPr>
            <a:spLocks noGrp="1"/>
          </p:cNvSpPr>
          <p:nvPr>
            <p:ph type="sldNum" sz="quarter" idx="12"/>
          </p:nvPr>
        </p:nvSpPr>
        <p:spPr/>
        <p:txBody>
          <a:bodyPr/>
          <a:lstStyle>
            <a:lvl1pPr>
              <a:defRPr/>
            </a:lvl1pPr>
          </a:lstStyle>
          <a:p>
            <a:pPr>
              <a:defRPr/>
            </a:pPr>
            <a:fld id="{C2F84CD5-3014-4D92-AED4-375B1F7DD53A}" type="slidenum">
              <a:rPr lang="en-US" altLang="en-US"/>
              <a:pPr>
                <a:defRPr/>
              </a:pPr>
              <a:t>‹#›</a:t>
            </a:fld>
            <a:endParaRPr lang="en-US" altLang="en-US"/>
          </a:p>
        </p:txBody>
      </p:sp>
    </p:spTree>
    <p:extLst>
      <p:ext uri="{BB962C8B-B14F-4D97-AF65-F5344CB8AC3E}">
        <p14:creationId xmlns:p14="http://schemas.microsoft.com/office/powerpoint/2010/main" val="2824993369"/>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AC3F4E61-5421-FEDF-6BA6-3418742FAA0E}"/>
              </a:ext>
            </a:extLst>
          </p:cNvPr>
          <p:cNvSpPr>
            <a:spLocks noGrp="1"/>
          </p:cNvSpPr>
          <p:nvPr>
            <p:ph type="dt" sz="half" idx="10"/>
          </p:nvPr>
        </p:nvSpPr>
        <p:spPr/>
        <p:txBody>
          <a:bodyPr/>
          <a:lstStyle>
            <a:lvl1pPr>
              <a:defRPr/>
            </a:lvl1pPr>
          </a:lstStyle>
          <a:p>
            <a:pPr>
              <a:defRPr/>
            </a:pPr>
            <a:fld id="{1D8EF626-69DB-4BEF-8EAC-D3A6AC19F0EF}" type="datetime1">
              <a:rPr lang="en-US"/>
              <a:pPr>
                <a:defRPr/>
              </a:pPr>
              <a:t>5/11/2026</a:t>
            </a:fld>
            <a:endParaRPr/>
          </a:p>
        </p:txBody>
      </p:sp>
      <p:sp>
        <p:nvSpPr>
          <p:cNvPr id="5" name="Footer Placeholder 4">
            <a:extLst>
              <a:ext uri="{FF2B5EF4-FFF2-40B4-BE49-F238E27FC236}">
                <a16:creationId xmlns:a16="http://schemas.microsoft.com/office/drawing/2014/main" id="{1BCB5BA3-6852-8B17-042C-5CAB11C89D02}"/>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6" name="Slide Number Placeholder 5">
            <a:extLst>
              <a:ext uri="{FF2B5EF4-FFF2-40B4-BE49-F238E27FC236}">
                <a16:creationId xmlns:a16="http://schemas.microsoft.com/office/drawing/2014/main" id="{EB0880AA-6819-031A-3F77-9FCEB8730C6F}"/>
              </a:ext>
            </a:extLst>
          </p:cNvPr>
          <p:cNvSpPr>
            <a:spLocks noGrp="1"/>
          </p:cNvSpPr>
          <p:nvPr>
            <p:ph type="sldNum" sz="quarter" idx="12"/>
          </p:nvPr>
        </p:nvSpPr>
        <p:spPr/>
        <p:txBody>
          <a:bodyPr/>
          <a:lstStyle>
            <a:lvl1pPr>
              <a:defRPr/>
            </a:lvl1pPr>
          </a:lstStyle>
          <a:p>
            <a:pPr>
              <a:defRPr/>
            </a:pPr>
            <a:fld id="{95C74681-8854-4610-AA4E-9A358B858E5A}" type="slidenum">
              <a:rPr lang="en-US" altLang="en-US"/>
              <a:pPr>
                <a:defRPr/>
              </a:pPr>
              <a:t>‹#›</a:t>
            </a:fld>
            <a:endParaRPr lang="en-US" altLang="en-US"/>
          </a:p>
        </p:txBody>
      </p:sp>
    </p:spTree>
    <p:extLst>
      <p:ext uri="{BB962C8B-B14F-4D97-AF65-F5344CB8AC3E}">
        <p14:creationId xmlns:p14="http://schemas.microsoft.com/office/powerpoint/2010/main" val="2028556454"/>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4A896A3E-85EF-B0FC-43C7-7760952D2630}"/>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F6B4968D-E7D8-AED4-A8BE-712D8B7C2589}"/>
                </a:ext>
              </a:extLst>
            </p:cNvPr>
            <p:cNvCxnSpPr/>
            <p:nvPr/>
          </p:nvCxnSpPr>
          <p:spPr>
            <a:xfrm rot="10800000">
              <a:off x="1073151" y="1167986"/>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9210D57-25FF-2AC3-21BD-5BBC0469BC85}"/>
                </a:ext>
              </a:extLst>
            </p:cNvPr>
            <p:cNvCxnSpPr/>
            <p:nvPr/>
          </p:nvCxnSpPr>
          <p:spPr>
            <a:xfrm rot="10800000">
              <a:off x="1073151" y="1231112"/>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2B817B93-B307-64A5-040A-42E3E5CC3D99}"/>
              </a:ext>
            </a:extLst>
          </p:cNvPr>
          <p:cNvSpPr>
            <a:spLocks noGrp="1"/>
          </p:cNvSpPr>
          <p:nvPr>
            <p:ph type="dt" sz="half" idx="10"/>
          </p:nvPr>
        </p:nvSpPr>
        <p:spPr/>
        <p:txBody>
          <a:bodyPr/>
          <a:lstStyle>
            <a:lvl1pPr>
              <a:defRPr/>
            </a:lvl1pPr>
          </a:lstStyle>
          <a:p>
            <a:pPr>
              <a:defRPr/>
            </a:pPr>
            <a:fld id="{DBD251A1-7A1A-49A0-B146-C3ED1F0D1E70}" type="datetime1">
              <a:rPr lang="en-US"/>
              <a:pPr>
                <a:defRPr/>
              </a:pPr>
              <a:t>5/11/2026</a:t>
            </a:fld>
            <a:endParaRPr/>
          </a:p>
        </p:txBody>
      </p:sp>
      <p:sp>
        <p:nvSpPr>
          <p:cNvPr id="8" name="Footer Placeholder 4">
            <a:extLst>
              <a:ext uri="{FF2B5EF4-FFF2-40B4-BE49-F238E27FC236}">
                <a16:creationId xmlns:a16="http://schemas.microsoft.com/office/drawing/2014/main" id="{220CA5DE-744F-8DE9-991F-FBDA441803A0}"/>
              </a:ext>
            </a:extLst>
          </p:cNvPr>
          <p:cNvSpPr>
            <a:spLocks noGrp="1"/>
          </p:cNvSpPr>
          <p:nvPr>
            <p:ph type="ftr" sz="quarter" idx="11"/>
          </p:nvPr>
        </p:nvSpPr>
        <p:spPr/>
        <p:txBody>
          <a:bodyPr/>
          <a:lstStyle>
            <a:lvl1pPr>
              <a:defRPr/>
            </a:lvl1pPr>
          </a:lstStyle>
          <a:p>
            <a:pPr>
              <a:defRPr/>
            </a:pPr>
            <a:r>
              <a:rPr lang="en-IN"/>
              <a:t>Communication and Soft Skills Dept.     CPT 2020-2021</a:t>
            </a:r>
            <a:endParaRPr/>
          </a:p>
        </p:txBody>
      </p:sp>
      <p:sp>
        <p:nvSpPr>
          <p:cNvPr id="9" name="Slide Number Placeholder 5">
            <a:extLst>
              <a:ext uri="{FF2B5EF4-FFF2-40B4-BE49-F238E27FC236}">
                <a16:creationId xmlns:a16="http://schemas.microsoft.com/office/drawing/2014/main" id="{9E6F6046-C7C6-461C-6D46-E67ED95F25B8}"/>
              </a:ext>
            </a:extLst>
          </p:cNvPr>
          <p:cNvSpPr>
            <a:spLocks noGrp="1"/>
          </p:cNvSpPr>
          <p:nvPr>
            <p:ph type="sldNum" sz="quarter" idx="12"/>
          </p:nvPr>
        </p:nvSpPr>
        <p:spPr/>
        <p:txBody>
          <a:bodyPr/>
          <a:lstStyle>
            <a:lvl1pPr>
              <a:defRPr/>
            </a:lvl1pPr>
          </a:lstStyle>
          <a:p>
            <a:pPr>
              <a:defRPr/>
            </a:pPr>
            <a:fld id="{38C83064-5271-4C8D-8181-6DDF689EED81}" type="slidenum">
              <a:rPr lang="en-US" altLang="en-US"/>
              <a:pPr>
                <a:defRPr/>
              </a:pPr>
              <a:t>‹#›</a:t>
            </a:fld>
            <a:endParaRPr lang="en-US" altLang="en-US"/>
          </a:p>
        </p:txBody>
      </p:sp>
    </p:spTree>
    <p:extLst>
      <p:ext uri="{BB962C8B-B14F-4D97-AF65-F5344CB8AC3E}">
        <p14:creationId xmlns:p14="http://schemas.microsoft.com/office/powerpoint/2010/main" val="252671580"/>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8B936-544C-44CE-9817-6F3DAF3B1C50}"/>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3D2D647A-ACD4-49FB-951C-5B1CDED0701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11">
            <a:extLst>
              <a:ext uri="{FF2B5EF4-FFF2-40B4-BE49-F238E27FC236}">
                <a16:creationId xmlns:a16="http://schemas.microsoft.com/office/drawing/2014/main" id="{C92D561F-381E-4C9C-843D-AAE636F15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4B4BBA62-0FB3-4BDD-8CC7-071D50899199}"/>
              </a:ext>
            </a:extLst>
          </p:cNvPr>
          <p:cNvSpPr>
            <a:spLocks noGrp="1"/>
          </p:cNvSpPr>
          <p:nvPr>
            <p:ph type="dt" sz="half" idx="10"/>
          </p:nvPr>
        </p:nvSpPr>
        <p:spPr/>
        <p:txBody>
          <a:bodyPr/>
          <a:lstStyle>
            <a:lvl1pPr>
              <a:defRPr/>
            </a:lvl1pPr>
          </a:lstStyle>
          <a:p>
            <a:pPr>
              <a:defRPr/>
            </a:pPr>
            <a:fld id="{B09FB242-519E-4BEB-A9B0-5959864A85FE}" type="datetime3">
              <a:rPr lang="en-US"/>
              <a:pPr>
                <a:defRPr/>
              </a:pPr>
              <a:t>11 May 2026</a:t>
            </a:fld>
            <a:endParaRPr/>
          </a:p>
        </p:txBody>
      </p:sp>
      <p:sp>
        <p:nvSpPr>
          <p:cNvPr id="8" name="Footer Placeholder 4">
            <a:extLst>
              <a:ext uri="{FF2B5EF4-FFF2-40B4-BE49-F238E27FC236}">
                <a16:creationId xmlns:a16="http://schemas.microsoft.com/office/drawing/2014/main" id="{1CBDF418-F9CE-44F8-ADD0-18ABEB4128C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AFB02EAF-79E6-4B52-B5BA-41EE2566FF3F}"/>
              </a:ext>
            </a:extLst>
          </p:cNvPr>
          <p:cNvSpPr>
            <a:spLocks noGrp="1"/>
          </p:cNvSpPr>
          <p:nvPr>
            <p:ph type="sldNum" sz="quarter" idx="12"/>
          </p:nvPr>
        </p:nvSpPr>
        <p:spPr/>
        <p:txBody>
          <a:bodyPr/>
          <a:lstStyle>
            <a:lvl1pPr>
              <a:defRPr/>
            </a:lvl1pPr>
          </a:lstStyle>
          <a:p>
            <a:pPr>
              <a:defRPr/>
            </a:pPr>
            <a:fld id="{A3A9318E-3420-4128-979F-EB0DA0B56512}" type="slidenum">
              <a:rPr lang="en-US" altLang="en-US"/>
              <a:pPr>
                <a:defRPr/>
              </a:pPr>
              <a:t>‹#›</a:t>
            </a:fld>
            <a:endParaRPr lang="en-US" altLang="en-US"/>
          </a:p>
        </p:txBody>
      </p:sp>
    </p:spTree>
    <p:extLst>
      <p:ext uri="{BB962C8B-B14F-4D97-AF65-F5344CB8AC3E}">
        <p14:creationId xmlns:p14="http://schemas.microsoft.com/office/powerpoint/2010/main" val="1991342238"/>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E6FB7D83-5BEC-47C4-B156-A9014EFDBDE7}"/>
              </a:ext>
            </a:extLst>
          </p:cNvPr>
          <p:cNvSpPr>
            <a:spLocks noGrp="1"/>
          </p:cNvSpPr>
          <p:nvPr>
            <p:ph type="dt" sz="half" idx="10"/>
          </p:nvPr>
        </p:nvSpPr>
        <p:spPr/>
        <p:txBody>
          <a:bodyPr/>
          <a:lstStyle>
            <a:lvl1pPr>
              <a:defRPr/>
            </a:lvl1pPr>
          </a:lstStyle>
          <a:p>
            <a:pPr>
              <a:defRPr/>
            </a:pPr>
            <a:fld id="{8A01D4D5-BB00-4613-8DBB-C9343634E7FD}" type="datetime3">
              <a:rPr lang="en-US"/>
              <a:pPr>
                <a:defRPr/>
              </a:pPr>
              <a:t>11 May 2026</a:t>
            </a:fld>
            <a:endParaRPr/>
          </a:p>
        </p:txBody>
      </p:sp>
      <p:sp>
        <p:nvSpPr>
          <p:cNvPr id="5" name="Footer Placeholder 4">
            <a:extLst>
              <a:ext uri="{FF2B5EF4-FFF2-40B4-BE49-F238E27FC236}">
                <a16:creationId xmlns:a16="http://schemas.microsoft.com/office/drawing/2014/main" id="{7E438E0A-367B-4384-897B-38845FEDF94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AE7AE690-3494-49A8-BD5F-76F43D5F3FC5}"/>
              </a:ext>
            </a:extLst>
          </p:cNvPr>
          <p:cNvSpPr>
            <a:spLocks noGrp="1"/>
          </p:cNvSpPr>
          <p:nvPr>
            <p:ph type="sldNum" sz="quarter" idx="12"/>
          </p:nvPr>
        </p:nvSpPr>
        <p:spPr/>
        <p:txBody>
          <a:bodyPr/>
          <a:lstStyle>
            <a:lvl1pPr>
              <a:defRPr/>
            </a:lvl1pPr>
          </a:lstStyle>
          <a:p>
            <a:pPr>
              <a:defRPr/>
            </a:pPr>
            <a:fld id="{2B250308-8EA2-45DA-8A7F-62B678343587}" type="slidenum">
              <a:rPr lang="en-US" altLang="en-US"/>
              <a:pPr>
                <a:defRPr/>
              </a:pPr>
              <a:t>‹#›</a:t>
            </a:fld>
            <a:endParaRPr lang="en-US" altLang="en-US"/>
          </a:p>
        </p:txBody>
      </p:sp>
    </p:spTree>
    <p:extLst>
      <p:ext uri="{BB962C8B-B14F-4D97-AF65-F5344CB8AC3E}">
        <p14:creationId xmlns:p14="http://schemas.microsoft.com/office/powerpoint/2010/main" val="3237173205"/>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94B0845E-FF46-4FB5-B426-5AF9E1D25977}"/>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5CE99041-9D3F-4C93-9607-ACB2E6353496}"/>
                </a:ext>
              </a:extLst>
            </p:cNvPr>
            <p:cNvCxnSpPr/>
            <p:nvPr/>
          </p:nvCxnSpPr>
          <p:spPr>
            <a:xfrm>
              <a:off x="540304"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A85809-185A-4134-B90D-9FD923E2D9C7}"/>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F64B5766-437B-4BA5-A4B6-A0518AC146A6}"/>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3D15B3FF-43DB-41C0-9E96-7AFD1BE84CFB}"/>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E9303D-49D3-4BDD-8F68-42EF01CFC9B0}"/>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0F539458-2A9E-4643-9DB0-A1BDD2D2839B}"/>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3" name="Rectangle 12">
            <a:extLst>
              <a:ext uri="{FF2B5EF4-FFF2-40B4-BE49-F238E27FC236}">
                <a16:creationId xmlns:a16="http://schemas.microsoft.com/office/drawing/2014/main" id="{9C381BFC-98B2-4B25-91E0-7067E6C76FD9}"/>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4" name="Picture 19">
            <a:extLst>
              <a:ext uri="{FF2B5EF4-FFF2-40B4-BE49-F238E27FC236}">
                <a16:creationId xmlns:a16="http://schemas.microsoft.com/office/drawing/2014/main" id="{EE4FDB21-F36C-4FDC-A53B-416C59C7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3855713210"/>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DFCD78F7-5D3F-4DC6-978D-D2039072C6B8}"/>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B2ABD06D-71BB-449C-89C9-B078F9E02351}"/>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333E3B0D-70EE-49F5-9DFF-AD8A77BDA6A7}"/>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9170850-1217-459E-A644-C7098F45B91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9EC8E82-86A1-4E4A-BCE2-047DCB71AC00}"/>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6E1318AA-DC14-4638-A8F3-DC49F1B31D7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BA192468-6591-4AFA-9669-9EBF9796D405}"/>
                  </a:ext>
                </a:extLst>
              </p:cNvPr>
              <p:cNvCxnSpPr/>
              <p:nvPr/>
            </p:nvCxnSpPr>
            <p:spPr>
              <a:xfrm>
                <a:off x="540304"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6FB6B5-5992-4984-8D8A-58DC3E5FEB98}"/>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a:extLst>
              <a:ext uri="{FF2B5EF4-FFF2-40B4-BE49-F238E27FC236}">
                <a16:creationId xmlns:a16="http://schemas.microsoft.com/office/drawing/2014/main" id="{D635617A-91B2-4315-8939-DA8008E00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907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8743D052-84AC-47D0-BB53-0C128A7817C0}"/>
              </a:ext>
            </a:extLst>
          </p:cNvPr>
          <p:cNvSpPr>
            <a:spLocks noGrp="1"/>
          </p:cNvSpPr>
          <p:nvPr>
            <p:ph type="dt" sz="half" idx="10"/>
          </p:nvPr>
        </p:nvSpPr>
        <p:spPr/>
        <p:txBody>
          <a:bodyPr/>
          <a:lstStyle>
            <a:lvl1pPr>
              <a:defRPr/>
            </a:lvl1pPr>
          </a:lstStyle>
          <a:p>
            <a:pPr>
              <a:defRPr/>
            </a:pPr>
            <a:fld id="{5F150E37-71A2-4095-98F0-DED1EE61118A}" type="datetime3">
              <a:rPr lang="en-US"/>
              <a:pPr>
                <a:defRPr/>
              </a:pPr>
              <a:t>11 May 2026</a:t>
            </a:fld>
            <a:endParaRPr/>
          </a:p>
        </p:txBody>
      </p:sp>
      <p:sp>
        <p:nvSpPr>
          <p:cNvPr id="14" name="Footer Placeholder 4">
            <a:extLst>
              <a:ext uri="{FF2B5EF4-FFF2-40B4-BE49-F238E27FC236}">
                <a16:creationId xmlns:a16="http://schemas.microsoft.com/office/drawing/2014/main" id="{4D190324-E9EA-49D1-B870-FE56628CEAF2}"/>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15" name="Slide Number Placeholder 5">
            <a:extLst>
              <a:ext uri="{FF2B5EF4-FFF2-40B4-BE49-F238E27FC236}">
                <a16:creationId xmlns:a16="http://schemas.microsoft.com/office/drawing/2014/main" id="{81714E59-FBC3-409F-86DD-28CC82424013}"/>
              </a:ext>
            </a:extLst>
          </p:cNvPr>
          <p:cNvSpPr>
            <a:spLocks noGrp="1"/>
          </p:cNvSpPr>
          <p:nvPr>
            <p:ph type="sldNum" sz="quarter" idx="12"/>
          </p:nvPr>
        </p:nvSpPr>
        <p:spPr/>
        <p:txBody>
          <a:bodyPr/>
          <a:lstStyle>
            <a:lvl1pPr>
              <a:defRPr/>
            </a:lvl1pPr>
          </a:lstStyle>
          <a:p>
            <a:pPr>
              <a:defRPr/>
            </a:pPr>
            <a:fld id="{E9D7D312-C288-4444-865C-1A10C55386BB}" type="slidenum">
              <a:rPr lang="en-US" altLang="en-US"/>
              <a:pPr>
                <a:defRPr/>
              </a:pPr>
              <a:t>‹#›</a:t>
            </a:fld>
            <a:endParaRPr lang="en-US" altLang="en-US"/>
          </a:p>
        </p:txBody>
      </p:sp>
    </p:spTree>
    <p:extLst>
      <p:ext uri="{BB962C8B-B14F-4D97-AF65-F5344CB8AC3E}">
        <p14:creationId xmlns:p14="http://schemas.microsoft.com/office/powerpoint/2010/main" val="750227725"/>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E8DE0A5F-F948-4B77-A4A0-F2914D10494D}"/>
              </a:ext>
            </a:extLst>
          </p:cNvPr>
          <p:cNvSpPr>
            <a:spLocks noGrp="1"/>
          </p:cNvSpPr>
          <p:nvPr>
            <p:ph type="dt" sz="half" idx="10"/>
          </p:nvPr>
        </p:nvSpPr>
        <p:spPr/>
        <p:txBody>
          <a:bodyPr/>
          <a:lstStyle>
            <a:lvl1pPr>
              <a:defRPr/>
            </a:lvl1pPr>
          </a:lstStyle>
          <a:p>
            <a:pPr>
              <a:defRPr/>
            </a:pPr>
            <a:fld id="{135C75AA-AE1A-44AB-9DD1-6FC3F4F644CB}" type="datetime3">
              <a:rPr lang="en-US"/>
              <a:pPr>
                <a:defRPr/>
              </a:pPr>
              <a:t>11 May 2026</a:t>
            </a:fld>
            <a:endParaRPr/>
          </a:p>
        </p:txBody>
      </p:sp>
      <p:sp>
        <p:nvSpPr>
          <p:cNvPr id="6" name="Footer Placeholder 5">
            <a:extLst>
              <a:ext uri="{FF2B5EF4-FFF2-40B4-BE49-F238E27FC236}">
                <a16:creationId xmlns:a16="http://schemas.microsoft.com/office/drawing/2014/main" id="{28761AD7-F111-451A-BD55-28206492E65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3801755A-45F3-4F74-9BB3-74895E0C5C9F}"/>
              </a:ext>
            </a:extLst>
          </p:cNvPr>
          <p:cNvSpPr>
            <a:spLocks noGrp="1"/>
          </p:cNvSpPr>
          <p:nvPr>
            <p:ph type="sldNum" sz="quarter" idx="12"/>
          </p:nvPr>
        </p:nvSpPr>
        <p:spPr/>
        <p:txBody>
          <a:bodyPr/>
          <a:lstStyle>
            <a:lvl1pPr>
              <a:defRPr/>
            </a:lvl1pPr>
          </a:lstStyle>
          <a:p>
            <a:pPr>
              <a:defRPr/>
            </a:pPr>
            <a:fld id="{78B5D8D1-0D53-4E98-9458-788B1B7DB868}" type="slidenum">
              <a:rPr lang="en-US" altLang="en-US"/>
              <a:pPr>
                <a:defRPr/>
              </a:pPr>
              <a:t>‹#›</a:t>
            </a:fld>
            <a:endParaRPr lang="en-US" altLang="en-US"/>
          </a:p>
        </p:txBody>
      </p:sp>
    </p:spTree>
    <p:extLst>
      <p:ext uri="{BB962C8B-B14F-4D97-AF65-F5344CB8AC3E}">
        <p14:creationId xmlns:p14="http://schemas.microsoft.com/office/powerpoint/2010/main" val="3131456145"/>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DA5BF879-C60C-4E10-A1B9-88755158FA09}"/>
              </a:ext>
            </a:extLst>
          </p:cNvPr>
          <p:cNvSpPr>
            <a:spLocks noGrp="1"/>
          </p:cNvSpPr>
          <p:nvPr>
            <p:ph type="dt" sz="half" idx="10"/>
          </p:nvPr>
        </p:nvSpPr>
        <p:spPr/>
        <p:txBody>
          <a:bodyPr/>
          <a:lstStyle>
            <a:lvl1pPr>
              <a:defRPr/>
            </a:lvl1pPr>
          </a:lstStyle>
          <a:p>
            <a:pPr>
              <a:defRPr/>
            </a:pPr>
            <a:fld id="{3E1BC8C3-3A46-47BC-AD46-1556DE646614}" type="datetime3">
              <a:rPr lang="en-US"/>
              <a:pPr>
                <a:defRPr/>
              </a:pPr>
              <a:t>11 May 2026</a:t>
            </a:fld>
            <a:endParaRPr/>
          </a:p>
        </p:txBody>
      </p:sp>
      <p:sp>
        <p:nvSpPr>
          <p:cNvPr id="8" name="Footer Placeholder 7">
            <a:extLst>
              <a:ext uri="{FF2B5EF4-FFF2-40B4-BE49-F238E27FC236}">
                <a16:creationId xmlns:a16="http://schemas.microsoft.com/office/drawing/2014/main" id="{8F085D3B-23DE-4188-812A-22C4F33639E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8">
            <a:extLst>
              <a:ext uri="{FF2B5EF4-FFF2-40B4-BE49-F238E27FC236}">
                <a16:creationId xmlns:a16="http://schemas.microsoft.com/office/drawing/2014/main" id="{7B3952DE-71F7-412B-BB8C-C26928D6B1B9}"/>
              </a:ext>
            </a:extLst>
          </p:cNvPr>
          <p:cNvSpPr>
            <a:spLocks noGrp="1"/>
          </p:cNvSpPr>
          <p:nvPr>
            <p:ph type="sldNum" sz="quarter" idx="12"/>
          </p:nvPr>
        </p:nvSpPr>
        <p:spPr/>
        <p:txBody>
          <a:bodyPr/>
          <a:lstStyle>
            <a:lvl1pPr>
              <a:defRPr/>
            </a:lvl1pPr>
          </a:lstStyle>
          <a:p>
            <a:pPr>
              <a:defRPr/>
            </a:pPr>
            <a:fld id="{55568B95-C5B8-42E6-B711-0A5DBC4E0EB9}" type="slidenum">
              <a:rPr lang="en-US" altLang="en-US"/>
              <a:pPr>
                <a:defRPr/>
              </a:pPr>
              <a:t>‹#›</a:t>
            </a:fld>
            <a:endParaRPr lang="en-US" altLang="en-US"/>
          </a:p>
        </p:txBody>
      </p:sp>
    </p:spTree>
    <p:extLst>
      <p:ext uri="{BB962C8B-B14F-4D97-AF65-F5344CB8AC3E}">
        <p14:creationId xmlns:p14="http://schemas.microsoft.com/office/powerpoint/2010/main" val="1135075751"/>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592B683-C88C-43DE-9844-4576C2BEDECE}"/>
              </a:ext>
            </a:extLst>
          </p:cNvPr>
          <p:cNvSpPr>
            <a:spLocks noGrp="1"/>
          </p:cNvSpPr>
          <p:nvPr>
            <p:ph type="dt" sz="half" idx="10"/>
          </p:nvPr>
        </p:nvSpPr>
        <p:spPr/>
        <p:txBody>
          <a:bodyPr/>
          <a:lstStyle>
            <a:lvl1pPr>
              <a:defRPr/>
            </a:lvl1pPr>
          </a:lstStyle>
          <a:p>
            <a:pPr>
              <a:defRPr/>
            </a:pPr>
            <a:fld id="{2F361D15-EEC6-4627-A468-67CAE44FC595}" type="datetime3">
              <a:rPr lang="en-US"/>
              <a:pPr>
                <a:defRPr/>
              </a:pPr>
              <a:t>11 May 2026</a:t>
            </a:fld>
            <a:endParaRPr/>
          </a:p>
        </p:txBody>
      </p:sp>
      <p:sp>
        <p:nvSpPr>
          <p:cNvPr id="4" name="Footer Placeholder 3">
            <a:extLst>
              <a:ext uri="{FF2B5EF4-FFF2-40B4-BE49-F238E27FC236}">
                <a16:creationId xmlns:a16="http://schemas.microsoft.com/office/drawing/2014/main" id="{0F80C7BB-D6C8-4963-8D22-C99DD2F1AEB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5" name="Slide Number Placeholder 4">
            <a:extLst>
              <a:ext uri="{FF2B5EF4-FFF2-40B4-BE49-F238E27FC236}">
                <a16:creationId xmlns:a16="http://schemas.microsoft.com/office/drawing/2014/main" id="{577AED31-A05E-4258-9B70-CB115E02D75A}"/>
              </a:ext>
            </a:extLst>
          </p:cNvPr>
          <p:cNvSpPr>
            <a:spLocks noGrp="1"/>
          </p:cNvSpPr>
          <p:nvPr>
            <p:ph type="sldNum" sz="quarter" idx="12"/>
          </p:nvPr>
        </p:nvSpPr>
        <p:spPr/>
        <p:txBody>
          <a:bodyPr/>
          <a:lstStyle>
            <a:lvl1pPr>
              <a:defRPr/>
            </a:lvl1pPr>
          </a:lstStyle>
          <a:p>
            <a:pPr>
              <a:defRPr/>
            </a:pPr>
            <a:fld id="{0CCE3C2F-FFE4-4D04-9F32-6D368B67F023}" type="slidenum">
              <a:rPr lang="en-US" altLang="en-US"/>
              <a:pPr>
                <a:defRPr/>
              </a:pPr>
              <a:t>‹#›</a:t>
            </a:fld>
            <a:endParaRPr lang="en-US" altLang="en-US"/>
          </a:p>
        </p:txBody>
      </p:sp>
    </p:spTree>
    <p:extLst>
      <p:ext uri="{BB962C8B-B14F-4D97-AF65-F5344CB8AC3E}">
        <p14:creationId xmlns:p14="http://schemas.microsoft.com/office/powerpoint/2010/main" val="2607562198"/>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DE01-0171-48E7-9090-D5B881D26047}"/>
              </a:ext>
            </a:extLst>
          </p:cNvPr>
          <p:cNvSpPr>
            <a:spLocks noGrp="1"/>
          </p:cNvSpPr>
          <p:nvPr>
            <p:ph type="dt" sz="half" idx="10"/>
          </p:nvPr>
        </p:nvSpPr>
        <p:spPr/>
        <p:txBody>
          <a:bodyPr/>
          <a:lstStyle>
            <a:lvl1pPr>
              <a:defRPr/>
            </a:lvl1pPr>
          </a:lstStyle>
          <a:p>
            <a:pPr>
              <a:defRPr/>
            </a:pPr>
            <a:fld id="{14F11A41-F1CC-4A2D-BEC5-954C45A58EE4}" type="datetime3">
              <a:rPr lang="en-US"/>
              <a:pPr>
                <a:defRPr/>
              </a:pPr>
              <a:t>11 May 2026</a:t>
            </a:fld>
            <a:endParaRPr/>
          </a:p>
        </p:txBody>
      </p:sp>
      <p:sp>
        <p:nvSpPr>
          <p:cNvPr id="3" name="Footer Placeholder 2">
            <a:extLst>
              <a:ext uri="{FF2B5EF4-FFF2-40B4-BE49-F238E27FC236}">
                <a16:creationId xmlns:a16="http://schemas.microsoft.com/office/drawing/2014/main" id="{841B570B-961B-4585-A2E3-6CCF46BA8E3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4" name="Slide Number Placeholder 3">
            <a:extLst>
              <a:ext uri="{FF2B5EF4-FFF2-40B4-BE49-F238E27FC236}">
                <a16:creationId xmlns:a16="http://schemas.microsoft.com/office/drawing/2014/main" id="{A5D4C2BB-F0A1-4598-9006-3237CD1C6478}"/>
              </a:ext>
            </a:extLst>
          </p:cNvPr>
          <p:cNvSpPr>
            <a:spLocks noGrp="1"/>
          </p:cNvSpPr>
          <p:nvPr>
            <p:ph type="sldNum" sz="quarter" idx="12"/>
          </p:nvPr>
        </p:nvSpPr>
        <p:spPr/>
        <p:txBody>
          <a:bodyPr/>
          <a:lstStyle>
            <a:lvl1pPr>
              <a:defRPr/>
            </a:lvl1pPr>
          </a:lstStyle>
          <a:p>
            <a:pPr>
              <a:defRPr/>
            </a:pPr>
            <a:fld id="{3B159404-096E-4491-BA35-272A35A35388}" type="slidenum">
              <a:rPr lang="en-US" altLang="en-US"/>
              <a:pPr>
                <a:defRPr/>
              </a:pPr>
              <a:t>‹#›</a:t>
            </a:fld>
            <a:endParaRPr lang="en-US" altLang="en-US"/>
          </a:p>
        </p:txBody>
      </p:sp>
    </p:spTree>
    <p:extLst>
      <p:ext uri="{BB962C8B-B14F-4D97-AF65-F5344CB8AC3E}">
        <p14:creationId xmlns:p14="http://schemas.microsoft.com/office/powerpoint/2010/main" val="22437484"/>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DD55E4A7-2CCF-48B4-8664-CBE27BC40E99}"/>
              </a:ext>
            </a:extLst>
          </p:cNvPr>
          <p:cNvSpPr>
            <a:spLocks noGrp="1"/>
          </p:cNvSpPr>
          <p:nvPr>
            <p:ph type="dt" sz="half" idx="10"/>
          </p:nvPr>
        </p:nvSpPr>
        <p:spPr/>
        <p:txBody>
          <a:bodyPr/>
          <a:lstStyle>
            <a:lvl1pPr>
              <a:defRPr/>
            </a:lvl1pPr>
          </a:lstStyle>
          <a:p>
            <a:pPr>
              <a:defRPr/>
            </a:pPr>
            <a:fld id="{C86D6241-EE3D-4F04-93EA-3FFC5ABFFD58}" type="datetime3">
              <a:rPr lang="en-US"/>
              <a:pPr>
                <a:defRPr/>
              </a:pPr>
              <a:t>11 May 2026</a:t>
            </a:fld>
            <a:endParaRPr/>
          </a:p>
        </p:txBody>
      </p:sp>
      <p:sp>
        <p:nvSpPr>
          <p:cNvPr id="6" name="Footer Placeholder 5">
            <a:extLst>
              <a:ext uri="{FF2B5EF4-FFF2-40B4-BE49-F238E27FC236}">
                <a16:creationId xmlns:a16="http://schemas.microsoft.com/office/drawing/2014/main" id="{21E2F328-8AE4-47FD-B78F-040A67662FB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2031F0E9-2735-42E8-9704-CD54F3FB5180}"/>
              </a:ext>
            </a:extLst>
          </p:cNvPr>
          <p:cNvSpPr>
            <a:spLocks noGrp="1"/>
          </p:cNvSpPr>
          <p:nvPr>
            <p:ph type="sldNum" sz="quarter" idx="12"/>
          </p:nvPr>
        </p:nvSpPr>
        <p:spPr/>
        <p:txBody>
          <a:bodyPr/>
          <a:lstStyle>
            <a:lvl1pPr>
              <a:defRPr/>
            </a:lvl1pPr>
          </a:lstStyle>
          <a:p>
            <a:pPr>
              <a:defRPr/>
            </a:pPr>
            <a:fld id="{F0F48F88-AB0D-4E28-BB2D-84173CF44F1A}" type="slidenum">
              <a:rPr lang="en-US" altLang="en-US"/>
              <a:pPr>
                <a:defRPr/>
              </a:pPr>
              <a:t>‹#›</a:t>
            </a:fld>
            <a:endParaRPr lang="en-US" altLang="en-US"/>
          </a:p>
        </p:txBody>
      </p:sp>
    </p:spTree>
    <p:extLst>
      <p:ext uri="{BB962C8B-B14F-4D97-AF65-F5344CB8AC3E}">
        <p14:creationId xmlns:p14="http://schemas.microsoft.com/office/powerpoint/2010/main" val="2081733426"/>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1F9A7D6D-8CD0-423F-89F1-E8CCBCF75056}"/>
              </a:ext>
            </a:extLst>
          </p:cNvPr>
          <p:cNvSpPr>
            <a:spLocks noGrp="1"/>
          </p:cNvSpPr>
          <p:nvPr>
            <p:ph type="dt" sz="half" idx="10"/>
          </p:nvPr>
        </p:nvSpPr>
        <p:spPr/>
        <p:txBody>
          <a:bodyPr/>
          <a:lstStyle>
            <a:lvl1pPr>
              <a:defRPr/>
            </a:lvl1pPr>
          </a:lstStyle>
          <a:p>
            <a:pPr>
              <a:defRPr/>
            </a:pPr>
            <a:fld id="{9A479816-A954-46E8-9A64-7038120B9648}" type="datetime3">
              <a:rPr lang="en-US"/>
              <a:pPr>
                <a:defRPr/>
              </a:pPr>
              <a:t>11 May 2026</a:t>
            </a:fld>
            <a:endParaRPr/>
          </a:p>
        </p:txBody>
      </p:sp>
      <p:sp>
        <p:nvSpPr>
          <p:cNvPr id="6" name="Footer Placeholder 5">
            <a:extLst>
              <a:ext uri="{FF2B5EF4-FFF2-40B4-BE49-F238E27FC236}">
                <a16:creationId xmlns:a16="http://schemas.microsoft.com/office/drawing/2014/main" id="{C00F7802-3826-4E8D-9680-195B0D38F12E}"/>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D7114693-9997-4C27-8BFD-5FEB86FCA2BD}"/>
              </a:ext>
            </a:extLst>
          </p:cNvPr>
          <p:cNvSpPr>
            <a:spLocks noGrp="1"/>
          </p:cNvSpPr>
          <p:nvPr>
            <p:ph type="sldNum" sz="quarter" idx="12"/>
          </p:nvPr>
        </p:nvSpPr>
        <p:spPr/>
        <p:txBody>
          <a:bodyPr/>
          <a:lstStyle>
            <a:lvl1pPr>
              <a:defRPr/>
            </a:lvl1pPr>
          </a:lstStyle>
          <a:p>
            <a:pPr>
              <a:defRPr/>
            </a:pPr>
            <a:fld id="{90962BF3-8439-4B95-905A-9C90EFFF6F89}" type="slidenum">
              <a:rPr lang="en-US" altLang="en-US"/>
              <a:pPr>
                <a:defRPr/>
              </a:pPr>
              <a:t>‹#›</a:t>
            </a:fld>
            <a:endParaRPr lang="en-US" altLang="en-US"/>
          </a:p>
        </p:txBody>
      </p:sp>
    </p:spTree>
    <p:extLst>
      <p:ext uri="{BB962C8B-B14F-4D97-AF65-F5344CB8AC3E}">
        <p14:creationId xmlns:p14="http://schemas.microsoft.com/office/powerpoint/2010/main" val="2521323474"/>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F2344A3-E107-42D0-AB53-5CCEDA7D6FF0}"/>
              </a:ext>
            </a:extLst>
          </p:cNvPr>
          <p:cNvSpPr>
            <a:spLocks noGrp="1"/>
          </p:cNvSpPr>
          <p:nvPr>
            <p:ph type="dt" sz="half" idx="10"/>
          </p:nvPr>
        </p:nvSpPr>
        <p:spPr/>
        <p:txBody>
          <a:bodyPr/>
          <a:lstStyle>
            <a:lvl1pPr>
              <a:defRPr/>
            </a:lvl1pPr>
          </a:lstStyle>
          <a:p>
            <a:pPr>
              <a:defRPr/>
            </a:pPr>
            <a:fld id="{4D9A9755-01A8-4DE9-B4FD-F0CF67D8B1A0}" type="datetime3">
              <a:rPr lang="en-US"/>
              <a:pPr>
                <a:defRPr/>
              </a:pPr>
              <a:t>11 May 2026</a:t>
            </a:fld>
            <a:endParaRPr/>
          </a:p>
        </p:txBody>
      </p:sp>
      <p:sp>
        <p:nvSpPr>
          <p:cNvPr id="5" name="Footer Placeholder 4">
            <a:extLst>
              <a:ext uri="{FF2B5EF4-FFF2-40B4-BE49-F238E27FC236}">
                <a16:creationId xmlns:a16="http://schemas.microsoft.com/office/drawing/2014/main" id="{8C648732-EA05-4983-8EC8-B77A2B43166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B65F0F1D-A24C-40E5-B71F-F1D11960AF07}"/>
              </a:ext>
            </a:extLst>
          </p:cNvPr>
          <p:cNvSpPr>
            <a:spLocks noGrp="1"/>
          </p:cNvSpPr>
          <p:nvPr>
            <p:ph type="sldNum" sz="quarter" idx="12"/>
          </p:nvPr>
        </p:nvSpPr>
        <p:spPr/>
        <p:txBody>
          <a:bodyPr/>
          <a:lstStyle>
            <a:lvl1pPr>
              <a:defRPr/>
            </a:lvl1pPr>
          </a:lstStyle>
          <a:p>
            <a:pPr>
              <a:defRPr/>
            </a:pPr>
            <a:fld id="{1E0FE22C-3B47-4893-BA51-D75C9AD1BCF7}" type="slidenum">
              <a:rPr lang="en-US" altLang="en-US"/>
              <a:pPr>
                <a:defRPr/>
              </a:pPr>
              <a:t>‹#›</a:t>
            </a:fld>
            <a:endParaRPr lang="en-US" altLang="en-US"/>
          </a:p>
        </p:txBody>
      </p:sp>
    </p:spTree>
    <p:extLst>
      <p:ext uri="{BB962C8B-B14F-4D97-AF65-F5344CB8AC3E}">
        <p14:creationId xmlns:p14="http://schemas.microsoft.com/office/powerpoint/2010/main" val="3541223966"/>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0A7B07DE-0811-43C2-997B-9AA2160082D8}"/>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05BA71C4-AADC-4C9A-884D-226C502BD47D}"/>
                </a:ext>
              </a:extLst>
            </p:cNvPr>
            <p:cNvCxnSpPr/>
            <p:nvPr/>
          </p:nvCxnSpPr>
          <p:spPr>
            <a:xfrm rot="10800000">
              <a:off x="1073151" y="1182279"/>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9CCF8E-CE0C-47B3-BF62-703C15F2D5B5}"/>
                </a:ext>
              </a:extLst>
            </p:cNvPr>
            <p:cNvCxnSpPr/>
            <p:nvPr/>
          </p:nvCxnSpPr>
          <p:spPr>
            <a:xfrm rot="10800000">
              <a:off x="1073151" y="1245404"/>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661B8067-D59F-466B-B88F-DEC97BEA50B9}"/>
              </a:ext>
            </a:extLst>
          </p:cNvPr>
          <p:cNvSpPr>
            <a:spLocks noGrp="1"/>
          </p:cNvSpPr>
          <p:nvPr>
            <p:ph type="dt" sz="half" idx="10"/>
          </p:nvPr>
        </p:nvSpPr>
        <p:spPr/>
        <p:txBody>
          <a:bodyPr/>
          <a:lstStyle>
            <a:lvl1pPr>
              <a:defRPr/>
            </a:lvl1pPr>
          </a:lstStyle>
          <a:p>
            <a:pPr>
              <a:defRPr/>
            </a:pPr>
            <a:fld id="{77D1AEC3-7964-448D-B584-6CCAED68F1EF}" type="datetime3">
              <a:rPr lang="en-US"/>
              <a:pPr>
                <a:defRPr/>
              </a:pPr>
              <a:t>11 May 2026</a:t>
            </a:fld>
            <a:endParaRPr/>
          </a:p>
        </p:txBody>
      </p:sp>
      <p:sp>
        <p:nvSpPr>
          <p:cNvPr id="8" name="Footer Placeholder 4">
            <a:extLst>
              <a:ext uri="{FF2B5EF4-FFF2-40B4-BE49-F238E27FC236}">
                <a16:creationId xmlns:a16="http://schemas.microsoft.com/office/drawing/2014/main" id="{188AB951-12E9-46C6-8648-184EE3291A2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BBE80738-D19C-4F5B-8F02-132799D3C576}"/>
              </a:ext>
            </a:extLst>
          </p:cNvPr>
          <p:cNvSpPr>
            <a:spLocks noGrp="1"/>
          </p:cNvSpPr>
          <p:nvPr>
            <p:ph type="sldNum" sz="quarter" idx="12"/>
          </p:nvPr>
        </p:nvSpPr>
        <p:spPr/>
        <p:txBody>
          <a:bodyPr/>
          <a:lstStyle>
            <a:lvl1pPr>
              <a:defRPr/>
            </a:lvl1pPr>
          </a:lstStyle>
          <a:p>
            <a:pPr>
              <a:defRPr/>
            </a:pPr>
            <a:fld id="{DE746FA2-23B9-49FB-B7B4-BE3D94D70C12}" type="slidenum">
              <a:rPr lang="en-US" altLang="en-US"/>
              <a:pPr>
                <a:defRPr/>
              </a:pPr>
              <a:t>‹#›</a:t>
            </a:fld>
            <a:endParaRPr lang="en-US" altLang="en-US"/>
          </a:p>
        </p:txBody>
      </p:sp>
    </p:spTree>
    <p:extLst>
      <p:ext uri="{BB962C8B-B14F-4D97-AF65-F5344CB8AC3E}">
        <p14:creationId xmlns:p14="http://schemas.microsoft.com/office/powerpoint/2010/main" val="4089589122"/>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1E7480-9146-3F76-9EA8-A8D0F43F7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F79E40-69F9-2A64-2786-FCE24D4A5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8298B8-1D5A-BAD8-DB71-F62E30EE9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B15B7-71B7-4ADF-B2FD-A079C6220336}" type="datetimeFigureOut">
              <a:rPr lang="en-IN" smtClean="0"/>
              <a:t>11-05-2026</a:t>
            </a:fld>
            <a:endParaRPr lang="en-IN"/>
          </a:p>
        </p:txBody>
      </p:sp>
      <p:sp>
        <p:nvSpPr>
          <p:cNvPr id="5" name="Footer Placeholder 4">
            <a:extLst>
              <a:ext uri="{FF2B5EF4-FFF2-40B4-BE49-F238E27FC236}">
                <a16:creationId xmlns:a16="http://schemas.microsoft.com/office/drawing/2014/main" id="{57FD1EA2-9B27-360D-3682-1F6885D8ED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89DB6B-586D-34A6-9176-5D54086DA4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34248A-2A32-40A8-B441-347966E3A38D}" type="slidenum">
              <a:rPr lang="en-IN" smtClean="0"/>
              <a:t>‹#›</a:t>
            </a:fld>
            <a:endParaRPr lang="en-IN"/>
          </a:p>
        </p:txBody>
      </p:sp>
    </p:spTree>
    <p:extLst>
      <p:ext uri="{BB962C8B-B14F-4D97-AF65-F5344CB8AC3E}">
        <p14:creationId xmlns:p14="http://schemas.microsoft.com/office/powerpoint/2010/main" val="2807682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DD0E12-3B3B-4427-86D4-05930BF8F7FC}"/>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CC1FECC-5E5F-475D-B1A0-3D165342FA77}"/>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5BDFD10A-71BF-471A-A726-5FB0E87BAE10}"/>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endParaRPr lang="en-US"/>
          </a:p>
        </p:txBody>
      </p:sp>
      <p:sp>
        <p:nvSpPr>
          <p:cNvPr id="5" name="Footer Placeholder 4">
            <a:extLst>
              <a:ext uri="{FF2B5EF4-FFF2-40B4-BE49-F238E27FC236}">
                <a16:creationId xmlns:a16="http://schemas.microsoft.com/office/drawing/2014/main" id="{842BFB65-29CC-4CE3-9A56-9032730661C7}"/>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a:t>QUANT &amp; REASONING DEPARTMENT</a:t>
            </a:r>
          </a:p>
        </p:txBody>
      </p:sp>
      <p:sp>
        <p:nvSpPr>
          <p:cNvPr id="6" name="Slide Number Placeholder 5">
            <a:extLst>
              <a:ext uri="{FF2B5EF4-FFF2-40B4-BE49-F238E27FC236}">
                <a16:creationId xmlns:a16="http://schemas.microsoft.com/office/drawing/2014/main" id="{DA1B6992-6FA0-4047-9A2C-4BF6838B212C}"/>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F0502020204030204" pitchFamily="34" charset="0"/>
              </a:defRPr>
            </a:lvl1pPr>
          </a:lstStyle>
          <a:p>
            <a:pPr>
              <a:defRPr/>
            </a:pPr>
            <a:fld id="{E750FCB8-1CA0-4F9E-B9AB-FCCE0967CCFB}" type="slidenum">
              <a:rPr lang="en-US" altLang="en-US"/>
              <a:pPr>
                <a:defRPr/>
              </a:pPr>
              <a:t>‹#›</a:t>
            </a:fld>
            <a:endParaRPr lang="en-US" altLang="en-US"/>
          </a:p>
        </p:txBody>
      </p:sp>
      <p:grpSp>
        <p:nvGrpSpPr>
          <p:cNvPr id="1031" name="Group 14">
            <a:extLst>
              <a:ext uri="{FF2B5EF4-FFF2-40B4-BE49-F238E27FC236}">
                <a16:creationId xmlns:a16="http://schemas.microsoft.com/office/drawing/2014/main" id="{E76E5BAC-AF97-4D00-8E2B-5C89932EE42F}"/>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E6104917-B99A-4EE3-8620-7CF2612B2A6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FC5ACC-9F36-4B14-9041-63FDCB083B4D}"/>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7748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fade/>
  </p:transition>
  <p:hf sldNum="0" hdr="0" dt="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33B5E5E-C80B-6961-A80A-0EB77370841E}"/>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5444E156-A0C2-51CC-8A84-C764BDFDBDD2}"/>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A1007D73-F17A-ABB7-99F9-72379CD3C893}"/>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04461D2F-9E8E-400C-A8D5-AF8112532127}" type="datetime1">
              <a:rPr lang="en-US"/>
              <a:pPr>
                <a:defRPr/>
              </a:pPr>
              <a:t>5/11/2026</a:t>
            </a:fld>
            <a:endParaRPr lang="en-US"/>
          </a:p>
        </p:txBody>
      </p:sp>
      <p:sp>
        <p:nvSpPr>
          <p:cNvPr id="5" name="Footer Placeholder 4">
            <a:extLst>
              <a:ext uri="{FF2B5EF4-FFF2-40B4-BE49-F238E27FC236}">
                <a16:creationId xmlns:a16="http://schemas.microsoft.com/office/drawing/2014/main" id="{B3C0B988-D09A-1829-8D5A-F1A83DEC5083}"/>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IN"/>
              <a:t>Communication and Soft Skills Dept.     CPT 2020-2021</a:t>
            </a:r>
            <a:endParaRPr lang="en-US"/>
          </a:p>
        </p:txBody>
      </p:sp>
      <p:sp>
        <p:nvSpPr>
          <p:cNvPr id="6" name="Slide Number Placeholder 5">
            <a:extLst>
              <a:ext uri="{FF2B5EF4-FFF2-40B4-BE49-F238E27FC236}">
                <a16:creationId xmlns:a16="http://schemas.microsoft.com/office/drawing/2014/main" id="{0B85A7BC-A91C-7B3B-A3DA-C3FF287486E2}"/>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B0503040102020104" pitchFamily="34" charset="0"/>
              </a:defRPr>
            </a:lvl1pPr>
          </a:lstStyle>
          <a:p>
            <a:pPr>
              <a:defRPr/>
            </a:pPr>
            <a:fld id="{021306D4-59EC-4D4A-952C-7CD928A57287}" type="slidenum">
              <a:rPr lang="en-US" altLang="en-US"/>
              <a:pPr>
                <a:defRPr/>
              </a:pPr>
              <a:t>‹#›</a:t>
            </a:fld>
            <a:endParaRPr lang="en-US" altLang="en-US"/>
          </a:p>
        </p:txBody>
      </p:sp>
      <p:grpSp>
        <p:nvGrpSpPr>
          <p:cNvPr id="1031" name="Group 14">
            <a:extLst>
              <a:ext uri="{FF2B5EF4-FFF2-40B4-BE49-F238E27FC236}">
                <a16:creationId xmlns:a16="http://schemas.microsoft.com/office/drawing/2014/main" id="{3BD31A6F-830C-922A-870A-734DD901D187}"/>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2945F6B8-2E98-3382-EAA7-5E24B743CD3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40141A6-CCB8-1969-BA1E-62CC83DEDAB1}"/>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099957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DD0E12-3B3B-4427-86D4-05930BF8F7FC}"/>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CC1FECC-5E5F-475D-B1A0-3D165342FA77}"/>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5BDFD10A-71BF-471A-A726-5FB0E87BAE10}"/>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F34743DD-0EFA-4CAE-8EA8-AF7FA9E3A53E}" type="datetime3">
              <a:rPr lang="en-US"/>
              <a:pPr>
                <a:defRPr/>
              </a:pPr>
              <a:t>11 May 2026</a:t>
            </a:fld>
            <a:endParaRPr lang="en-US"/>
          </a:p>
        </p:txBody>
      </p:sp>
      <p:sp>
        <p:nvSpPr>
          <p:cNvPr id="5" name="Footer Placeholder 4">
            <a:extLst>
              <a:ext uri="{FF2B5EF4-FFF2-40B4-BE49-F238E27FC236}">
                <a16:creationId xmlns:a16="http://schemas.microsoft.com/office/drawing/2014/main" id="{842BFB65-29CC-4CE3-9A56-9032730661C7}"/>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a:t>QUANTITATIVE APTITUDE &amp; REASONING DIVISION</a:t>
            </a:r>
          </a:p>
        </p:txBody>
      </p:sp>
      <p:sp>
        <p:nvSpPr>
          <p:cNvPr id="6" name="Slide Number Placeholder 5">
            <a:extLst>
              <a:ext uri="{FF2B5EF4-FFF2-40B4-BE49-F238E27FC236}">
                <a16:creationId xmlns:a16="http://schemas.microsoft.com/office/drawing/2014/main" id="{DA1B6992-6FA0-4047-9A2C-4BF6838B212C}"/>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F0502020204030204" pitchFamily="34" charset="0"/>
              </a:defRPr>
            </a:lvl1pPr>
          </a:lstStyle>
          <a:p>
            <a:pPr>
              <a:defRPr/>
            </a:pPr>
            <a:fld id="{E750FCB8-1CA0-4F9E-B9AB-FCCE0967CCFB}" type="slidenum">
              <a:rPr lang="en-US" altLang="en-US"/>
              <a:pPr>
                <a:defRPr/>
              </a:pPr>
              <a:t>‹#›</a:t>
            </a:fld>
            <a:endParaRPr lang="en-US" altLang="en-US"/>
          </a:p>
        </p:txBody>
      </p:sp>
      <p:grpSp>
        <p:nvGrpSpPr>
          <p:cNvPr id="1031" name="Group 14">
            <a:extLst>
              <a:ext uri="{FF2B5EF4-FFF2-40B4-BE49-F238E27FC236}">
                <a16:creationId xmlns:a16="http://schemas.microsoft.com/office/drawing/2014/main" id="{E76E5BAC-AF97-4D00-8E2B-5C89932EE42F}"/>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E6104917-B99A-4EE3-8620-7CF2612B2A6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FC5ACC-9F36-4B14-9041-63FDCB083B4D}"/>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641097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Layout" Target="../slideLayouts/slideLayout37.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t/thank-you.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7D222C7-5698-4F27-88E8-18558CD0D271}"/>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DEPARTMENT</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528013E8-2F67-4B48-B6EE-D3D8D79CD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8" y="26988"/>
            <a:ext cx="35766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F4EFE1C5-C928-4AAC-9EEF-C98BD6CE3A5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E6CFA256-DE35-42CA-AC14-39FC6EC3EEC2}"/>
              </a:ext>
            </a:extLst>
          </p:cNvPr>
          <p:cNvSpPr txBox="1"/>
          <p:nvPr/>
        </p:nvSpPr>
        <p:spPr>
          <a:xfrm rot="20025114">
            <a:off x="8187393" y="4624759"/>
            <a:ext cx="1047672"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QUANT &amp;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REASONING</a:t>
            </a:r>
            <a:endParaRPr kumimoji="0" lang="en-IN"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endParaRPr>
          </a:p>
        </p:txBody>
      </p:sp>
      <p:sp>
        <p:nvSpPr>
          <p:cNvPr id="16390" name="TextBox 2">
            <a:extLst>
              <a:ext uri="{FF2B5EF4-FFF2-40B4-BE49-F238E27FC236}">
                <a16:creationId xmlns:a16="http://schemas.microsoft.com/office/drawing/2014/main" id="{E683A80B-CE62-419D-AE78-926254A7F94F}"/>
              </a:ext>
            </a:extLst>
          </p:cNvPr>
          <p:cNvSpPr txBox="1">
            <a:spLocks noChangeArrowheads="1"/>
          </p:cNvSpPr>
          <p:nvPr/>
        </p:nvSpPr>
        <p:spPr bwMode="auto">
          <a:xfrm>
            <a:off x="10280650" y="731838"/>
            <a:ext cx="201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university</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30E89-8883-090E-54FE-1B44DFCF2A7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6847C39-9440-FE67-0CCE-476EB8076DD3}"/>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p>
        </p:txBody>
      </p:sp>
      <p:sp>
        <p:nvSpPr>
          <p:cNvPr id="6159" name="Freeform: Shape 71">
            <a:extLst>
              <a:ext uri="{FF2B5EF4-FFF2-40B4-BE49-F238E27FC236}">
                <a16:creationId xmlns:a16="http://schemas.microsoft.com/office/drawing/2014/main" id="{858590A3-FBA0-145F-5522-06EA273B8E4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C2764400-0514-1764-2B51-56852077B39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Euphemia"/>
              <a:ea typeface="+mn-ea"/>
              <a:cs typeface="+mn-cs"/>
            </a:endParaRPr>
          </a:p>
        </p:txBody>
      </p:sp>
      <p:pic>
        <p:nvPicPr>
          <p:cNvPr id="18438" name="Picture 2" descr="KL Deemed to be University Logo">
            <a:extLst>
              <a:ext uri="{FF2B5EF4-FFF2-40B4-BE49-F238E27FC236}">
                <a16:creationId xmlns:a16="http://schemas.microsoft.com/office/drawing/2014/main" id="{B48366BE-E9E3-7B0C-B60D-DF445C154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Content Placeholder 2">
            <a:extLst>
              <a:ext uri="{FF2B5EF4-FFF2-40B4-BE49-F238E27FC236}">
                <a16:creationId xmlns:a16="http://schemas.microsoft.com/office/drawing/2014/main" id="{E38194C0-633B-F4FC-8BDD-8C48C64775FE}"/>
              </a:ext>
            </a:extLst>
          </p:cNvPr>
          <p:cNvGraphicFramePr>
            <a:graphicFrameLocks noGrp="1"/>
          </p:cNvGraphicFramePr>
          <p:nvPr>
            <p:ph idx="1"/>
            <p:extLst>
              <p:ext uri="{D42A27DB-BD31-4B8C-83A1-F6EECF244321}">
                <p14:modId xmlns:p14="http://schemas.microsoft.com/office/powerpoint/2010/main" val="967407240"/>
              </p:ext>
            </p:extLst>
          </p:nvPr>
        </p:nvGraphicFramePr>
        <p:xfrm>
          <a:off x="842481" y="1831975"/>
          <a:ext cx="10290657" cy="4041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7">
            <a:extLst>
              <a:ext uri="{FF2B5EF4-FFF2-40B4-BE49-F238E27FC236}">
                <a16:creationId xmlns:a16="http://schemas.microsoft.com/office/drawing/2014/main" id="{95E5D18F-51F3-1860-7161-CE40C5234EDA}"/>
              </a:ext>
            </a:extLst>
          </p:cNvPr>
          <p:cNvSpPr>
            <a:spLocks noGrp="1"/>
          </p:cNvSpPr>
          <p:nvPr>
            <p:ph type="ftr" sz="quarter" idx="11"/>
          </p:nvPr>
        </p:nvSpPr>
        <p:spPr>
          <a:xfrm>
            <a:off x="2933700" y="6418445"/>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2746850973"/>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B599B6C-EBC9-0179-6349-B9A7C8D673A6}"/>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C357EFFB-10AA-4691-B2DB-4527A823947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E59BD582-F4F3-684F-A7C1-25A014BD395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283F6FEC-CF8D-2F46-4A74-99832DE98DC0}"/>
              </a:ext>
            </a:extLst>
          </p:cNvPr>
          <p:cNvSpPr>
            <a:spLocks noGrp="1" noChangeArrowheads="1"/>
          </p:cNvSpPr>
          <p:nvPr>
            <p:ph idx="1"/>
          </p:nvPr>
        </p:nvSpPr>
        <p:spPr bwMode="auto">
          <a:xfrm>
            <a:off x="1411287" y="1571334"/>
            <a:ext cx="9369425" cy="4659313"/>
          </a:xfrm>
        </p:spPr>
        <p:txBody>
          <a:bodyPr wrap="square" numCol="1" anchor="t" anchorCtr="0" compatLnSpc="1">
            <a:prstTxWarp prst="textNoShape">
              <a:avLst/>
            </a:prstTxWarp>
            <a:normAutofit/>
          </a:bodyPr>
          <a:lstStyle/>
          <a:p>
            <a:pPr lvl="0">
              <a:buFont typeface="Wingdings" panose="05000000000000000000" pitchFamily="2" charset="2"/>
              <a:buChar char="Ø"/>
            </a:pPr>
            <a:r>
              <a:rPr lang="en-US" sz="4400" b="1" dirty="0"/>
              <a:t>ALPHANUMERIC SERIES </a:t>
            </a:r>
            <a:endParaRPr lang="en-IN" sz="4400" dirty="0"/>
          </a:p>
          <a:p>
            <a:pPr lvl="0">
              <a:buFont typeface="Wingdings" panose="05000000000000000000" pitchFamily="2" charset="2"/>
              <a:buChar char="Ø"/>
            </a:pPr>
            <a:r>
              <a:rPr lang="en-US" sz="4400" b="1" dirty="0"/>
              <a:t>ALPHABET TEST</a:t>
            </a:r>
            <a:endParaRPr lang="en-IN" sz="4400" dirty="0"/>
          </a:p>
          <a:p>
            <a:pPr lvl="0">
              <a:buFont typeface="Wingdings" panose="05000000000000000000" pitchFamily="2" charset="2"/>
              <a:buChar char="Ø"/>
            </a:pPr>
            <a:r>
              <a:rPr lang="en-US" sz="4400" b="1" dirty="0"/>
              <a:t>CODED INEQUALITIES</a:t>
            </a:r>
            <a:endParaRPr lang="en-IN" sz="4400" dirty="0"/>
          </a:p>
          <a:p>
            <a:pPr lvl="0">
              <a:buFont typeface="Wingdings" panose="05000000000000000000" pitchFamily="2" charset="2"/>
              <a:buChar char="Ø"/>
            </a:pPr>
            <a:r>
              <a:rPr lang="en-US" sz="4400" b="1" dirty="0"/>
              <a:t>DECISION MAKING</a:t>
            </a:r>
            <a:endParaRPr lang="en-IN" sz="4400" dirty="0"/>
          </a:p>
          <a:p>
            <a:pPr marL="0" indent="0">
              <a:buNone/>
            </a:pPr>
            <a:endParaRPr lang="en-IN" sz="4400" dirty="0"/>
          </a:p>
        </p:txBody>
      </p:sp>
      <p:sp>
        <p:nvSpPr>
          <p:cNvPr id="8" name="Footer Placeholder 7">
            <a:extLst>
              <a:ext uri="{FF2B5EF4-FFF2-40B4-BE49-F238E27FC236}">
                <a16:creationId xmlns:a16="http://schemas.microsoft.com/office/drawing/2014/main" id="{8AD11C38-5FE9-64BA-FA54-4C83470FD415}"/>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1206CE67-30E5-E368-0466-0742EBFDC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8EC09C0-E67C-BDFB-EDF3-235B4762E7F0}"/>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CA4A2AB2-5D1A-552C-1D7C-B24A48B520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AD871-58A7-72BD-C5D7-EFF8CD1D38AE}"/>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8851A486-3A8F-6EC0-5861-9D11DDD32E07}"/>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04965B24-F4A8-CB5E-8BF6-5810715E404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F5549E52-F040-2272-4F68-BBEA1FFA1CE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1BBC3360-E6EF-44BD-AC92-E27178F2147A}"/>
              </a:ext>
            </a:extLst>
          </p:cNvPr>
          <p:cNvSpPr>
            <a:spLocks noGrp="1" noChangeArrowheads="1"/>
          </p:cNvSpPr>
          <p:nvPr>
            <p:ph idx="1"/>
          </p:nvPr>
        </p:nvSpPr>
        <p:spPr bwMode="auto">
          <a:xfrm>
            <a:off x="973138" y="1480053"/>
            <a:ext cx="11148954" cy="4528635"/>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Directions (1-5): Study the following information carefully and answer the questions given below. </a:t>
            </a:r>
          </a:p>
          <a:p>
            <a:pPr marL="0" lvl="0" indent="0" algn="ctr">
              <a:buNone/>
            </a:pPr>
            <a:r>
              <a:rPr lang="en-US" sz="2400" b="1" dirty="0">
                <a:latin typeface="Times New Roman" panose="02020603050405020304" pitchFamily="18" charset="0"/>
                <a:cs typeface="Times New Roman" panose="02020603050405020304" pitchFamily="18" charset="0"/>
              </a:rPr>
              <a:t>D 3 T $ B E Ω 5 A V # H 6 @ R 8 4 α N J % 7 2 &amp; S O 9 β U 0 M £ I 1 L W € Z </a:t>
            </a:r>
          </a:p>
          <a:p>
            <a:pPr marL="0" lvl="0" indent="0">
              <a:buNone/>
            </a:pPr>
            <a:r>
              <a:rPr lang="en-US" sz="2400" dirty="0">
                <a:latin typeface="Times New Roman" panose="02020603050405020304" pitchFamily="18" charset="0"/>
                <a:cs typeface="Times New Roman" panose="02020603050405020304" pitchFamily="18" charset="0"/>
              </a:rPr>
              <a:t>1.How many symbols are there each of which is immediately followed by a letter and immediately preceded by a number in the given series? </a:t>
            </a:r>
          </a:p>
          <a:p>
            <a:pPr marL="0" lvl="0" indent="0">
              <a:buNone/>
            </a:pPr>
            <a:r>
              <a:rPr lang="en-US" sz="2400" dirty="0">
                <a:latin typeface="Times New Roman" panose="02020603050405020304" pitchFamily="18" charset="0"/>
                <a:cs typeface="Times New Roman" panose="02020603050405020304" pitchFamily="18" charset="0"/>
              </a:rPr>
              <a:t>A.	 One                 B. Two                C. Three            D. More than three   E. None</a:t>
            </a:r>
          </a:p>
          <a:p>
            <a:pPr marL="0" lvl="0" indent="0">
              <a:buNone/>
            </a:pPr>
            <a:r>
              <a:rPr lang="en-US" sz="2400" dirty="0">
                <a:latin typeface="Times New Roman" panose="02020603050405020304" pitchFamily="18" charset="0"/>
                <a:cs typeface="Times New Roman" panose="02020603050405020304" pitchFamily="18" charset="0"/>
              </a:rPr>
              <a:t>2. If all the symbols are dropped from the series, then how many consonants are immediately preceded and immediately followed by the number in the given series? </a:t>
            </a:r>
          </a:p>
          <a:p>
            <a:pPr marL="0" lvl="0" indent="0">
              <a:buNone/>
            </a:pPr>
            <a:r>
              <a:rPr lang="en-US" sz="2400" dirty="0">
                <a:latin typeface="Times New Roman" panose="02020603050405020304" pitchFamily="18" charset="0"/>
                <a:cs typeface="Times New Roman" panose="02020603050405020304" pitchFamily="18" charset="0"/>
              </a:rPr>
              <a:t>A.	One                  B. Two                C. Three            D. More than three   E. None</a:t>
            </a:r>
          </a:p>
          <a:p>
            <a:pPr marL="0" lvl="0" indent="0">
              <a:buNone/>
            </a:pPr>
            <a:endParaRPr lang="en-IN"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2099F0B8-010B-5287-74C9-39AFF7B1FC12}"/>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B64F67A2-3F7F-C51C-06FE-A562E349D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C943E820-6106-C81A-AFAC-5F0F6463DFAA}"/>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2A8E1804-25CD-4AE4-B697-0C6622D4F4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1597930422"/>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52B0-87DD-EBC7-C5EF-D12B3E9ADDDE}"/>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6485CDC-118C-A88E-5869-29F7C315FEEF}"/>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6ABBCC63-550A-50E1-0031-05831ED3678A}"/>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21687F19-71E3-44DB-0EE9-73A33204A9B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BF551504-D629-DE78-A215-B07170EA928A}"/>
              </a:ext>
            </a:extLst>
          </p:cNvPr>
          <p:cNvSpPr>
            <a:spLocks noGrp="1" noChangeArrowheads="1"/>
          </p:cNvSpPr>
          <p:nvPr>
            <p:ph idx="1"/>
          </p:nvPr>
        </p:nvSpPr>
        <p:spPr bwMode="auto">
          <a:xfrm>
            <a:off x="973138" y="1571334"/>
            <a:ext cx="11013093" cy="4659313"/>
          </a:xfrm>
        </p:spPr>
        <p:txBody>
          <a:bodyPr wrap="square" numCol="1" anchor="t" anchorCtr="0" compatLnSpc="1">
            <a:prstTxWarp prst="textNoShape">
              <a:avLst/>
            </a:prstTxWarp>
            <a:normAutofit fontScale="92500" lnSpcReduction="10000"/>
          </a:bodyPr>
          <a:lstStyle/>
          <a:p>
            <a:pPr marL="0" lvl="0" indent="0">
              <a:buNone/>
            </a:pPr>
            <a:r>
              <a:rPr lang="en-US" sz="2400" dirty="0">
                <a:latin typeface="Times New Roman" panose="02020603050405020304" pitchFamily="18" charset="0"/>
                <a:cs typeface="Times New Roman" panose="02020603050405020304" pitchFamily="18" charset="0"/>
              </a:rPr>
              <a:t>Directions (1-5): Study the following information carefully and answer the questions given below. </a:t>
            </a:r>
          </a:p>
          <a:p>
            <a:pPr marL="0" lvl="0" indent="0" algn="ctr">
              <a:buNone/>
            </a:pPr>
            <a:r>
              <a:rPr lang="en-US" sz="2400" b="1" dirty="0">
                <a:latin typeface="Times New Roman" panose="02020603050405020304" pitchFamily="18" charset="0"/>
                <a:cs typeface="Times New Roman" panose="02020603050405020304" pitchFamily="18" charset="0"/>
              </a:rPr>
              <a:t>D 3 T $ B E Ω 5 A V # H 6 @ R 8 4 α N J % 7 2 &amp; S O 9 β U 0 M £ I 1 L W € Z </a:t>
            </a:r>
          </a:p>
          <a:p>
            <a:pPr marL="0" lvl="0" indent="0">
              <a:buNone/>
            </a:pPr>
            <a:r>
              <a:rPr lang="en-US" sz="2400" dirty="0">
                <a:latin typeface="Times New Roman" panose="02020603050405020304" pitchFamily="18" charset="0"/>
                <a:cs typeface="Times New Roman" panose="02020603050405020304" pitchFamily="18" charset="0"/>
              </a:rPr>
              <a:t>3.Which of the following element is seventh to the left of the fifteenth element from the right end in the given series? </a:t>
            </a:r>
          </a:p>
          <a:p>
            <a:pPr marL="0" lvl="0" indent="0">
              <a:buNone/>
            </a:pPr>
            <a:r>
              <a:rPr lang="en-US" sz="2400" dirty="0">
                <a:latin typeface="Times New Roman" panose="02020603050405020304" pitchFamily="18" charset="0"/>
                <a:cs typeface="Times New Roman" panose="02020603050405020304" pitchFamily="18" charset="0"/>
              </a:rPr>
              <a:t>A.	M                     B. α                      C. 4                  D. N                           E. None of these</a:t>
            </a:r>
          </a:p>
          <a:p>
            <a:pPr marL="0" lvl="0" indent="0">
              <a:buNone/>
            </a:pPr>
            <a:r>
              <a:rPr lang="en-US" sz="2400" dirty="0">
                <a:latin typeface="Times New Roman" panose="02020603050405020304" pitchFamily="18" charset="0"/>
                <a:cs typeface="Times New Roman" panose="02020603050405020304" pitchFamily="18" charset="0"/>
              </a:rPr>
              <a:t>4.How many vowels are there between H and M in the given series?</a:t>
            </a:r>
          </a:p>
          <a:p>
            <a:pPr marL="0" lvl="0" indent="0">
              <a:buNone/>
            </a:pPr>
            <a:r>
              <a:rPr lang="en-US" sz="2400" dirty="0">
                <a:latin typeface="Times New Roman" panose="02020603050405020304" pitchFamily="18" charset="0"/>
                <a:cs typeface="Times New Roman" panose="02020603050405020304" pitchFamily="18" charset="0"/>
              </a:rPr>
              <a:t>A.	One                 B. Two                C. Three           D. More than three    E. None</a:t>
            </a:r>
          </a:p>
          <a:p>
            <a:pPr marL="0" lvl="0" indent="0">
              <a:buNone/>
            </a:pPr>
            <a:r>
              <a:rPr lang="en-US" sz="2400" dirty="0">
                <a:latin typeface="Times New Roman" panose="02020603050405020304" pitchFamily="18" charset="0"/>
                <a:cs typeface="Times New Roman" panose="02020603050405020304" pitchFamily="18" charset="0"/>
              </a:rPr>
              <a:t>5.Four of the following five are alike in a certain way as per the given arrangement and hence form a group. Find the one which does not belong to that group? </a:t>
            </a:r>
          </a:p>
          <a:p>
            <a:pPr marL="0" lvl="0" indent="0">
              <a:buNone/>
            </a:pPr>
            <a:r>
              <a:rPr lang="en-US" sz="2400" dirty="0">
                <a:latin typeface="Times New Roman" panose="02020603050405020304" pitchFamily="18" charset="0"/>
                <a:cs typeface="Times New Roman" panose="02020603050405020304" pitchFamily="18" charset="0"/>
              </a:rPr>
              <a:t>A.	D 3 $               B. Ω 5 A            C. H 6 R            D. α N%                   E. &amp; S 9</a:t>
            </a:r>
          </a:p>
          <a:p>
            <a:pPr marL="0" lvl="0" indent="0">
              <a:buNone/>
            </a:pPr>
            <a:endParaRPr lang="en-IN"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9229C600-7914-C09F-684A-63020BCCCF3D}"/>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C3C3C19D-2065-46BA-215B-43761D7F1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F82A4C1-D271-A5F9-5882-15449C9282D0}"/>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CA32E44A-9AE5-5D16-1753-6A46F3A776F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36802412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85EAE-8665-B897-17F3-FCDF714E0607}"/>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30B5157F-D4A1-F0ED-B076-E01C090DB998}"/>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B7DE78E1-3973-63E6-4E7B-E484B7CFBB8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77228871-F7D6-525A-5B14-EC63F39D2BC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565175F5-EBC2-F84E-3197-2DCCC4F7B33C}"/>
              </a:ext>
            </a:extLst>
          </p:cNvPr>
          <p:cNvSpPr>
            <a:spLocks noGrp="1" noChangeArrowheads="1"/>
          </p:cNvSpPr>
          <p:nvPr>
            <p:ph idx="1"/>
          </p:nvPr>
        </p:nvSpPr>
        <p:spPr bwMode="auto">
          <a:xfrm>
            <a:off x="973139" y="1558925"/>
            <a:ext cx="11013093"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Directions (6-10): Read the following information carefully and answer the questions given below. </a:t>
            </a:r>
          </a:p>
          <a:p>
            <a:pPr marL="0" lvl="0" indent="0" algn="ctr">
              <a:buNone/>
            </a:pPr>
            <a:r>
              <a:rPr lang="en-US" sz="2400" b="1" dirty="0">
                <a:latin typeface="Times New Roman" panose="02020603050405020304" pitchFamily="18" charset="0"/>
                <a:cs typeface="Times New Roman" panose="02020603050405020304" pitchFamily="18" charset="0"/>
              </a:rPr>
              <a:t>! N 7 + P O L D E 4 % X 8 Z W ^ @ &amp; R H 6 I $ K 3 M 2 1 A * U 5</a:t>
            </a:r>
          </a:p>
          <a:p>
            <a:pPr marL="0" lvl="0" indent="0">
              <a:buNone/>
            </a:pPr>
            <a:r>
              <a:rPr lang="en-US" sz="2400" dirty="0">
                <a:latin typeface="Times New Roman" panose="02020603050405020304" pitchFamily="18" charset="0"/>
                <a:cs typeface="Times New Roman" panose="02020603050405020304" pitchFamily="18" charset="0"/>
              </a:rPr>
              <a:t>6.	How many numbers are immediately preceded by a symbol and immediately followed by a consonant in the series? </a:t>
            </a:r>
          </a:p>
          <a:p>
            <a:pPr marL="0" lvl="0" indent="0">
              <a:buNone/>
            </a:pPr>
            <a:r>
              <a:rPr lang="en-US" sz="2400" dirty="0">
                <a:latin typeface="Times New Roman" panose="02020603050405020304" pitchFamily="18" charset="0"/>
                <a:cs typeface="Times New Roman" panose="02020603050405020304" pitchFamily="18" charset="0"/>
              </a:rPr>
              <a:t>A.	Three              B. Four                C. Two               D. One                    E. None</a:t>
            </a:r>
          </a:p>
          <a:p>
            <a:pPr marL="0" lvl="0" indent="0">
              <a:buNone/>
            </a:pPr>
            <a:r>
              <a:rPr lang="en-US" sz="2400" dirty="0">
                <a:latin typeface="Times New Roman" panose="02020603050405020304" pitchFamily="18" charset="0"/>
                <a:cs typeface="Times New Roman" panose="02020603050405020304" pitchFamily="18" charset="0"/>
              </a:rPr>
              <a:t>7.	What is the position of “W” from the left end? </a:t>
            </a:r>
          </a:p>
          <a:p>
            <a:pPr marL="0" lvl="0" indent="0">
              <a:buNone/>
            </a:pPr>
            <a:r>
              <a:rPr lang="en-US" sz="2400" dirty="0">
                <a:latin typeface="Times New Roman" panose="02020603050405020304" pitchFamily="18" charset="0"/>
                <a:cs typeface="Times New Roman" panose="02020603050405020304" pitchFamily="18" charset="0"/>
              </a:rPr>
              <a:t>A.	15th              B. 16th                 C. 20th               D. 14th                   E. 17th</a:t>
            </a:r>
          </a:p>
        </p:txBody>
      </p:sp>
      <p:sp>
        <p:nvSpPr>
          <p:cNvPr id="8" name="Footer Placeholder 7">
            <a:extLst>
              <a:ext uri="{FF2B5EF4-FFF2-40B4-BE49-F238E27FC236}">
                <a16:creationId xmlns:a16="http://schemas.microsoft.com/office/drawing/2014/main" id="{9738BBEE-D953-23DB-612A-B64DA26EC56F}"/>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898C58A3-8982-F99B-1ADA-683355296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BAFFB91-CB8E-1C28-D7DD-1363C280D3A4}"/>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817D603D-BEB1-C5DE-1AE9-14FD95F2C6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49875907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915BB-9476-540C-1E5E-8E4214511B61}"/>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0DF52ADB-09A1-F6A6-0B32-E9CEF3DF5959}"/>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FD532585-B746-01BB-F673-EBA224401B8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A0BDBB99-90B5-0FFF-C2F1-933196202A0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ABA38D05-0A5B-023C-B447-669B081FC058}"/>
              </a:ext>
            </a:extLst>
          </p:cNvPr>
          <p:cNvSpPr>
            <a:spLocks noGrp="1" noChangeArrowheads="1"/>
          </p:cNvSpPr>
          <p:nvPr>
            <p:ph idx="1"/>
          </p:nvPr>
        </p:nvSpPr>
        <p:spPr bwMode="auto">
          <a:xfrm>
            <a:off x="973138" y="1571334"/>
            <a:ext cx="11013093" cy="4659313"/>
          </a:xfrm>
        </p:spPr>
        <p:txBody>
          <a:bodyPr wrap="square" numCol="1" anchor="t" anchorCtr="0" compatLnSpc="1">
            <a:prstTxWarp prst="textNoShape">
              <a:avLst/>
            </a:prstTxWarp>
            <a:normAutofit fontScale="92500" lnSpcReduction="10000"/>
          </a:bodyPr>
          <a:lstStyle/>
          <a:p>
            <a:pPr marL="0" lvl="0" indent="0">
              <a:buNone/>
            </a:pPr>
            <a:r>
              <a:rPr lang="en-US" sz="2400" dirty="0">
                <a:latin typeface="Times New Roman" panose="02020603050405020304" pitchFamily="18" charset="0"/>
                <a:cs typeface="Times New Roman" panose="02020603050405020304" pitchFamily="18" charset="0"/>
              </a:rPr>
              <a:t>Directions (6-10): Read the following information carefully and answer the questions given below. </a:t>
            </a:r>
          </a:p>
          <a:p>
            <a:pPr marL="0" lvl="0" indent="0" algn="ctr">
              <a:buNone/>
            </a:pPr>
            <a:r>
              <a:rPr lang="en-US" sz="2400" b="1" dirty="0">
                <a:latin typeface="Times New Roman" panose="02020603050405020304" pitchFamily="18" charset="0"/>
                <a:cs typeface="Times New Roman" panose="02020603050405020304" pitchFamily="18" charset="0"/>
              </a:rPr>
              <a:t>! N 7 + P O L D E 4 % X 8 Z W ^ @ &amp; R H 6 I $ K 3 M 2 1 A * U 5</a:t>
            </a:r>
          </a:p>
          <a:p>
            <a:pPr marL="0" lvl="0" indent="0">
              <a:buNone/>
            </a:pPr>
            <a:r>
              <a:rPr lang="en-US" sz="2400" dirty="0">
                <a:latin typeface="Times New Roman" panose="02020603050405020304" pitchFamily="18" charset="0"/>
                <a:cs typeface="Times New Roman" panose="02020603050405020304" pitchFamily="18" charset="0"/>
              </a:rPr>
              <a:t>8.What is the sum of the numbers which are immediately followed by a symbol?</a:t>
            </a:r>
          </a:p>
          <a:p>
            <a:pPr marL="0" lvl="0" indent="0">
              <a:buNone/>
            </a:pPr>
            <a:r>
              <a:rPr lang="en-US" sz="2400" dirty="0">
                <a:latin typeface="Times New Roman" panose="02020603050405020304" pitchFamily="18" charset="0"/>
                <a:cs typeface="Times New Roman" panose="02020603050405020304" pitchFamily="18" charset="0"/>
              </a:rPr>
              <a:t>A.	10                B. 13                     C. 12                  D. 11                      E. 14</a:t>
            </a:r>
          </a:p>
          <a:p>
            <a:pPr marL="0" lvl="0" indent="0">
              <a:buNone/>
            </a:pPr>
            <a:r>
              <a:rPr lang="en-US" sz="2400" dirty="0">
                <a:latin typeface="Times New Roman" panose="02020603050405020304" pitchFamily="18" charset="0"/>
                <a:cs typeface="Times New Roman" panose="02020603050405020304" pitchFamily="18" charset="0"/>
              </a:rPr>
              <a:t>9.If all consonants are dropped, then which of the following will be the fifteenth element from the left end? </a:t>
            </a:r>
          </a:p>
          <a:p>
            <a:pPr marL="0" lvl="0" indent="0">
              <a:buNone/>
            </a:pPr>
            <a:r>
              <a:rPr lang="en-US" sz="2400" dirty="0">
                <a:latin typeface="Times New Roman" panose="02020603050405020304" pitchFamily="18" charset="0"/>
                <a:cs typeface="Times New Roman" panose="02020603050405020304" pitchFamily="18" charset="0"/>
              </a:rPr>
              <a:t>A.	3                 B. $                       C. 2                     D. 1                       E. I</a:t>
            </a:r>
          </a:p>
          <a:p>
            <a:pPr marL="0" lvl="0" indent="0">
              <a:buNone/>
            </a:pPr>
            <a:r>
              <a:rPr lang="en-US" sz="2400" dirty="0">
                <a:latin typeface="Times New Roman" panose="02020603050405020304" pitchFamily="18" charset="0"/>
                <a:cs typeface="Times New Roman" panose="02020603050405020304" pitchFamily="18" charset="0"/>
              </a:rPr>
              <a:t>10.Which of the following will be the third letter to the left of 5th number from the right end? </a:t>
            </a:r>
          </a:p>
          <a:p>
            <a:pPr marL="0" lvl="0" indent="0">
              <a:buNone/>
            </a:pPr>
            <a:r>
              <a:rPr lang="en-US" sz="2400" dirty="0">
                <a:latin typeface="Times New Roman" panose="02020603050405020304" pitchFamily="18" charset="0"/>
                <a:cs typeface="Times New Roman" panose="02020603050405020304" pitchFamily="18" charset="0"/>
              </a:rPr>
              <a:t>A.	W               B. P                       C. O                    D. E                      </a:t>
            </a:r>
            <a:r>
              <a:rPr lang="en-US" sz="2400" dirty="0" err="1">
                <a:latin typeface="Times New Roman" panose="02020603050405020304" pitchFamily="18" charset="0"/>
                <a:cs typeface="Times New Roman" panose="02020603050405020304" pitchFamily="18" charset="0"/>
              </a:rPr>
              <a:t>E</a:t>
            </a:r>
            <a:r>
              <a:rPr lang="en-US" sz="2400" dirty="0">
                <a:latin typeface="Times New Roman" panose="02020603050405020304" pitchFamily="18" charset="0"/>
                <a:cs typeface="Times New Roman" panose="02020603050405020304" pitchFamily="18" charset="0"/>
              </a:rPr>
              <a:t>. None of these</a:t>
            </a:r>
          </a:p>
          <a:p>
            <a:pPr marL="0" lvl="0" indent="0">
              <a:buNone/>
            </a:pPr>
            <a:endParaRPr lang="en-IN"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05CF1072-F40C-95DB-E25A-D8BA387D20A0}"/>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E1D581A8-87E3-9741-211E-F6519067D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E88319A-61D9-F7F4-59B3-BCD0A0B68BC6}"/>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2578DF6E-6703-DA39-1B74-AC94CC452F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414259907"/>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A3AA1-E98C-E6AC-FF0B-A1A25FE5E795}"/>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3C4C1A33-E114-EF75-6CC9-0E3E4DBB6ACB}"/>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127D6267-C58F-7F17-38F2-1B87AA126F7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EF8BCBEA-BEFE-0119-C772-6D3D7AF2001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59B5424E-DFAF-BE07-DB37-DDCCBA7B096D}"/>
              </a:ext>
            </a:extLst>
          </p:cNvPr>
          <p:cNvSpPr>
            <a:spLocks noGrp="1" noChangeArrowheads="1"/>
          </p:cNvSpPr>
          <p:nvPr>
            <p:ph idx="1"/>
          </p:nvPr>
        </p:nvSpPr>
        <p:spPr bwMode="auto">
          <a:xfrm>
            <a:off x="973138" y="1571334"/>
            <a:ext cx="11013093"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11.How many pairs of digits are there in the number “864351792” each of which has as many digits between them in the number as in the numerical series(from forward and backward)? </a:t>
            </a:r>
          </a:p>
          <a:p>
            <a:pPr marL="0" lvl="0" indent="0" algn="ctr">
              <a:buNone/>
            </a:pPr>
            <a:r>
              <a:rPr lang="en-US" sz="2400" dirty="0">
                <a:latin typeface="Times New Roman" panose="02020603050405020304" pitchFamily="18" charset="0"/>
                <a:cs typeface="Times New Roman" panose="02020603050405020304" pitchFamily="18" charset="0"/>
              </a:rPr>
              <a:t>A.	One                 B. Two              C. Three             D. Four               E. More than four </a:t>
            </a:r>
          </a:p>
          <a:p>
            <a:pPr marL="0" lvl="0" indent="0" algn="ctr">
              <a:buNone/>
            </a:pPr>
            <a:endParaRPr lang="en-IN"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750E7D83-7042-DD5B-8760-2A465FC5D99D}"/>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D61305F2-2AF4-8772-FC24-1E64A31C02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CCFFCAF-40BF-1154-45EF-3303C3FEFA1F}"/>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7013A50E-B6AA-04DF-2230-E1044A27D5C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781388489"/>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37EFF-1868-5FBD-7905-1CB8F78B7524}"/>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D38C8F8-9C67-0EC0-4F39-486EB7F75AF1}"/>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5E627BCA-31D1-36A0-9F8E-C12DA8CECAD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E45A825E-A20C-C4FF-E625-2562C8B9AFA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DDB17137-738D-C767-3C73-10DD037930CD}"/>
              </a:ext>
            </a:extLst>
          </p:cNvPr>
          <p:cNvSpPr>
            <a:spLocks noGrp="1" noChangeArrowheads="1"/>
          </p:cNvSpPr>
          <p:nvPr>
            <p:ph idx="1"/>
          </p:nvPr>
        </p:nvSpPr>
        <p:spPr bwMode="auto">
          <a:xfrm>
            <a:off x="973138" y="1571334"/>
            <a:ext cx="11013093"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12.In a row of 49 peoples, Ram stands 15th from the left end and Tharun stands 21st from the right end, then how many people stand between Ram and Tharun? </a:t>
            </a:r>
          </a:p>
          <a:p>
            <a:pPr marL="0" lvl="0" indent="0" algn="ctr">
              <a:buNone/>
            </a:pPr>
            <a:r>
              <a:rPr lang="en-US" sz="2400" dirty="0">
                <a:latin typeface="Times New Roman" panose="02020603050405020304" pitchFamily="18" charset="0"/>
                <a:cs typeface="Times New Roman" panose="02020603050405020304" pitchFamily="18" charset="0"/>
              </a:rPr>
              <a:t>A.	17                   B.13                  C.21                    D.11                   E. None of these</a:t>
            </a:r>
          </a:p>
          <a:p>
            <a:pPr marL="0" lvl="0" indent="0" algn="ctr">
              <a:buNone/>
            </a:pPr>
            <a:endParaRPr lang="en-IN"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29E09EE1-1607-FECA-1374-BA5A750071E3}"/>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36144E00-41E6-EE1D-49F3-FD99C0A76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EEB77F2F-8D31-7CB3-9BE3-081DFB07DF3F}"/>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B81DF201-9044-F6A3-620B-BA6358DDA0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422542782"/>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EAFD-4AED-B1A3-FCD5-7D282DD6F85D}"/>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A34BF033-6073-FB70-3EC8-1257461EA4CF}"/>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64BF76CA-4932-3D04-A476-CDA6AF2E792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903D80F0-75EB-590F-8DEB-2ECC6E6DE7C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29FFC0D0-5313-88D8-1917-2677F9E00B43}"/>
              </a:ext>
            </a:extLst>
          </p:cNvPr>
          <p:cNvSpPr>
            <a:spLocks noGrp="1" noChangeArrowheads="1"/>
          </p:cNvSpPr>
          <p:nvPr>
            <p:ph idx="1"/>
          </p:nvPr>
        </p:nvSpPr>
        <p:spPr bwMode="auto">
          <a:xfrm>
            <a:off x="881856" y="1655777"/>
            <a:ext cx="11218862"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13.How many such numerals are there in the number ‘497315268’ which will remain at the same position when arranged in the decreasing order from left to right? </a:t>
            </a:r>
          </a:p>
          <a:p>
            <a:pPr marL="0" lvl="0" indent="0" algn="ctr">
              <a:buNone/>
            </a:pPr>
            <a:r>
              <a:rPr lang="en-US" sz="2400" dirty="0">
                <a:latin typeface="Times New Roman" panose="02020603050405020304" pitchFamily="18" charset="0"/>
                <a:cs typeface="Times New Roman" panose="02020603050405020304" pitchFamily="18" charset="0"/>
              </a:rPr>
              <a:t>A.	None              B. One               C. Two                D. Three            E. More than three</a:t>
            </a:r>
          </a:p>
        </p:txBody>
      </p:sp>
      <p:sp>
        <p:nvSpPr>
          <p:cNvPr id="8" name="Footer Placeholder 7">
            <a:extLst>
              <a:ext uri="{FF2B5EF4-FFF2-40B4-BE49-F238E27FC236}">
                <a16:creationId xmlns:a16="http://schemas.microsoft.com/office/drawing/2014/main" id="{0CBAABBF-0849-D868-5879-20D24763E9D7}"/>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3452F09C-3507-DEE3-35F9-8C0EEB8E5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72570DF-0BE5-DA4E-FE09-023B6458ED8B}"/>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3E0F0FF6-9746-990A-6A42-4B385549AC3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93439037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CC75-9964-492E-A742-A7551A11E092}"/>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3DC09968-5CA2-93A3-4AD8-04F76483A47B}"/>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CA048F48-8D4D-FBFC-0A3A-7D039D4B704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96017A97-555F-0C44-A6C4-279C497A025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D82882AB-04CF-5706-9825-41790C7C89AF}"/>
              </a:ext>
            </a:extLst>
          </p:cNvPr>
          <p:cNvSpPr>
            <a:spLocks noGrp="1" noChangeArrowheads="1"/>
          </p:cNvSpPr>
          <p:nvPr>
            <p:ph idx="1"/>
          </p:nvPr>
        </p:nvSpPr>
        <p:spPr bwMode="auto">
          <a:xfrm>
            <a:off x="881856" y="1655777"/>
            <a:ext cx="11218862"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14.How many pairs of numbers are there in the Numbers “865312795” which have as many numbers between them as they have in the number series (Both forward and backward direction)? </a:t>
            </a:r>
          </a:p>
          <a:p>
            <a:pPr marL="0" lvl="0" indent="0" algn="ctr">
              <a:buNone/>
            </a:pPr>
            <a:r>
              <a:rPr lang="en-US" sz="2400" dirty="0">
                <a:latin typeface="Times New Roman" panose="02020603050405020304" pitchFamily="18" charset="0"/>
                <a:cs typeface="Times New Roman" panose="02020603050405020304" pitchFamily="18" charset="0"/>
              </a:rPr>
              <a:t>A.	One               B. Two                C. Three              D. More than five    E. Five</a:t>
            </a:r>
          </a:p>
        </p:txBody>
      </p:sp>
      <p:sp>
        <p:nvSpPr>
          <p:cNvPr id="8" name="Footer Placeholder 7">
            <a:extLst>
              <a:ext uri="{FF2B5EF4-FFF2-40B4-BE49-F238E27FC236}">
                <a16:creationId xmlns:a16="http://schemas.microsoft.com/office/drawing/2014/main" id="{0EC7B984-98FA-70F1-3AB2-856528B3BD4B}"/>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D1027B0D-5030-3A77-04A0-84E2542C1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DDEA997-BBDF-FB7E-0F7B-CFFDC80AEC49}"/>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C9B61330-2DCE-4164-5C5B-2CCE07262E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926895036"/>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6BC58-97A7-5091-D2CD-E7EC9043B7DB}"/>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B5485C53-6638-36AD-52D8-A3D3F573643F}"/>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ALPHA NUMERIC SERIES </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F82C748F-CFCC-5434-056C-A337FD6B5D1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DF16EF1C-9B9C-28CD-614A-CF03340DDBE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9914CD2B-AEBB-5A83-330F-C134D36A670F}"/>
              </a:ext>
            </a:extLst>
          </p:cNvPr>
          <p:cNvSpPr>
            <a:spLocks noGrp="1" noChangeArrowheads="1"/>
          </p:cNvSpPr>
          <p:nvPr>
            <p:ph idx="1"/>
          </p:nvPr>
        </p:nvSpPr>
        <p:spPr bwMode="auto">
          <a:xfrm>
            <a:off x="881856" y="1655777"/>
            <a:ext cx="11218862"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15.	If all the odd digits in the number “68431752923” are decreased by one and all the even digits are increased by one, then the resultant digits are arranged in increasing order from left to right, which of the following number is exactly in the middle of the row? </a:t>
            </a:r>
          </a:p>
          <a:p>
            <a:pPr marL="0" lvl="0" indent="0" algn="ctr">
              <a:buNone/>
            </a:pPr>
            <a:r>
              <a:rPr lang="en-US" sz="2400" dirty="0">
                <a:latin typeface="Times New Roman" panose="02020603050405020304" pitchFamily="18" charset="0"/>
                <a:cs typeface="Times New Roman" panose="02020603050405020304" pitchFamily="18" charset="0"/>
              </a:rPr>
              <a:t>A.	5                   B. 4                     C. 6                      D. 2                          E. 7</a:t>
            </a:r>
          </a:p>
        </p:txBody>
      </p:sp>
      <p:sp>
        <p:nvSpPr>
          <p:cNvPr id="8" name="Footer Placeholder 7">
            <a:extLst>
              <a:ext uri="{FF2B5EF4-FFF2-40B4-BE49-F238E27FC236}">
                <a16:creationId xmlns:a16="http://schemas.microsoft.com/office/drawing/2014/main" id="{2474CE5F-4E8C-021A-7FAC-2664B78399F9}"/>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C0D58320-A937-4BB4-2120-2D858FFEC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2FB40C7-F0DC-9517-A733-2DC6EF46C071}"/>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23B55B2A-AEC0-2753-47BF-298A598298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129597124"/>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1231-571E-9724-2472-54EF73E68F0A}"/>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8C87C8B5-9D42-9221-6C79-22C236C5B2C1}"/>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081A07A4-7CA6-7A5B-CE73-CC9A75F719C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9A639566-4534-4891-76F0-731AC8E3C54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D12872DB-9A32-DC33-7360-E20ABB4ED7CC}"/>
              </a:ext>
            </a:extLst>
          </p:cNvPr>
          <p:cNvSpPr>
            <a:spLocks noGrp="1" noChangeArrowheads="1"/>
          </p:cNvSpPr>
          <p:nvPr>
            <p:ph idx="1"/>
          </p:nvPr>
        </p:nvSpPr>
        <p:spPr bwMode="auto">
          <a:xfrm>
            <a:off x="881856" y="1655777"/>
            <a:ext cx="11218862" cy="4659313"/>
          </a:xfrm>
        </p:spPr>
        <p:txBody>
          <a:bodyPr wrap="square" numCol="1" anchor="t" anchorCtr="0" compatLnSpc="1">
            <a:prstTxWarp prst="textNoShape">
              <a:avLst/>
            </a:prstTxWarp>
            <a:normAutofit/>
          </a:bodyPr>
          <a:lstStyle/>
          <a:p>
            <a:pPr marL="0" lvl="0" indent="0" algn="ctr">
              <a:buNone/>
            </a:pPr>
            <a:r>
              <a:rPr lang="en-US" sz="2400" dirty="0">
                <a:latin typeface="Times New Roman" panose="02020603050405020304" pitchFamily="18" charset="0"/>
                <a:cs typeface="Times New Roman" panose="02020603050405020304" pitchFamily="18" charset="0"/>
              </a:rPr>
              <a:t>1.	Arrange the given words in alphabetical order and find the one that comes first.</a:t>
            </a:r>
          </a:p>
          <a:p>
            <a:pPr marL="0" lvl="0" indent="0" algn="ctr">
              <a:buNone/>
            </a:pPr>
            <a:r>
              <a:rPr lang="en-US" sz="2400" dirty="0">
                <a:latin typeface="Times New Roman" panose="02020603050405020304" pitchFamily="18" charset="0"/>
                <a:cs typeface="Times New Roman" panose="02020603050405020304" pitchFamily="18" charset="0"/>
              </a:rPr>
              <a:t> (a) Cloud              (b) Middle            (c) Grunt             (d) Mob </a:t>
            </a:r>
          </a:p>
          <a:p>
            <a:pPr marL="0" lvl="0" indent="0" algn="ctr">
              <a:buNone/>
            </a:pPr>
            <a:endParaRPr 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78243436-7937-4AB3-E7B6-504C41CFADE5}"/>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B409FC5B-7AD1-E1F4-E933-2751285A4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8BB181C-2BD4-23C8-B46A-4D7FEF318CE3}"/>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F0E87509-18BB-ED8E-E62C-4B87BABD97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419288348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6AA8A-C7A5-C3B6-0287-B5245BE1139A}"/>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6526DC86-1985-FFA3-A96B-C5D358F83D36}"/>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A72ED18F-6417-2860-FBB5-E20A77820F1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EEAF8E70-A34F-53BB-3B0A-1F02CC2BCC6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21BD017E-05D2-9C49-85E0-7F2CA1E5C468}"/>
              </a:ext>
            </a:extLst>
          </p:cNvPr>
          <p:cNvSpPr>
            <a:spLocks noGrp="1" noChangeArrowheads="1"/>
          </p:cNvSpPr>
          <p:nvPr>
            <p:ph idx="1"/>
          </p:nvPr>
        </p:nvSpPr>
        <p:spPr bwMode="auto">
          <a:xfrm>
            <a:off x="881856" y="165577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Directions  ( 2- 3 ) : Arrange the given words in alphabetical order and choose the one that comes first. </a:t>
            </a:r>
          </a:p>
          <a:p>
            <a:pPr marL="457200" lvl="0" indent="-457200">
              <a:buAutoNum type="arabicPeriod" startAt="2"/>
            </a:pPr>
            <a:r>
              <a:rPr lang="en-US" sz="2400" dirty="0">
                <a:latin typeface="Times New Roman" panose="02020603050405020304" pitchFamily="18" charset="0"/>
                <a:cs typeface="Times New Roman" panose="02020603050405020304" pitchFamily="18" charset="0"/>
              </a:rPr>
              <a:t>(a) Wasp              (b) Waste         (c) War           (d) Wrinkle              (e) Wrist </a:t>
            </a:r>
          </a:p>
          <a:p>
            <a:pPr marL="457200" lvl="0" indent="-457200">
              <a:buAutoNum type="arabicPeriod" startAt="2"/>
            </a:pPr>
            <a:endParaRPr lang="en-US" sz="2400" dirty="0">
              <a:latin typeface="Times New Roman" panose="02020603050405020304" pitchFamily="18" charset="0"/>
              <a:cs typeface="Times New Roman" panose="02020603050405020304" pitchFamily="18" charset="0"/>
            </a:endParaRPr>
          </a:p>
          <a:p>
            <a:pPr marL="457200" lvl="0" indent="-457200">
              <a:buAutoNum type="arabicPeriod" startAt="2"/>
            </a:pPr>
            <a:endParaRPr lang="en-US" sz="2400"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3.	(a) Science           (b) Scrutiny     (c) Scripture   (d) Scramble            (e) Script</a:t>
            </a:r>
          </a:p>
        </p:txBody>
      </p:sp>
      <p:sp>
        <p:nvSpPr>
          <p:cNvPr id="8" name="Footer Placeholder 7">
            <a:extLst>
              <a:ext uri="{FF2B5EF4-FFF2-40B4-BE49-F238E27FC236}">
                <a16:creationId xmlns:a16="http://schemas.microsoft.com/office/drawing/2014/main" id="{37C63B04-EA0B-2CDA-FC39-F6AD67EFF5D3}"/>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DDCD64D5-0ACB-832C-AA22-A5993C7B5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3CCBEAD-04A3-5143-1D78-4EEE5126B43B}"/>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90D6348D-76DA-6018-4415-89F506BD2D6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4044817826"/>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F2B9-39BD-B8EA-87C6-0AD4DEB9B277}"/>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9EA7CE7F-33C8-FC89-12D9-ACBEAAA457D1}"/>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FB672C54-3006-4B4A-FB66-377600439E7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2967AA48-2D70-DE6E-EEA7-A7B1DE19CCF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810E96E1-C06E-13B2-F5D8-A3B30F8ADAA5}"/>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Directions ( 4 -5 ): In each of the following questions, arrange the given names in the order in which they would occur in a telephone directory and choose the one which appears in the middle. </a:t>
            </a:r>
          </a:p>
          <a:p>
            <a:pPr marL="457200" lvl="0" indent="-457200">
              <a:buAutoNum type="arabicPeriod" startAt="4"/>
            </a:pP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Avdesh</a:t>
            </a:r>
            <a:r>
              <a:rPr lang="en-US" sz="2400" dirty="0">
                <a:latin typeface="Times New Roman" panose="02020603050405020304" pitchFamily="18" charset="0"/>
                <a:cs typeface="Times New Roman" panose="02020603050405020304" pitchFamily="18" charset="0"/>
              </a:rPr>
              <a:t>       (b) Avadhesh    (c) </a:t>
            </a:r>
            <a:r>
              <a:rPr lang="en-US" sz="2400" dirty="0" err="1">
                <a:latin typeface="Times New Roman" panose="02020603050405020304" pitchFamily="18" charset="0"/>
                <a:cs typeface="Times New Roman" panose="02020603050405020304" pitchFamily="18" charset="0"/>
              </a:rPr>
              <a:t>Awadesh</a:t>
            </a:r>
            <a:r>
              <a:rPr lang="en-US" sz="2400" dirty="0">
                <a:latin typeface="Times New Roman" panose="02020603050405020304" pitchFamily="18" charset="0"/>
                <a:cs typeface="Times New Roman" panose="02020603050405020304" pitchFamily="18" charset="0"/>
              </a:rPr>
              <a:t>       (d) Awdhesh      (e) Awadhesh</a:t>
            </a:r>
          </a:p>
          <a:p>
            <a:pPr marL="457200" lvl="0" indent="-457200">
              <a:buAutoNum type="arabicPeriod" startAt="4"/>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 </a:t>
            </a:r>
          </a:p>
          <a:p>
            <a:pPr marL="0" lvl="0" indent="0">
              <a:buNone/>
            </a:pPr>
            <a:r>
              <a:rPr lang="en-US" sz="2400" dirty="0">
                <a:latin typeface="Times New Roman" panose="02020603050405020304" pitchFamily="18" charset="0"/>
                <a:cs typeface="Times New Roman" panose="02020603050405020304" pitchFamily="18" charset="0"/>
              </a:rPr>
              <a:t>5.	(a) Randhir      (b) </a:t>
            </a:r>
            <a:r>
              <a:rPr lang="en-US" sz="2400" dirty="0" err="1">
                <a:latin typeface="Times New Roman" panose="02020603050405020304" pitchFamily="18" charset="0"/>
                <a:cs typeface="Times New Roman" panose="02020603050405020304" pitchFamily="18" charset="0"/>
              </a:rPr>
              <a:t>Randesh</a:t>
            </a:r>
            <a:r>
              <a:rPr lang="en-US" sz="2400" dirty="0">
                <a:latin typeface="Times New Roman" panose="02020603050405020304" pitchFamily="18" charset="0"/>
                <a:cs typeface="Times New Roman" panose="02020603050405020304" pitchFamily="18" charset="0"/>
              </a:rPr>
              <a:t>       (c) Rama            (d) Raamesh       (e) </a:t>
            </a:r>
            <a:r>
              <a:rPr lang="en-US" sz="2400" dirty="0" err="1">
                <a:latin typeface="Times New Roman" panose="02020603050405020304" pitchFamily="18" charset="0"/>
                <a:cs typeface="Times New Roman" panose="02020603050405020304" pitchFamily="18" charset="0"/>
              </a:rPr>
              <a:t>Renmurthi</a:t>
            </a:r>
            <a:endParaRPr 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A1B620B1-E700-F6CF-07F3-7019AB43F173}"/>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402747D5-581E-DC7B-1972-890182E1F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59FA3E7-4BE9-DAAD-D073-08DD3BF8798A}"/>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E04E62CF-5AD5-C08A-C9F3-94B92BF888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332141805"/>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A9F8-1772-3B9B-515D-8F0C4A14577D}"/>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B26F8876-C8DD-B727-95D8-CA6D0C058757}"/>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B445C987-EC66-8883-7745-0FF6E0DC467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4483B713-81B4-2302-22B2-F37F76DA278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86834A2C-98A1-BA95-F803-6B3F6123D094}"/>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6.How many pairs of letters are there in the word NECESSARY which have as many letters between them in the word as there are between them in the alphabet and in the same order? </a:t>
            </a:r>
          </a:p>
          <a:p>
            <a:pPr marL="457200" lvl="0" indent="-457200">
              <a:buAutoNum type="alphaLcParenBoth"/>
            </a:pPr>
            <a:r>
              <a:rPr lang="en-US" sz="2400" dirty="0">
                <a:latin typeface="Times New Roman" panose="02020603050405020304" pitchFamily="18" charset="0"/>
                <a:cs typeface="Times New Roman" panose="02020603050405020304" pitchFamily="18" charset="0"/>
              </a:rPr>
              <a:t>One           (b) Two               (c) Three             (d) Nil             (e) Four</a:t>
            </a:r>
          </a:p>
          <a:p>
            <a:pPr marL="457200" lvl="0" indent="-457200">
              <a:buAutoNum type="alphaLcParenBoth"/>
            </a:pPr>
            <a:endParaRPr lang="en-US" sz="2400"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7.If the first and third letters in the word NECESSARY were interchanged, also the fourth and the sixth letters, and the seventh and the ninth letters which of the following would be the seventh letter from the left?</a:t>
            </a:r>
          </a:p>
          <a:p>
            <a:pPr marL="0" lvl="0" indent="0">
              <a:buNone/>
            </a:pPr>
            <a:r>
              <a:rPr lang="en-US" sz="2400" dirty="0">
                <a:latin typeface="Times New Roman" panose="02020603050405020304" pitchFamily="18" charset="0"/>
                <a:cs typeface="Times New Roman" panose="02020603050405020304" pitchFamily="18" charset="0"/>
              </a:rPr>
              <a:t> (a) A             (b) Y                    (c) R                     (d) E                </a:t>
            </a:r>
          </a:p>
        </p:txBody>
      </p:sp>
      <p:sp>
        <p:nvSpPr>
          <p:cNvPr id="8" name="Footer Placeholder 7">
            <a:extLst>
              <a:ext uri="{FF2B5EF4-FFF2-40B4-BE49-F238E27FC236}">
                <a16:creationId xmlns:a16="http://schemas.microsoft.com/office/drawing/2014/main" id="{B66B000A-0EAE-8DD9-9F62-8B4A695A8928}"/>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05ED1C97-76EA-D234-80F7-1E0262BE3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B73280D2-22BC-DFC2-4C72-6CE198077897}"/>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40E836ED-3F74-2993-D942-CC5992E3A04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334213686"/>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1CB55-4291-486D-3687-4482301EC0E2}"/>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2DD7C274-BC9A-8D29-523B-FCE625112AF9}"/>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F6609340-17B3-0DA1-2DE2-3B58A69A3EC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F32F5CFF-CA56-8AE0-9BB4-8C13124E0C4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AC8BF8BE-589F-58B5-8AD4-3EB3A1D67EE8}"/>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8.How many pairs of letters are there in the word 'HORIZON' which have as many letters between them in the word as in the English alphabet?</a:t>
            </a:r>
          </a:p>
          <a:p>
            <a:pPr marL="457200" lvl="0" indent="-457200">
              <a:buAutoNum type="alphaLcParenBoth"/>
            </a:pPr>
            <a:r>
              <a:rPr lang="en-US" sz="2400" dirty="0">
                <a:latin typeface="Times New Roman" panose="02020603050405020304" pitchFamily="18" charset="0"/>
                <a:cs typeface="Times New Roman" panose="02020603050405020304" pitchFamily="18" charset="0"/>
              </a:rPr>
              <a:t>One          (b) Two                (c) </a:t>
            </a:r>
            <a:r>
              <a:rPr lang="en-US" sz="2400" dirty="0" err="1">
                <a:latin typeface="Times New Roman" panose="02020603050405020304" pitchFamily="18" charset="0"/>
                <a:cs typeface="Times New Roman" panose="02020603050405020304" pitchFamily="18" charset="0"/>
              </a:rPr>
              <a:t>Threе</a:t>
            </a:r>
            <a:r>
              <a:rPr lang="en-US" sz="2400" dirty="0">
                <a:latin typeface="Times New Roman" panose="02020603050405020304" pitchFamily="18" charset="0"/>
                <a:cs typeface="Times New Roman" panose="02020603050405020304" pitchFamily="18" charset="0"/>
              </a:rPr>
              <a:t>              (d) More than three</a:t>
            </a:r>
          </a:p>
          <a:p>
            <a:pPr marL="457200" lvl="0" indent="-457200">
              <a:buAutoNum type="alphaLcParenBoth"/>
            </a:pPr>
            <a:endParaRPr lang="en-US" sz="2400"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9.How many A's arc there in the following series which are immediately followed by B as well as immediately preceded by Z ? AMBZANAABZABAZBA P Z ABAZAB </a:t>
            </a:r>
          </a:p>
          <a:p>
            <a:pPr marL="0" lvl="0" indent="0">
              <a:buNone/>
            </a:pPr>
            <a:r>
              <a:rPr lang="en-US" sz="2400" dirty="0">
                <a:latin typeface="Times New Roman" panose="02020603050405020304" pitchFamily="18" charset="0"/>
                <a:cs typeface="Times New Roman" panose="02020603050405020304" pitchFamily="18" charset="0"/>
              </a:rPr>
              <a:t>(a) Nil           (b) One                 (c) Two                (d) Three           (e) More than three</a:t>
            </a:r>
          </a:p>
        </p:txBody>
      </p:sp>
      <p:sp>
        <p:nvSpPr>
          <p:cNvPr id="8" name="Footer Placeholder 7">
            <a:extLst>
              <a:ext uri="{FF2B5EF4-FFF2-40B4-BE49-F238E27FC236}">
                <a16:creationId xmlns:a16="http://schemas.microsoft.com/office/drawing/2014/main" id="{DFE48836-F2A3-3259-218D-0899A77B9422}"/>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65F9D887-47EB-CC82-C764-52A4943590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2A9F1567-AA2C-5194-473B-51B42C7E3AF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50DC0D21-BEC5-87BB-43AF-A51058780CA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2731001726"/>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6900-F623-2F5F-75DF-129AE67188C5}"/>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8A6F04F9-CC11-8B10-C072-7A35168FAC82}"/>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	ALPHABET TEST</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5CAE6753-C5F1-6A26-A4D3-25461F8FA5B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275E1548-4E9F-5C90-DFF1-1C006E527AD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5E1D70FC-9BC7-4030-2FB6-560DB8F6D622}"/>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10.In the word KNOWLEDGE, all vowels are arranged in reverse alphabetical order followed by all consonants are arranged in alphabetical order. After that, vowels are replaced by the next letter, and consonants by the next consonant in the English alphabet. Which letter will be sixth from the left end?</a:t>
            </a:r>
          </a:p>
          <a:p>
            <a:pPr marL="0" lvl="0" indent="0">
              <a:buNone/>
            </a:pPr>
            <a:r>
              <a:rPr lang="en-US" sz="2400" dirty="0">
                <a:latin typeface="Times New Roman" panose="02020603050405020304" pitchFamily="18" charset="0"/>
                <a:cs typeface="Times New Roman" panose="02020603050405020304" pitchFamily="18" charset="0"/>
              </a:rPr>
              <a:t>(a)	X               (b)P                     (c)L                      (d)H</a:t>
            </a:r>
          </a:p>
        </p:txBody>
      </p:sp>
      <p:sp>
        <p:nvSpPr>
          <p:cNvPr id="8" name="Footer Placeholder 7">
            <a:extLst>
              <a:ext uri="{FF2B5EF4-FFF2-40B4-BE49-F238E27FC236}">
                <a16:creationId xmlns:a16="http://schemas.microsoft.com/office/drawing/2014/main" id="{F30A6CDA-942C-2B13-3F5C-89ED0014E726}"/>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83FE7275-70F8-6FFC-02FD-426DF574F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CA8AF82-532F-F617-506C-8258071576CC}"/>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6AB0CF7E-A2B5-BF05-8C7A-E2863693E8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Tree>
    <p:extLst>
      <p:ext uri="{BB962C8B-B14F-4D97-AF65-F5344CB8AC3E}">
        <p14:creationId xmlns:p14="http://schemas.microsoft.com/office/powerpoint/2010/main" val="3365177742"/>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59CD-4B6F-5A87-8D47-6FA0BE33EAC4}"/>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4A23746C-6960-0804-6C55-3C99CE61C8CF}"/>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303E3A15-A2D6-E652-4B0F-12B2C1B216F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81F4E9F9-E960-C115-EDCF-474519B1D23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33BD7B07-B6FA-E874-46F9-C21080E672D4}"/>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buNone/>
            </a:pPr>
            <a:r>
              <a:rPr lang="en-US" sz="2400" dirty="0">
                <a:latin typeface="Times New Roman" panose="02020603050405020304" pitchFamily="18" charset="0"/>
                <a:cs typeface="Times New Roman" panose="02020603050405020304" pitchFamily="18" charset="0"/>
              </a:rPr>
              <a:t>Directions (1-3): In the following questions, the symbols $, *, #, @ and % are used with the following meaning as illustrated below:</a:t>
            </a:r>
          </a:p>
          <a:p>
            <a:pPr marL="0" lvl="0" indent="0">
              <a:buNone/>
            </a:pPr>
            <a:r>
              <a:rPr lang="en-US" sz="2400" dirty="0">
                <a:latin typeface="Times New Roman" panose="02020603050405020304" pitchFamily="18" charset="0"/>
                <a:cs typeface="Times New Roman" panose="02020603050405020304" pitchFamily="18" charset="0"/>
              </a:rPr>
              <a:t>Give answer:</a:t>
            </a:r>
          </a:p>
          <a:p>
            <a:r>
              <a:rPr lang="en-US" sz="2400" dirty="0"/>
              <a:t>P @ Q means P is neither greater than nor equal to Q </a:t>
            </a:r>
          </a:p>
          <a:p>
            <a:r>
              <a:rPr lang="en-US" sz="2400" dirty="0"/>
              <a:t>P % Q means P is neither smaller than nor equal to Q </a:t>
            </a:r>
          </a:p>
          <a:p>
            <a:r>
              <a:rPr lang="en-US" sz="2400" dirty="0"/>
              <a:t>P $ Q means P is neither smaller than nor greater than Q</a:t>
            </a:r>
          </a:p>
          <a:p>
            <a:r>
              <a:rPr lang="en-US" sz="2400" dirty="0"/>
              <a:t>P # Q means P is not smaller than Q</a:t>
            </a:r>
          </a:p>
          <a:p>
            <a:r>
              <a:rPr lang="en-US" sz="2400" dirty="0"/>
              <a:t>P * Q means P is not greater than Q</a:t>
            </a: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C5C565FB-B79C-68C0-E7D9-49EC8A3EF31F}"/>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798A7FD0-FDEA-314D-1A01-8FCC505CE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AA12477B-7A74-B3E1-6C0B-9364D271190B}"/>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C1BE2075-1AC2-970F-8653-10640D7657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2AD0D8E9-C011-0E29-18CF-CD0C014C5146}"/>
              </a:ext>
            </a:extLst>
          </p:cNvPr>
          <p:cNvSpPr txBox="1">
            <a:spLocks/>
          </p:cNvSpPr>
          <p:nvPr/>
        </p:nvSpPr>
        <p:spPr>
          <a:xfrm>
            <a:off x="6370637" y="2401388"/>
            <a:ext cx="4914900" cy="4571999"/>
          </a:xfrm>
          <a:prstGeom prst="rect">
            <a:avLst/>
          </a:prstGeom>
        </p:spPr>
        <p:txBody>
          <a:bodyPr vert="horz" lIns="0" tIns="45720" rIns="0" bIns="45720" rtlCol="0">
            <a:normAutofit/>
          </a:bodyPr>
          <a:lst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112553118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C0FE3-AE87-EAEE-FF16-30A5E5DD78A8}"/>
              </a:ext>
            </a:extLst>
          </p:cNvPr>
          <p:cNvSpPr>
            <a:spLocks noGrp="1"/>
          </p:cNvSpPr>
          <p:nvPr>
            <p:ph sz="half" idx="1"/>
          </p:nvPr>
        </p:nvSpPr>
        <p:spPr>
          <a:xfrm>
            <a:off x="1409700" y="1589247"/>
            <a:ext cx="4914900" cy="4571999"/>
          </a:xfrm>
        </p:spPr>
        <p:txBody>
          <a:bodyPr/>
          <a:lstStyle/>
          <a:p>
            <a:pPr marL="0" lvl="0" indent="0">
              <a:buNone/>
            </a:pPr>
            <a:r>
              <a:rPr lang="en-US" dirty="0">
                <a:latin typeface="Times New Roman" panose="02020603050405020304" pitchFamily="18" charset="0"/>
                <a:cs typeface="Times New Roman" panose="02020603050405020304" pitchFamily="18" charset="0"/>
              </a:rPr>
              <a:t>a) If only conclusion I follows. </a:t>
            </a:r>
          </a:p>
          <a:p>
            <a:pPr marL="0" lvl="0" indent="0">
              <a:buNone/>
            </a:pPr>
            <a:r>
              <a:rPr lang="en-US" dirty="0">
                <a:latin typeface="Times New Roman" panose="02020603050405020304" pitchFamily="18" charset="0"/>
                <a:cs typeface="Times New Roman" panose="02020603050405020304" pitchFamily="18" charset="0"/>
              </a:rPr>
              <a:t>b) If only conclusion II follows. </a:t>
            </a:r>
          </a:p>
          <a:p>
            <a:pPr marL="0" lvl="0" indent="0">
              <a:buNone/>
            </a:pPr>
            <a:r>
              <a:rPr lang="en-US" dirty="0">
                <a:latin typeface="Times New Roman" panose="02020603050405020304" pitchFamily="18" charset="0"/>
                <a:cs typeface="Times New Roman" panose="02020603050405020304" pitchFamily="18" charset="0"/>
              </a:rPr>
              <a:t>c) If either conclusion I or II follows. </a:t>
            </a:r>
          </a:p>
          <a:p>
            <a:pPr marL="0" lvl="0" indent="0">
              <a:buNone/>
            </a:pPr>
            <a:r>
              <a:rPr lang="en-US" dirty="0">
                <a:latin typeface="Times New Roman" panose="02020603050405020304" pitchFamily="18" charset="0"/>
                <a:cs typeface="Times New Roman" panose="02020603050405020304" pitchFamily="18" charset="0"/>
              </a:rPr>
              <a:t>d) If neither conclusion I nor II follows. </a:t>
            </a:r>
          </a:p>
          <a:p>
            <a:pPr marL="0" lvl="0" indent="0">
              <a:buNone/>
            </a:pPr>
            <a:r>
              <a:rPr lang="en-US" dirty="0">
                <a:latin typeface="Times New Roman" panose="02020603050405020304" pitchFamily="18" charset="0"/>
                <a:cs typeface="Times New Roman" panose="02020603050405020304" pitchFamily="18" charset="0"/>
              </a:rPr>
              <a:t>e) If both conclusions I and II follow</a:t>
            </a:r>
          </a:p>
        </p:txBody>
      </p:sp>
      <p:sp>
        <p:nvSpPr>
          <p:cNvPr id="4" name="Content Placeholder 3">
            <a:extLst>
              <a:ext uri="{FF2B5EF4-FFF2-40B4-BE49-F238E27FC236}">
                <a16:creationId xmlns:a16="http://schemas.microsoft.com/office/drawing/2014/main" id="{9ACF8313-340B-9DCF-68E2-CD32F7638BCB}"/>
              </a:ext>
            </a:extLst>
          </p:cNvPr>
          <p:cNvSpPr>
            <a:spLocks noGrp="1"/>
          </p:cNvSpPr>
          <p:nvPr>
            <p:ph sz="half" idx="2"/>
          </p:nvPr>
        </p:nvSpPr>
        <p:spPr/>
        <p:txBody>
          <a:bodyPr/>
          <a:lstStyle/>
          <a:p>
            <a:r>
              <a:rPr lang="pt-BR" dirty="0"/>
              <a:t>1.	</a:t>
            </a:r>
            <a:r>
              <a:rPr lang="pt-BR" b="1" dirty="0"/>
              <a:t>Statements: </a:t>
            </a:r>
          </a:p>
          <a:p>
            <a:pPr marL="0" indent="0">
              <a:buNone/>
            </a:pPr>
            <a:r>
              <a:rPr lang="pt-BR" dirty="0"/>
              <a:t>I.	A $ K; </a:t>
            </a:r>
          </a:p>
          <a:p>
            <a:pPr marL="0" indent="0">
              <a:buNone/>
            </a:pPr>
            <a:r>
              <a:rPr lang="pt-BR" dirty="0"/>
              <a:t>II.	E # N; </a:t>
            </a:r>
          </a:p>
          <a:p>
            <a:pPr marL="0" indent="0">
              <a:buNone/>
            </a:pPr>
            <a:r>
              <a:rPr lang="pt-BR" dirty="0"/>
              <a:t>III.	K @ E </a:t>
            </a:r>
          </a:p>
          <a:p>
            <a:pPr marL="0" indent="0">
              <a:buNone/>
            </a:pPr>
            <a:r>
              <a:rPr lang="pt-BR" dirty="0"/>
              <a:t>            </a:t>
            </a:r>
            <a:r>
              <a:rPr lang="pt-BR" b="1" dirty="0"/>
              <a:t>Conclusions: </a:t>
            </a:r>
          </a:p>
          <a:p>
            <a:pPr marL="0" indent="0">
              <a:buNone/>
            </a:pPr>
            <a:r>
              <a:rPr lang="pt-BR" dirty="0"/>
              <a:t>I.	A $ N </a:t>
            </a:r>
          </a:p>
          <a:p>
            <a:pPr marL="0" indent="0">
              <a:buNone/>
            </a:pPr>
            <a:r>
              <a:rPr lang="pt-BR" dirty="0"/>
              <a:t>II.	A @ N </a:t>
            </a:r>
          </a:p>
          <a:p>
            <a:pPr marL="0" indent="0">
              <a:buNone/>
            </a:pPr>
            <a:r>
              <a:rPr lang="pt-BR" dirty="0"/>
              <a:t>A.  a    B. b    C. c    D. d      E. e</a:t>
            </a:r>
          </a:p>
          <a:p>
            <a:endParaRPr lang="en-IN" dirty="0"/>
          </a:p>
        </p:txBody>
      </p:sp>
      <p:sp>
        <p:nvSpPr>
          <p:cNvPr id="5" name="Date Placeholder 4">
            <a:extLst>
              <a:ext uri="{FF2B5EF4-FFF2-40B4-BE49-F238E27FC236}">
                <a16:creationId xmlns:a16="http://schemas.microsoft.com/office/drawing/2014/main" id="{02A6B094-2241-98A9-9537-DA01AA19B3E7}"/>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F114C51D-5715-BF37-1250-A77E521AA2B4}"/>
              </a:ext>
            </a:extLst>
          </p:cNvPr>
          <p:cNvSpPr>
            <a:spLocks noGrp="1"/>
          </p:cNvSpPr>
          <p:nvPr>
            <p:ph type="sldNum" sz="quarter" idx="12"/>
          </p:nvPr>
        </p:nvSpPr>
        <p:spPr/>
        <p:txBody>
          <a:bodyPr/>
          <a:lstStyle/>
          <a:p>
            <a:pPr>
              <a:defRPr/>
            </a:pPr>
            <a:fld id="{AAF52EED-3DAD-467F-878E-AC8F8A863C10}" type="slidenum">
              <a:rPr lang="en-US" altLang="en-US" smtClean="0"/>
              <a:pPr>
                <a:defRPr/>
              </a:pPr>
              <a:t>20</a:t>
            </a:fld>
            <a:endParaRPr lang="en-US" altLang="en-US"/>
          </a:p>
        </p:txBody>
      </p:sp>
      <p:sp>
        <p:nvSpPr>
          <p:cNvPr id="8" name="Rectangle 2">
            <a:extLst>
              <a:ext uri="{FF2B5EF4-FFF2-40B4-BE49-F238E27FC236}">
                <a16:creationId xmlns:a16="http://schemas.microsoft.com/office/drawing/2014/main" id="{4F906351-2656-9E40-C944-F18ECFB6DD33}"/>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F952C1BB-23A5-D6A1-1824-27AAB1B5CDF7}"/>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7F98EDB2-5B7F-262E-011B-C8CB1E5E32B9}"/>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FBB1F909-7E23-34D0-7370-6F767F07B8AF}"/>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2D786F08-956C-355D-DFFF-2F6DB4D1A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2781A32D-0A40-3D2F-CAB5-88EE3A042A4A}"/>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158893AB-E722-A782-C2BF-BD8805CE44F7}"/>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342622611"/>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908F0-9A53-9746-FE3D-AD3F3A9922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FABB7-9D56-6CD3-6F94-DB93BF81A348}"/>
              </a:ext>
            </a:extLst>
          </p:cNvPr>
          <p:cNvSpPr>
            <a:spLocks noGrp="1"/>
          </p:cNvSpPr>
          <p:nvPr>
            <p:ph sz="half" idx="1"/>
          </p:nvPr>
        </p:nvSpPr>
        <p:spPr>
          <a:xfrm>
            <a:off x="1409700" y="1589247"/>
            <a:ext cx="4914900" cy="4571999"/>
          </a:xfrm>
        </p:spPr>
        <p:txBody>
          <a:bodyPr/>
          <a:lstStyle/>
          <a:p>
            <a:pPr marL="0" lvl="0" indent="0">
              <a:buNone/>
            </a:pPr>
            <a:r>
              <a:rPr lang="en-US" dirty="0">
                <a:latin typeface="Times New Roman" panose="02020603050405020304" pitchFamily="18" charset="0"/>
                <a:cs typeface="Times New Roman" panose="02020603050405020304" pitchFamily="18" charset="0"/>
              </a:rPr>
              <a:t>a) If only conclusion I follows. </a:t>
            </a:r>
          </a:p>
          <a:p>
            <a:pPr marL="0" lvl="0" indent="0">
              <a:buNone/>
            </a:pPr>
            <a:r>
              <a:rPr lang="en-US" dirty="0">
                <a:latin typeface="Times New Roman" panose="02020603050405020304" pitchFamily="18" charset="0"/>
                <a:cs typeface="Times New Roman" panose="02020603050405020304" pitchFamily="18" charset="0"/>
              </a:rPr>
              <a:t>b) If only conclusion II follows. </a:t>
            </a:r>
          </a:p>
          <a:p>
            <a:pPr marL="0" lvl="0" indent="0">
              <a:buNone/>
            </a:pPr>
            <a:r>
              <a:rPr lang="en-US" dirty="0">
                <a:latin typeface="Times New Roman" panose="02020603050405020304" pitchFamily="18" charset="0"/>
                <a:cs typeface="Times New Roman" panose="02020603050405020304" pitchFamily="18" charset="0"/>
              </a:rPr>
              <a:t>c) If either conclusion I or II follows. </a:t>
            </a:r>
          </a:p>
          <a:p>
            <a:pPr marL="0" lvl="0" indent="0">
              <a:buNone/>
            </a:pPr>
            <a:r>
              <a:rPr lang="en-US" dirty="0">
                <a:latin typeface="Times New Roman" panose="02020603050405020304" pitchFamily="18" charset="0"/>
                <a:cs typeface="Times New Roman" panose="02020603050405020304" pitchFamily="18" charset="0"/>
              </a:rPr>
              <a:t>d) If neither conclusion I nor II follows. </a:t>
            </a:r>
          </a:p>
          <a:p>
            <a:pPr marL="0" lvl="0" indent="0">
              <a:buNone/>
            </a:pPr>
            <a:r>
              <a:rPr lang="en-US" dirty="0">
                <a:latin typeface="Times New Roman" panose="02020603050405020304" pitchFamily="18" charset="0"/>
                <a:cs typeface="Times New Roman" panose="02020603050405020304" pitchFamily="18" charset="0"/>
              </a:rPr>
              <a:t>e) If both conclusions I and II follow</a:t>
            </a:r>
          </a:p>
        </p:txBody>
      </p:sp>
      <p:sp>
        <p:nvSpPr>
          <p:cNvPr id="4" name="Content Placeholder 3">
            <a:extLst>
              <a:ext uri="{FF2B5EF4-FFF2-40B4-BE49-F238E27FC236}">
                <a16:creationId xmlns:a16="http://schemas.microsoft.com/office/drawing/2014/main" id="{138B69EC-50D3-5E76-2463-30DE314AE87D}"/>
              </a:ext>
            </a:extLst>
          </p:cNvPr>
          <p:cNvSpPr>
            <a:spLocks noGrp="1"/>
          </p:cNvSpPr>
          <p:nvPr>
            <p:ph sz="half" idx="2"/>
          </p:nvPr>
        </p:nvSpPr>
        <p:spPr/>
        <p:txBody>
          <a:bodyPr/>
          <a:lstStyle/>
          <a:p>
            <a:pPr marL="0" indent="0">
              <a:buNone/>
            </a:pPr>
            <a:r>
              <a:rPr lang="pl-PL" dirty="0"/>
              <a:t>2.	</a:t>
            </a:r>
            <a:r>
              <a:rPr lang="pl-PL" b="1" dirty="0"/>
              <a:t>Statements: </a:t>
            </a:r>
          </a:p>
          <a:p>
            <a:pPr marL="0" indent="0">
              <a:buNone/>
            </a:pPr>
            <a:r>
              <a:rPr lang="pl-PL" dirty="0"/>
              <a:t>I.	G @ B; </a:t>
            </a:r>
          </a:p>
          <a:p>
            <a:pPr marL="0" indent="0">
              <a:buNone/>
            </a:pPr>
            <a:r>
              <a:rPr lang="pl-PL" dirty="0"/>
              <a:t>II.	W # Z; </a:t>
            </a:r>
          </a:p>
          <a:p>
            <a:pPr marL="0" indent="0">
              <a:buNone/>
            </a:pPr>
            <a:r>
              <a:rPr lang="pl-PL" dirty="0"/>
              <a:t>III.	B % W </a:t>
            </a:r>
          </a:p>
          <a:p>
            <a:pPr marL="0" indent="0">
              <a:buNone/>
            </a:pPr>
            <a:r>
              <a:rPr lang="pl-PL" dirty="0"/>
              <a:t>           </a:t>
            </a:r>
            <a:r>
              <a:rPr lang="pl-PL" b="1" dirty="0"/>
              <a:t>Conclusions: </a:t>
            </a:r>
          </a:p>
          <a:p>
            <a:pPr marL="0" indent="0">
              <a:buNone/>
            </a:pPr>
            <a:r>
              <a:rPr lang="pl-PL" dirty="0"/>
              <a:t>I)	G @ Z  </a:t>
            </a:r>
          </a:p>
          <a:p>
            <a:pPr marL="0" indent="0">
              <a:buNone/>
            </a:pPr>
            <a:r>
              <a:rPr lang="pl-PL" dirty="0"/>
              <a:t>II)	Z @ B </a:t>
            </a:r>
          </a:p>
          <a:p>
            <a:pPr marL="0" indent="0">
              <a:buNone/>
            </a:pPr>
            <a:r>
              <a:rPr lang="pl-PL" dirty="0"/>
              <a:t>A</a:t>
            </a:r>
            <a:r>
              <a:rPr lang="en-US" dirty="0"/>
              <a:t>. </a:t>
            </a:r>
            <a:r>
              <a:rPr lang="pl-PL" dirty="0"/>
              <a:t>a    B. b   C. c   D. d      E.e</a:t>
            </a:r>
          </a:p>
        </p:txBody>
      </p:sp>
      <p:sp>
        <p:nvSpPr>
          <p:cNvPr id="5" name="Date Placeholder 4">
            <a:extLst>
              <a:ext uri="{FF2B5EF4-FFF2-40B4-BE49-F238E27FC236}">
                <a16:creationId xmlns:a16="http://schemas.microsoft.com/office/drawing/2014/main" id="{6EB84E83-1B8F-4CD7-AE18-444350E613AE}"/>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1368F62E-DF04-6C1B-BBCB-92EF325A085C}"/>
              </a:ext>
            </a:extLst>
          </p:cNvPr>
          <p:cNvSpPr>
            <a:spLocks noGrp="1"/>
          </p:cNvSpPr>
          <p:nvPr>
            <p:ph type="sldNum" sz="quarter" idx="12"/>
          </p:nvPr>
        </p:nvSpPr>
        <p:spPr/>
        <p:txBody>
          <a:bodyPr/>
          <a:lstStyle/>
          <a:p>
            <a:pPr>
              <a:defRPr/>
            </a:pPr>
            <a:fld id="{AAF52EED-3DAD-467F-878E-AC8F8A863C10}" type="slidenum">
              <a:rPr lang="en-US" altLang="en-US" smtClean="0"/>
              <a:pPr>
                <a:defRPr/>
              </a:pPr>
              <a:t>21</a:t>
            </a:fld>
            <a:endParaRPr lang="en-US" altLang="en-US"/>
          </a:p>
        </p:txBody>
      </p:sp>
      <p:sp>
        <p:nvSpPr>
          <p:cNvPr id="8" name="Rectangle 2">
            <a:extLst>
              <a:ext uri="{FF2B5EF4-FFF2-40B4-BE49-F238E27FC236}">
                <a16:creationId xmlns:a16="http://schemas.microsoft.com/office/drawing/2014/main" id="{031A7450-52DA-7E11-C211-57881DF3EC49}"/>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E3B00881-2924-46A8-F528-C5629E06E3D3}"/>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3C067DFD-84D1-9756-ABC9-0BFF0A6A596C}"/>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6A5D255E-1158-38B4-9B4B-F4D09776614F}"/>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B08458F2-11E6-CCFF-8229-42BF9E1C9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F8664404-0940-7E15-D1A2-478435A0D0B9}"/>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99491E87-4CC6-3AE2-16D5-8CCE469E2C0A}"/>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299761262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F424-2A57-FF50-A03D-EA7E9B409D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FAD272-07CB-B2DC-3D9F-E614053DA9A3}"/>
              </a:ext>
            </a:extLst>
          </p:cNvPr>
          <p:cNvSpPr>
            <a:spLocks noGrp="1"/>
          </p:cNvSpPr>
          <p:nvPr>
            <p:ph sz="half" idx="1"/>
          </p:nvPr>
        </p:nvSpPr>
        <p:spPr>
          <a:xfrm>
            <a:off x="1409700" y="1589247"/>
            <a:ext cx="4914900" cy="4571999"/>
          </a:xfrm>
        </p:spPr>
        <p:txBody>
          <a:bodyPr/>
          <a:lstStyle/>
          <a:p>
            <a:pPr marL="0" lvl="0" indent="0">
              <a:buNone/>
            </a:pPr>
            <a:r>
              <a:rPr lang="en-US" dirty="0">
                <a:latin typeface="Times New Roman" panose="02020603050405020304" pitchFamily="18" charset="0"/>
                <a:cs typeface="Times New Roman" panose="02020603050405020304" pitchFamily="18" charset="0"/>
              </a:rPr>
              <a:t>a) If only conclusion I follows. </a:t>
            </a:r>
          </a:p>
          <a:p>
            <a:pPr marL="0" lvl="0" indent="0">
              <a:buNone/>
            </a:pPr>
            <a:r>
              <a:rPr lang="en-US" dirty="0">
                <a:latin typeface="Times New Roman" panose="02020603050405020304" pitchFamily="18" charset="0"/>
                <a:cs typeface="Times New Roman" panose="02020603050405020304" pitchFamily="18" charset="0"/>
              </a:rPr>
              <a:t>b) If only conclusion II follows. </a:t>
            </a:r>
          </a:p>
          <a:p>
            <a:pPr marL="0" lvl="0" indent="0">
              <a:buNone/>
            </a:pPr>
            <a:r>
              <a:rPr lang="en-US" dirty="0">
                <a:latin typeface="Times New Roman" panose="02020603050405020304" pitchFamily="18" charset="0"/>
                <a:cs typeface="Times New Roman" panose="02020603050405020304" pitchFamily="18" charset="0"/>
              </a:rPr>
              <a:t>c) If either conclusion I or II follows. </a:t>
            </a:r>
          </a:p>
          <a:p>
            <a:pPr marL="0" lvl="0" indent="0">
              <a:buNone/>
            </a:pPr>
            <a:r>
              <a:rPr lang="en-US" dirty="0">
                <a:latin typeface="Times New Roman" panose="02020603050405020304" pitchFamily="18" charset="0"/>
                <a:cs typeface="Times New Roman" panose="02020603050405020304" pitchFamily="18" charset="0"/>
              </a:rPr>
              <a:t>d) If neither conclusion I nor II follows. </a:t>
            </a:r>
          </a:p>
          <a:p>
            <a:pPr marL="0" lvl="0" indent="0">
              <a:buNone/>
            </a:pPr>
            <a:r>
              <a:rPr lang="en-US" dirty="0">
                <a:latin typeface="Times New Roman" panose="02020603050405020304" pitchFamily="18" charset="0"/>
                <a:cs typeface="Times New Roman" panose="02020603050405020304" pitchFamily="18" charset="0"/>
              </a:rPr>
              <a:t>e) If both conclusions I and II follow</a:t>
            </a:r>
          </a:p>
        </p:txBody>
      </p:sp>
      <p:sp>
        <p:nvSpPr>
          <p:cNvPr id="4" name="Content Placeholder 3">
            <a:extLst>
              <a:ext uri="{FF2B5EF4-FFF2-40B4-BE49-F238E27FC236}">
                <a16:creationId xmlns:a16="http://schemas.microsoft.com/office/drawing/2014/main" id="{59F57448-BFB8-E1E3-8CB8-DF9D5DCAA190}"/>
              </a:ext>
            </a:extLst>
          </p:cNvPr>
          <p:cNvSpPr>
            <a:spLocks noGrp="1"/>
          </p:cNvSpPr>
          <p:nvPr>
            <p:ph sz="half" idx="2"/>
          </p:nvPr>
        </p:nvSpPr>
        <p:spPr/>
        <p:txBody>
          <a:bodyPr/>
          <a:lstStyle/>
          <a:p>
            <a:pPr marL="0" lvl="0" indent="0">
              <a:buNone/>
            </a:pPr>
            <a:r>
              <a:rPr lang="en-US" sz="2000" b="1" dirty="0">
                <a:effectLst/>
                <a:latin typeface="Times New Roman" panose="02020603050405020304" pitchFamily="18" charset="0"/>
                <a:ea typeface="Times New Roman" panose="02020603050405020304" pitchFamily="18" charset="0"/>
              </a:rPr>
              <a:t>3. Statements: </a:t>
            </a:r>
            <a:endParaRPr lang="en-IN" sz="2000" b="1" dirty="0">
              <a:effectLst/>
              <a:latin typeface="Times New Roman" panose="02020603050405020304" pitchFamily="18" charset="0"/>
              <a:ea typeface="Times New Roman" panose="02020603050405020304" pitchFamily="18" charset="0"/>
            </a:endParaRPr>
          </a:p>
          <a:p>
            <a:pPr marL="342900" lvl="0" indent="-342900">
              <a:buFont typeface="+mj-lt"/>
              <a:buAutoNum type="romanUcPeriod"/>
            </a:pPr>
            <a:r>
              <a:rPr lang="en-US" sz="2000" dirty="0">
                <a:effectLst/>
                <a:latin typeface="Times New Roman" panose="02020603050405020304" pitchFamily="18" charset="0"/>
                <a:ea typeface="Times New Roman" panose="02020603050405020304" pitchFamily="18" charset="0"/>
              </a:rPr>
              <a:t>P # O;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romanUcPeriod"/>
            </a:pPr>
            <a:r>
              <a:rPr lang="en-US" sz="2000" dirty="0">
                <a:effectLst/>
                <a:latin typeface="Times New Roman" panose="02020603050405020304" pitchFamily="18" charset="0"/>
                <a:ea typeface="Times New Roman" panose="02020603050405020304" pitchFamily="18" charset="0"/>
              </a:rPr>
              <a:t>J * O,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romanUcPeriod"/>
            </a:pPr>
            <a:r>
              <a:rPr lang="en-US" sz="2000" dirty="0">
                <a:effectLst/>
                <a:latin typeface="Times New Roman" panose="02020603050405020304" pitchFamily="18" charset="0"/>
                <a:ea typeface="Times New Roman" panose="02020603050405020304" pitchFamily="18" charset="0"/>
              </a:rPr>
              <a:t>P @ M </a:t>
            </a:r>
            <a:endParaRPr lang="en-IN" sz="2000" dirty="0">
              <a:effectLst/>
              <a:latin typeface="Times New Roman" panose="02020603050405020304" pitchFamily="18" charset="0"/>
              <a:ea typeface="Times New Roman" panose="02020603050405020304" pitchFamily="18" charset="0"/>
            </a:endParaRPr>
          </a:p>
          <a:p>
            <a:pPr>
              <a:buNone/>
            </a:pP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Conclusions: </a:t>
            </a:r>
            <a:endParaRPr lang="en-IN" sz="2000" b="1" dirty="0">
              <a:effectLst/>
              <a:latin typeface="Times New Roman" panose="02020603050405020304" pitchFamily="18" charset="0"/>
              <a:ea typeface="Times New Roman" panose="02020603050405020304" pitchFamily="18" charset="0"/>
            </a:endParaRPr>
          </a:p>
          <a:p>
            <a:pPr marL="342900" lvl="0" indent="-342900">
              <a:buFont typeface="+mj-lt"/>
              <a:buAutoNum type="romanUcParenR"/>
            </a:pPr>
            <a:r>
              <a:rPr lang="en-US" sz="2000" dirty="0">
                <a:effectLst/>
                <a:latin typeface="Times New Roman" panose="02020603050405020304" pitchFamily="18" charset="0"/>
                <a:ea typeface="Times New Roman" panose="02020603050405020304" pitchFamily="18" charset="0"/>
              </a:rPr>
              <a:t>P % J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romanUcParenR"/>
            </a:pPr>
            <a:r>
              <a:rPr lang="en-US" sz="2000" dirty="0">
                <a:effectLst/>
                <a:latin typeface="Times New Roman" panose="02020603050405020304" pitchFamily="18" charset="0"/>
                <a:ea typeface="Times New Roman" panose="02020603050405020304" pitchFamily="18" charset="0"/>
              </a:rPr>
              <a:t>P $ J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alphaUcPeriod"/>
            </a:pPr>
            <a:r>
              <a:rPr lang="en-US" sz="2000" dirty="0">
                <a:effectLst/>
                <a:latin typeface="Times New Roman" panose="02020603050405020304" pitchFamily="18" charset="0"/>
                <a:ea typeface="Times New Roman" panose="02020603050405020304" pitchFamily="18" charset="0"/>
              </a:rPr>
              <a:t>a          B. b                     C. c                  D. d</a:t>
            </a:r>
            <a:endParaRPr lang="en-IN" sz="2000" dirty="0">
              <a:effectLst/>
              <a:latin typeface="Times New Roman" panose="02020603050405020304" pitchFamily="18" charset="0"/>
              <a:ea typeface="Times New Roman" panose="02020603050405020304" pitchFamily="18" charset="0"/>
            </a:endParaRPr>
          </a:p>
        </p:txBody>
      </p:sp>
      <p:sp>
        <p:nvSpPr>
          <p:cNvPr id="5" name="Date Placeholder 4">
            <a:extLst>
              <a:ext uri="{FF2B5EF4-FFF2-40B4-BE49-F238E27FC236}">
                <a16:creationId xmlns:a16="http://schemas.microsoft.com/office/drawing/2014/main" id="{0F0DD507-E383-D587-06EC-5D14F359AF62}"/>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9BB9AF9F-2DA4-C95F-592B-BA74E16D44A8}"/>
              </a:ext>
            </a:extLst>
          </p:cNvPr>
          <p:cNvSpPr>
            <a:spLocks noGrp="1"/>
          </p:cNvSpPr>
          <p:nvPr>
            <p:ph type="sldNum" sz="quarter" idx="12"/>
          </p:nvPr>
        </p:nvSpPr>
        <p:spPr/>
        <p:txBody>
          <a:bodyPr/>
          <a:lstStyle/>
          <a:p>
            <a:pPr>
              <a:defRPr/>
            </a:pPr>
            <a:fld id="{AAF52EED-3DAD-467F-878E-AC8F8A863C10}" type="slidenum">
              <a:rPr lang="en-US" altLang="en-US" smtClean="0"/>
              <a:pPr>
                <a:defRPr/>
              </a:pPr>
              <a:t>22</a:t>
            </a:fld>
            <a:endParaRPr lang="en-US" altLang="en-US"/>
          </a:p>
        </p:txBody>
      </p:sp>
      <p:sp>
        <p:nvSpPr>
          <p:cNvPr id="8" name="Rectangle 2">
            <a:extLst>
              <a:ext uri="{FF2B5EF4-FFF2-40B4-BE49-F238E27FC236}">
                <a16:creationId xmlns:a16="http://schemas.microsoft.com/office/drawing/2014/main" id="{BD1ECE9F-2153-5771-A4F7-69B271C1C14C}"/>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5F44ED7C-AE4B-6BD6-0228-E5C31030EBF5}"/>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37C9DB22-2FE3-D59A-D7D4-D640AAF8E1DB}"/>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9B5865A0-5A0E-63EB-A472-DF217872F2BA}"/>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F883361D-841A-CAC7-FC0A-9171F820E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9F83FC28-C0A9-49A8-4D8A-38BA7D117DBA}"/>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437E87DF-F409-3EC5-D288-4DD4E01F653B}"/>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2575625930"/>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B114-9B82-B0DE-6235-38C742A54DFB}"/>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6555349-F0AF-B26B-0101-BE761EFD607C}"/>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22B87502-780D-0761-870C-1EB4A11B0A3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F3D8A505-B1B2-3B5E-2E4F-8FE750EE09F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8EA1FCBA-E005-DAC7-4806-9C8B5E13E2EF}"/>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457200">
              <a:buNone/>
            </a:pPr>
            <a:r>
              <a:rPr lang="en-IN" sz="2400" b="1" dirty="0">
                <a:effectLst/>
                <a:latin typeface="Times New Roman" panose="02020603050405020304" pitchFamily="18" charset="0"/>
                <a:ea typeface="Times New Roman" panose="02020603050405020304" pitchFamily="18" charset="0"/>
              </a:rPr>
              <a:t>Direction: I</a:t>
            </a:r>
            <a:r>
              <a:rPr lang="en-IN" sz="2400" dirty="0">
                <a:effectLst/>
                <a:latin typeface="Times New Roman" panose="02020603050405020304" pitchFamily="18" charset="0"/>
                <a:ea typeface="Times New Roman" panose="02020603050405020304" pitchFamily="18" charset="0"/>
              </a:rPr>
              <a:t>n the following questions, the symbols $, %, *, &amp; and © are used with the following meaning as illustrated below:</a:t>
            </a:r>
          </a:p>
          <a:p>
            <a:pPr marL="457200">
              <a:buNone/>
            </a:pPr>
            <a:r>
              <a:rPr lang="en-IN" sz="2400" dirty="0">
                <a:effectLst/>
                <a:latin typeface="Times New Roman" panose="02020603050405020304" pitchFamily="18" charset="0"/>
                <a:ea typeface="Times New Roman" panose="02020603050405020304" pitchFamily="18" charset="0"/>
              </a:rPr>
              <a:t>‘X @ Y’ means ‘X is not smaller than Y’.</a:t>
            </a:r>
          </a:p>
          <a:p>
            <a:pPr marL="457200">
              <a:buNone/>
            </a:pPr>
            <a:r>
              <a:rPr lang="en-IN" sz="2400" dirty="0">
                <a:effectLst/>
                <a:latin typeface="Times New Roman" panose="02020603050405020304" pitchFamily="18" charset="0"/>
                <a:ea typeface="Times New Roman" panose="02020603050405020304" pitchFamily="18" charset="0"/>
              </a:rPr>
              <a:t>‘X $ Y’ means ‘X is neither smaller than nor greater than Y’.</a:t>
            </a:r>
          </a:p>
          <a:p>
            <a:pPr marL="457200">
              <a:buNone/>
            </a:pPr>
            <a:r>
              <a:rPr lang="en-IN" sz="2400" dirty="0">
                <a:effectLst/>
                <a:latin typeface="Times New Roman" panose="02020603050405020304" pitchFamily="18" charset="0"/>
                <a:ea typeface="Times New Roman" panose="02020603050405020304" pitchFamily="18" charset="0"/>
              </a:rPr>
              <a:t>‘X </a:t>
            </a:r>
            <a:r>
              <a:rPr lang="en-US" sz="2400" dirty="0">
                <a:effectLst/>
                <a:latin typeface="MS Mincho" panose="02020609040205080304" pitchFamily="49" charset="-128"/>
                <a:ea typeface="Times New Roman" panose="02020603050405020304" pitchFamily="18" charset="0"/>
                <a:cs typeface="MS Mincho" panose="02020609040205080304" pitchFamily="49" charset="-128"/>
              </a:rPr>
              <a:t>￥</a:t>
            </a:r>
            <a:r>
              <a:rPr lang="en-IN" sz="2400" dirty="0">
                <a:effectLst/>
                <a:latin typeface="Times New Roman" panose="02020603050405020304" pitchFamily="18" charset="0"/>
                <a:ea typeface="Times New Roman" panose="02020603050405020304" pitchFamily="18" charset="0"/>
              </a:rPr>
              <a:t> Y’ means ‘X is either smaller than or equal to Y’.</a:t>
            </a:r>
          </a:p>
          <a:p>
            <a:pPr marL="457200">
              <a:buNone/>
            </a:pPr>
            <a:r>
              <a:rPr lang="en-IN" sz="2400" dirty="0">
                <a:effectLst/>
                <a:latin typeface="Times New Roman" panose="02020603050405020304" pitchFamily="18" charset="0"/>
                <a:ea typeface="Times New Roman" panose="02020603050405020304" pitchFamily="18" charset="0"/>
              </a:rPr>
              <a:t>‘X % Y’ means ‘X is neither smaller than nor equal to Y’.</a:t>
            </a:r>
          </a:p>
          <a:p>
            <a:pPr marL="457200">
              <a:buNone/>
            </a:pPr>
            <a:r>
              <a:rPr lang="en-IN" sz="2400" dirty="0">
                <a:effectLst/>
                <a:latin typeface="Times New Roman" panose="02020603050405020304" pitchFamily="18" charset="0"/>
                <a:ea typeface="Times New Roman" panose="02020603050405020304" pitchFamily="18" charset="0"/>
              </a:rPr>
              <a:t>‘X β Y’ means ‘X is neither greater than nor equal to Y’.</a:t>
            </a:r>
          </a:p>
        </p:txBody>
      </p:sp>
      <p:sp>
        <p:nvSpPr>
          <p:cNvPr id="8" name="Footer Placeholder 7">
            <a:extLst>
              <a:ext uri="{FF2B5EF4-FFF2-40B4-BE49-F238E27FC236}">
                <a16:creationId xmlns:a16="http://schemas.microsoft.com/office/drawing/2014/main" id="{DEFDBD75-52EC-184E-CE94-3C9B04FF7A87}"/>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39574117-7E54-C615-0D0A-D8836FA06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036264EA-39BB-D6F0-0DB3-6C32786FC91F}"/>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1E90D055-8AF4-8F12-D6A0-9B860FDEB6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BB468C27-CDF1-01B9-AFCB-E9DA2A8CCE65}"/>
              </a:ext>
            </a:extLst>
          </p:cNvPr>
          <p:cNvSpPr txBox="1">
            <a:spLocks/>
          </p:cNvSpPr>
          <p:nvPr/>
        </p:nvSpPr>
        <p:spPr>
          <a:xfrm>
            <a:off x="6370637" y="2401388"/>
            <a:ext cx="4914900" cy="4571999"/>
          </a:xfrm>
          <a:prstGeom prst="rect">
            <a:avLst/>
          </a:prstGeom>
        </p:spPr>
        <p:txBody>
          <a:bodyPr vert="horz" lIns="0" tIns="45720" rIns="0" bIns="45720" rtlCol="0">
            <a:normAutofit/>
          </a:bodyPr>
          <a:lst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1744398651"/>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DED3-6791-071B-2094-D233D2EE14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A1236E-7524-B264-5A3B-D6D5F1105CCF}"/>
              </a:ext>
            </a:extLst>
          </p:cNvPr>
          <p:cNvSpPr>
            <a:spLocks noGrp="1"/>
          </p:cNvSpPr>
          <p:nvPr>
            <p:ph sz="half" idx="1"/>
          </p:nvPr>
        </p:nvSpPr>
        <p:spPr>
          <a:xfrm>
            <a:off x="1409700" y="1589247"/>
            <a:ext cx="4914900" cy="4571999"/>
          </a:xfrm>
        </p:spPr>
        <p:txBody>
          <a:bodyPr>
            <a:normAutofit lnSpcReduction="10000"/>
          </a:bodyPr>
          <a:lstStyle/>
          <a:p>
            <a:pPr marL="342900" lvl="0" indent="-342900">
              <a:buFont typeface="+mj-lt"/>
              <a:buAutoNum type="alphaLcPeriod"/>
            </a:pPr>
            <a:r>
              <a:rPr lang="en-US" sz="2000" dirty="0">
                <a:effectLst/>
                <a:latin typeface="Times New Roman" panose="02020603050405020304" pitchFamily="18" charset="0"/>
                <a:ea typeface="Times New Roman" panose="02020603050405020304" pitchFamily="18" charset="0"/>
              </a:rPr>
              <a:t>Only conclusion III is True</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alphaLcPeriod"/>
            </a:pPr>
            <a:r>
              <a:rPr lang="en-US" sz="2000" dirty="0">
                <a:effectLst/>
                <a:latin typeface="Times New Roman" panose="02020603050405020304" pitchFamily="18" charset="0"/>
                <a:ea typeface="Times New Roman" panose="02020603050405020304" pitchFamily="18" charset="0"/>
              </a:rPr>
              <a:t>Both conclusion I and II are True</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alphaLcPeriod"/>
            </a:pPr>
            <a:r>
              <a:rPr lang="en-US" sz="2000" dirty="0">
                <a:effectLst/>
                <a:latin typeface="Times New Roman" panose="02020603050405020304" pitchFamily="18" charset="0"/>
                <a:ea typeface="Times New Roman" panose="02020603050405020304" pitchFamily="18" charset="0"/>
              </a:rPr>
              <a:t>Either conclusion I or III is True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alphaLcPeriod"/>
            </a:pPr>
            <a:r>
              <a:rPr lang="en-US" sz="2000" dirty="0">
                <a:effectLst/>
                <a:latin typeface="Times New Roman" panose="02020603050405020304" pitchFamily="18" charset="0"/>
                <a:ea typeface="Times New Roman" panose="02020603050405020304" pitchFamily="18" charset="0"/>
              </a:rPr>
              <a:t>Both conclusion II and III are True </a:t>
            </a:r>
            <a:endParaRPr lang="en-IN" sz="2000" dirty="0">
              <a:effectLst/>
              <a:latin typeface="Times New Roman" panose="02020603050405020304" pitchFamily="18" charset="0"/>
              <a:ea typeface="Times New Roman" panose="02020603050405020304" pitchFamily="18" charset="0"/>
            </a:endParaRPr>
          </a:p>
          <a:p>
            <a:pPr marL="342900" lvl="0" indent="-342900">
              <a:buFont typeface="+mj-lt"/>
              <a:buAutoNum type="alphaLcPeriod"/>
            </a:pPr>
            <a:r>
              <a:rPr lang="en-US" sz="2000" dirty="0">
                <a:effectLst/>
                <a:latin typeface="Times New Roman" panose="02020603050405020304" pitchFamily="18" charset="0"/>
                <a:ea typeface="Times New Roman" panose="02020603050405020304" pitchFamily="18" charset="0"/>
              </a:rPr>
              <a:t>None of the conclusion is True </a:t>
            </a:r>
            <a:endParaRPr lang="en-IN" sz="2000" dirty="0">
              <a:effectLst/>
              <a:latin typeface="Times New Roman" panose="02020603050405020304" pitchFamily="18" charset="0"/>
              <a:ea typeface="Times New Roman" panose="02020603050405020304" pitchFamily="18" charset="0"/>
            </a:endParaRPr>
          </a:p>
          <a:p>
            <a:pPr marL="685800">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
        <p:nvSpPr>
          <p:cNvPr id="4" name="Content Placeholder 3">
            <a:extLst>
              <a:ext uri="{FF2B5EF4-FFF2-40B4-BE49-F238E27FC236}">
                <a16:creationId xmlns:a16="http://schemas.microsoft.com/office/drawing/2014/main" id="{A6CCD07F-F1A2-9E3D-CED5-D088DED612C1}"/>
              </a:ext>
            </a:extLst>
          </p:cNvPr>
          <p:cNvSpPr>
            <a:spLocks noGrp="1"/>
          </p:cNvSpPr>
          <p:nvPr>
            <p:ph sz="half" idx="2"/>
          </p:nvPr>
        </p:nvSpPr>
        <p:spPr/>
        <p:txBody>
          <a:bodyPr>
            <a:normAutofit lnSpcReduction="10000"/>
          </a:bodyPr>
          <a:lstStyle/>
          <a:p>
            <a:pPr marL="457200">
              <a:buNone/>
            </a:pPr>
            <a:r>
              <a:rPr lang="en-IN" sz="2000" dirty="0">
                <a:effectLst/>
                <a:latin typeface="Times New Roman" panose="02020603050405020304" pitchFamily="18" charset="0"/>
                <a:ea typeface="Times New Roman" panose="02020603050405020304" pitchFamily="18" charset="0"/>
              </a:rPr>
              <a:t>Now in each of the following questions assuming the given statements to be True, find which of the conclusion/s given below them is/are definitely True?</a:t>
            </a:r>
          </a:p>
          <a:p>
            <a:pPr marL="0" lvl="0" indent="0">
              <a:lnSpc>
                <a:spcPct val="107000"/>
              </a:lnSpc>
              <a:spcAft>
                <a:spcPts val="1125"/>
              </a:spcAft>
              <a:buNone/>
            </a:pPr>
            <a:r>
              <a:rPr lang="en-IN" sz="16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4. Statements: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16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M</a:t>
            </a:r>
            <a:r>
              <a:rPr lang="en-IN" sz="1600" b="1" kern="100" dirty="0">
                <a:solidFill>
                  <a:srgbClr val="000000"/>
                </a:solidFill>
                <a:effectLst/>
                <a:latin typeface="MS Gothic" panose="020B0609070205080204" pitchFamily="49" charset="-128"/>
                <a:ea typeface="Calibri" panose="020F0502020204030204" pitchFamily="34" charset="0"/>
                <a:cs typeface="MS Gothic" panose="020B0609070205080204" pitchFamily="49" charset="-128"/>
              </a:rPr>
              <a:t>￥</a:t>
            </a:r>
            <a:r>
              <a:rPr lang="en-IN" sz="16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N,   O β M,    M $ 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16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Conclusions: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16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 $ 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16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M @ 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16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 % 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9AE006A-ACE7-3649-07A8-003FF68D8598}"/>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C743269C-BFE0-5E8D-E890-FF00B88784EF}"/>
              </a:ext>
            </a:extLst>
          </p:cNvPr>
          <p:cNvSpPr>
            <a:spLocks noGrp="1"/>
          </p:cNvSpPr>
          <p:nvPr>
            <p:ph type="sldNum" sz="quarter" idx="12"/>
          </p:nvPr>
        </p:nvSpPr>
        <p:spPr/>
        <p:txBody>
          <a:bodyPr/>
          <a:lstStyle/>
          <a:p>
            <a:pPr>
              <a:defRPr/>
            </a:pPr>
            <a:fld id="{AAF52EED-3DAD-467F-878E-AC8F8A863C10}" type="slidenum">
              <a:rPr lang="en-US" altLang="en-US" smtClean="0"/>
              <a:pPr>
                <a:defRPr/>
              </a:pPr>
              <a:t>24</a:t>
            </a:fld>
            <a:endParaRPr lang="en-US" altLang="en-US"/>
          </a:p>
        </p:txBody>
      </p:sp>
      <p:sp>
        <p:nvSpPr>
          <p:cNvPr id="8" name="Rectangle 2">
            <a:extLst>
              <a:ext uri="{FF2B5EF4-FFF2-40B4-BE49-F238E27FC236}">
                <a16:creationId xmlns:a16="http://schemas.microsoft.com/office/drawing/2014/main" id="{905DA96A-9A22-A207-7A5E-5DB2F630DC11}"/>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CC6234B8-A151-4C1A-C4F4-1697E4A7E4CC}"/>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B941B6BC-8376-0E46-8A48-1C9B163D8025}"/>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EEABCD51-EC36-C177-0FD2-F0D2C9C490D7}"/>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43C141C9-3ECF-E50E-468B-9671ED7C9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4625E170-073C-AC5B-5E23-DED8ECE6691E}"/>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00759F11-898A-8AFE-2BC8-30CD6198BCE6}"/>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3420260734"/>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D1CB4-665E-0EAA-E3E3-05C7BB124DA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E1C9E23-51BC-BC41-4E38-553B7AEE3312}"/>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2349A3ED-84F9-913C-294B-76EE479AF54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10850CC4-CA6B-8FA1-65A7-BA27E048678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7DFB3889-7B6C-1684-F195-183725E5AE68}"/>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0" lvl="0" indent="0">
              <a:lnSpc>
                <a:spcPct val="107000"/>
              </a:lnSpc>
              <a:spcAft>
                <a:spcPts val="1125"/>
              </a:spcAft>
              <a:buNone/>
            </a:pPr>
            <a:r>
              <a:rPr lang="en-IN" sz="2400" b="1" kern="1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Direction</a:t>
            </a:r>
            <a:r>
              <a:rPr lang="en-IN" sz="2400" b="1" kern="10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sym typeface="Wingdings" panose="05000000000000000000" pitchFamily="2" charset="2"/>
              </a:rPr>
              <a:t>( 5-6 )</a:t>
            </a: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 In the following questions, the symbols *, #, %, &amp; and $ are used with the following meaning as illustrated below:</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‘X * Y’ means ‘X is neither less than nor greater than 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‘X # Y’ means ‘X is either greater than or equal to 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‘X % Y’ means ‘X is less than 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‘X &amp; Y’ means ‘X is neither less than nor equal to 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‘X $ Y’ means ‘X is not greater than 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266FCC4E-CEF9-B07A-A7C5-12E05AE7501C}"/>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6CCD28B5-2526-2C76-89EE-F4E8EA726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34EE87E-3517-5F9D-34AD-50D988A33658}"/>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E85FBD2A-EBEE-F3BC-441F-249B355D0A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0AF97852-912C-287D-8991-8DF932EF5076}"/>
              </a:ext>
            </a:extLst>
          </p:cNvPr>
          <p:cNvSpPr txBox="1">
            <a:spLocks/>
          </p:cNvSpPr>
          <p:nvPr/>
        </p:nvSpPr>
        <p:spPr>
          <a:xfrm>
            <a:off x="6370637" y="2401388"/>
            <a:ext cx="4914900" cy="4571999"/>
          </a:xfrm>
          <a:prstGeom prst="rect">
            <a:avLst/>
          </a:prstGeom>
        </p:spPr>
        <p:txBody>
          <a:bodyPr vert="horz" lIns="0" tIns="45720" rIns="0" bIns="45720" rtlCol="0">
            <a:normAutofit/>
          </a:bodyPr>
          <a:lst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84782296"/>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A748-8B30-3F46-8E76-63B67DB742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2FD011-1AC6-F789-87C5-B2D46E5E3CBD}"/>
              </a:ext>
            </a:extLst>
          </p:cNvPr>
          <p:cNvSpPr>
            <a:spLocks noGrp="1"/>
          </p:cNvSpPr>
          <p:nvPr>
            <p:ph sz="half" idx="1"/>
          </p:nvPr>
        </p:nvSpPr>
        <p:spPr>
          <a:xfrm>
            <a:off x="1409700" y="1589247"/>
            <a:ext cx="4914900" cy="4571999"/>
          </a:xfrm>
        </p:spPr>
        <p:txBody>
          <a:bodyPr>
            <a:normAutofit fontScale="92500" lnSpcReduction="10000"/>
          </a:bodyPr>
          <a:lstStyle/>
          <a:p>
            <a:pPr marL="457200" lvl="0" indent="-457200">
              <a:buFont typeface="+mj-lt"/>
              <a:buAutoNum type="alphaLcParenR"/>
            </a:pPr>
            <a:r>
              <a:rPr lang="en-IN" sz="2000" dirty="0">
                <a:effectLst/>
                <a:latin typeface="Times New Roman" panose="02020603050405020304" pitchFamily="18" charset="0"/>
                <a:ea typeface="Times New Roman" panose="02020603050405020304" pitchFamily="18" charset="0"/>
              </a:rPr>
              <a:t>Only Conclusion I is True.</a:t>
            </a:r>
          </a:p>
          <a:p>
            <a:pPr marL="457200" lvl="0" indent="-457200">
              <a:buFont typeface="+mj-lt"/>
              <a:buAutoNum type="alphaLcParenR"/>
            </a:pPr>
            <a:r>
              <a:rPr lang="en-IN" sz="2000" dirty="0">
                <a:effectLst/>
                <a:latin typeface="Times New Roman" panose="02020603050405020304" pitchFamily="18" charset="0"/>
                <a:ea typeface="Times New Roman" panose="02020603050405020304" pitchFamily="18" charset="0"/>
              </a:rPr>
              <a:t>Only Conclusion II is True.</a:t>
            </a:r>
          </a:p>
          <a:p>
            <a:pPr marL="457200" lvl="0" indent="-457200">
              <a:buFont typeface="+mj-lt"/>
              <a:buAutoNum type="alphaLcParenR"/>
            </a:pPr>
            <a:r>
              <a:rPr lang="en-IN" sz="2000" dirty="0">
                <a:effectLst/>
                <a:latin typeface="Times New Roman" panose="02020603050405020304" pitchFamily="18" charset="0"/>
                <a:ea typeface="Times New Roman" panose="02020603050405020304" pitchFamily="18" charset="0"/>
              </a:rPr>
              <a:t>Only Conclusion III is True.</a:t>
            </a:r>
          </a:p>
          <a:p>
            <a:pPr marL="457200" lvl="0" indent="-457200">
              <a:buFont typeface="+mj-lt"/>
              <a:buAutoNum type="alphaLcParenR"/>
            </a:pPr>
            <a:r>
              <a:rPr lang="en-IN" sz="2000" dirty="0">
                <a:effectLst/>
                <a:latin typeface="Times New Roman" panose="02020603050405020304" pitchFamily="18" charset="0"/>
                <a:ea typeface="Times New Roman" panose="02020603050405020304" pitchFamily="18" charset="0"/>
              </a:rPr>
              <a:t>Both Conclusions I and III are True.</a:t>
            </a:r>
          </a:p>
          <a:p>
            <a:pPr marL="457200" lvl="0" indent="-457200">
              <a:buFont typeface="+mj-lt"/>
              <a:buAutoNum type="alphaLcParenR"/>
            </a:pPr>
            <a:r>
              <a:rPr lang="en-IN" sz="2000" dirty="0">
                <a:effectLst/>
                <a:latin typeface="Times New Roman" panose="02020603050405020304" pitchFamily="18" charset="0"/>
                <a:ea typeface="Times New Roman" panose="02020603050405020304" pitchFamily="18" charset="0"/>
              </a:rPr>
              <a:t>Both Conclusions II and III are True.</a:t>
            </a:r>
          </a:p>
        </p:txBody>
      </p:sp>
      <p:sp>
        <p:nvSpPr>
          <p:cNvPr id="4" name="Content Placeholder 3">
            <a:extLst>
              <a:ext uri="{FF2B5EF4-FFF2-40B4-BE49-F238E27FC236}">
                <a16:creationId xmlns:a16="http://schemas.microsoft.com/office/drawing/2014/main" id="{70167B80-F15A-E35A-54EA-5CF297E949A3}"/>
              </a:ext>
            </a:extLst>
          </p:cNvPr>
          <p:cNvSpPr>
            <a:spLocks noGrp="1"/>
          </p:cNvSpPr>
          <p:nvPr>
            <p:ph sz="half" idx="2"/>
          </p:nvPr>
        </p:nvSpPr>
        <p:spPr/>
        <p:txBody>
          <a:bodyPr>
            <a:normAutofit fontScale="92500" lnSpcReduction="10000"/>
          </a:bodyPr>
          <a:lstStyle/>
          <a:p>
            <a:pPr marL="457200">
              <a:buNone/>
            </a:pPr>
            <a:r>
              <a:rPr lang="en-IN" sz="2000" dirty="0">
                <a:solidFill>
                  <a:srgbClr val="000000"/>
                </a:solidFill>
                <a:effectLst/>
                <a:latin typeface="Segoe UI" panose="020B0502040204020203" pitchFamily="34" charset="0"/>
                <a:ea typeface="Times New Roman" panose="02020603050405020304" pitchFamily="18" charset="0"/>
              </a:rPr>
              <a:t>Now in each of the following questions assuming the given statements to be True, find which of the conclusion/s given below them is/are definitely True?</a:t>
            </a:r>
          </a:p>
          <a:p>
            <a:pPr marL="457200">
              <a:buNone/>
            </a:pPr>
            <a:r>
              <a:rPr lang="en-IN" sz="2800" b="1" dirty="0">
                <a:effectLst/>
                <a:latin typeface="Times New Roman" panose="02020603050405020304" pitchFamily="18" charset="0"/>
                <a:ea typeface="Times New Roman" panose="02020603050405020304" pitchFamily="18" charset="0"/>
              </a:rPr>
              <a:t>5. Statements: </a:t>
            </a:r>
            <a:endParaRPr lang="en-IN" sz="2800" dirty="0">
              <a:effectLst/>
              <a:latin typeface="Times New Roman" panose="02020603050405020304" pitchFamily="18" charset="0"/>
              <a:ea typeface="Times New Roman" panose="02020603050405020304" pitchFamily="18" charset="0"/>
            </a:endParaRPr>
          </a:p>
          <a:p>
            <a:pPr marL="457200">
              <a:buNone/>
            </a:pPr>
            <a:r>
              <a:rPr lang="en-IN" sz="2800" dirty="0">
                <a:effectLst/>
                <a:latin typeface="Times New Roman" panose="02020603050405020304" pitchFamily="18" charset="0"/>
                <a:ea typeface="Times New Roman" panose="02020603050405020304" pitchFamily="18" charset="0"/>
              </a:rPr>
              <a:t>A % B, C &amp; D, F * E # C, D % A</a:t>
            </a:r>
          </a:p>
          <a:p>
            <a:pPr marL="457200">
              <a:buNone/>
            </a:pPr>
            <a:r>
              <a:rPr lang="en-IN" sz="2800" b="1" dirty="0">
                <a:effectLst/>
                <a:latin typeface="Times New Roman" panose="02020603050405020304" pitchFamily="18" charset="0"/>
                <a:ea typeface="Times New Roman" panose="02020603050405020304" pitchFamily="18" charset="0"/>
              </a:rPr>
              <a:t>Conclusions:</a:t>
            </a:r>
            <a:endParaRPr lang="en-IN" sz="2800" dirty="0">
              <a:effectLst/>
              <a:latin typeface="Times New Roman" panose="02020603050405020304" pitchFamily="18" charset="0"/>
              <a:ea typeface="Times New Roman" panose="02020603050405020304" pitchFamily="18" charset="0"/>
            </a:endParaRPr>
          </a:p>
          <a:p>
            <a:pPr marL="457200">
              <a:buNone/>
            </a:pPr>
            <a:r>
              <a:rPr lang="en-IN" sz="2800" dirty="0">
                <a:effectLst/>
                <a:latin typeface="Times New Roman" panose="02020603050405020304" pitchFamily="18" charset="0"/>
                <a:ea typeface="Times New Roman" panose="02020603050405020304" pitchFamily="18" charset="0"/>
              </a:rPr>
              <a:t>I. D % B</a:t>
            </a:r>
          </a:p>
          <a:p>
            <a:pPr marL="457200">
              <a:buNone/>
            </a:pPr>
            <a:r>
              <a:rPr lang="en-IN" sz="2800" dirty="0">
                <a:effectLst/>
                <a:latin typeface="Times New Roman" panose="02020603050405020304" pitchFamily="18" charset="0"/>
                <a:ea typeface="Times New Roman" panose="02020603050405020304" pitchFamily="18" charset="0"/>
              </a:rPr>
              <a:t>II. E &amp; A</a:t>
            </a:r>
          </a:p>
          <a:p>
            <a:pPr marL="457200">
              <a:buNone/>
            </a:pPr>
            <a:r>
              <a:rPr lang="en-IN" sz="2800" dirty="0">
                <a:effectLst/>
                <a:latin typeface="Times New Roman" panose="02020603050405020304" pitchFamily="18" charset="0"/>
                <a:ea typeface="Times New Roman" panose="02020603050405020304" pitchFamily="18" charset="0"/>
              </a:rPr>
              <a:t>III. F &amp; D</a:t>
            </a:r>
          </a:p>
        </p:txBody>
      </p:sp>
      <p:sp>
        <p:nvSpPr>
          <p:cNvPr id="5" name="Date Placeholder 4">
            <a:extLst>
              <a:ext uri="{FF2B5EF4-FFF2-40B4-BE49-F238E27FC236}">
                <a16:creationId xmlns:a16="http://schemas.microsoft.com/office/drawing/2014/main" id="{01BE1D9B-2ECA-4F96-94EF-2FFA7A80EAA4}"/>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BC3B24AE-F232-9A8E-989A-8922B8AB156C}"/>
              </a:ext>
            </a:extLst>
          </p:cNvPr>
          <p:cNvSpPr>
            <a:spLocks noGrp="1"/>
          </p:cNvSpPr>
          <p:nvPr>
            <p:ph type="sldNum" sz="quarter" idx="12"/>
          </p:nvPr>
        </p:nvSpPr>
        <p:spPr/>
        <p:txBody>
          <a:bodyPr/>
          <a:lstStyle/>
          <a:p>
            <a:pPr>
              <a:defRPr/>
            </a:pPr>
            <a:fld id="{AAF52EED-3DAD-467F-878E-AC8F8A863C10}" type="slidenum">
              <a:rPr lang="en-US" altLang="en-US" smtClean="0"/>
              <a:pPr>
                <a:defRPr/>
              </a:pPr>
              <a:t>26</a:t>
            </a:fld>
            <a:endParaRPr lang="en-US" altLang="en-US"/>
          </a:p>
        </p:txBody>
      </p:sp>
      <p:sp>
        <p:nvSpPr>
          <p:cNvPr id="8" name="Rectangle 2">
            <a:extLst>
              <a:ext uri="{FF2B5EF4-FFF2-40B4-BE49-F238E27FC236}">
                <a16:creationId xmlns:a16="http://schemas.microsoft.com/office/drawing/2014/main" id="{A7169731-091C-F6E7-E65A-3CB13BE8E36E}"/>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97AA1D08-C069-E68D-6C1E-8C7777F5AC51}"/>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799535C6-D154-D948-5E45-461817E47B8F}"/>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B938AE74-E58F-2A69-005D-D879100F006D}"/>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92189FB0-171D-A9B4-D274-CA41E353B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C5FDC491-47F7-01F8-C691-C84D7F253ABE}"/>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EA07E85B-8618-D410-79C1-609860F77655}"/>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548300872"/>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4077-DDBE-9F5A-9B6B-948A41CAA7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32A4C-EB51-3FBE-E1F8-B8D8C1F7684D}"/>
              </a:ext>
            </a:extLst>
          </p:cNvPr>
          <p:cNvSpPr>
            <a:spLocks noGrp="1"/>
          </p:cNvSpPr>
          <p:nvPr>
            <p:ph sz="half" idx="1"/>
          </p:nvPr>
        </p:nvSpPr>
        <p:spPr>
          <a:xfrm>
            <a:off x="1409700" y="1589247"/>
            <a:ext cx="4914900" cy="4571999"/>
          </a:xfrm>
        </p:spPr>
        <p:txBody>
          <a:bodyPr>
            <a:normAutofit/>
          </a:bodyPr>
          <a:lstStyle/>
          <a:p>
            <a:pPr marL="342900" lvl="0" indent="-342900">
              <a:lnSpc>
                <a:spcPct val="107000"/>
              </a:lnSpc>
              <a:buSzPts val="1100"/>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Conclusion I is True.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100"/>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Conclusion II is True.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100"/>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Both Conclusions I and II are True.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100"/>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Either Conclusion I or II is True.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100"/>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Either Conclusion I or III is True.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87AEB05-8A70-291B-23C8-DBA63C7F9B90}"/>
              </a:ext>
            </a:extLst>
          </p:cNvPr>
          <p:cNvSpPr>
            <a:spLocks noGrp="1"/>
          </p:cNvSpPr>
          <p:nvPr>
            <p:ph sz="half" idx="2"/>
          </p:nvPr>
        </p:nvSpPr>
        <p:spPr>
          <a:xfrm>
            <a:off x="6172199" y="1600200"/>
            <a:ext cx="5303939" cy="4571999"/>
          </a:xfrm>
        </p:spPr>
        <p:txBody>
          <a:bodyPr>
            <a:normAutofit/>
          </a:bodyPr>
          <a:lstStyle/>
          <a:p>
            <a:pPr marL="0" lvl="0" indent="0">
              <a:buNone/>
            </a:pPr>
            <a:r>
              <a:rPr lang="en-US" sz="2000" dirty="0">
                <a:effectLst/>
                <a:latin typeface="Times New Roman" panose="02020603050405020304" pitchFamily="18" charset="0"/>
                <a:ea typeface="Times New Roman" panose="02020603050405020304" pitchFamily="18" charset="0"/>
              </a:rPr>
              <a:t>6. </a:t>
            </a:r>
            <a:r>
              <a:rPr lang="en-US" sz="2000" b="1" dirty="0">
                <a:effectLst/>
                <a:latin typeface="Times New Roman" panose="02020603050405020304" pitchFamily="18" charset="0"/>
                <a:ea typeface="Times New Roman" panose="02020603050405020304" pitchFamily="18" charset="0"/>
              </a:rPr>
              <a:t>Statements: </a:t>
            </a:r>
          </a:p>
          <a:p>
            <a:pPr marL="0" lvl="0" indent="0">
              <a:buNone/>
            </a:pPr>
            <a:r>
              <a:rPr lang="en-US" sz="2000" dirty="0">
                <a:effectLst/>
                <a:latin typeface="Times New Roman" panose="02020603050405020304" pitchFamily="18" charset="0"/>
                <a:ea typeface="Times New Roman" panose="02020603050405020304" pitchFamily="18" charset="0"/>
              </a:rPr>
              <a:t>Q &amp; P,    Y * U,      D % P,      Y # D</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b="1" dirty="0">
                <a:effectLst/>
                <a:latin typeface="Times New Roman" panose="02020603050405020304" pitchFamily="18" charset="0"/>
                <a:ea typeface="Times New Roman" panose="02020603050405020304" pitchFamily="18" charset="0"/>
              </a:rPr>
              <a:t>Conclusions:</a:t>
            </a:r>
            <a:endParaRPr lang="en-IN" sz="2000" b="1"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I. U * D</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II. D $ U</a:t>
            </a:r>
            <a:endParaRPr lang="en-IN" sz="2000" dirty="0">
              <a:effectLst/>
              <a:latin typeface="Times New Roman" panose="02020603050405020304" pitchFamily="18" charset="0"/>
              <a:ea typeface="Times New Roman" panose="02020603050405020304" pitchFamily="18" charset="0"/>
            </a:endParaRPr>
          </a:p>
          <a:p>
            <a:pPr marL="457200">
              <a:buNone/>
            </a:pPr>
            <a:r>
              <a:rPr lang="en-US" sz="2000" dirty="0">
                <a:effectLst/>
                <a:latin typeface="Times New Roman" panose="02020603050405020304" pitchFamily="18" charset="0"/>
                <a:ea typeface="Times New Roman" panose="02020603050405020304" pitchFamily="18" charset="0"/>
              </a:rPr>
              <a:t>III. D &amp; U</a:t>
            </a:r>
            <a:endParaRPr lang="en-IN" sz="2000" dirty="0">
              <a:effectLst/>
              <a:latin typeface="Times New Roman" panose="02020603050405020304" pitchFamily="18" charset="0"/>
              <a:ea typeface="Times New Roman" panose="02020603050405020304" pitchFamily="18" charset="0"/>
            </a:endParaRPr>
          </a:p>
        </p:txBody>
      </p:sp>
      <p:sp>
        <p:nvSpPr>
          <p:cNvPr id="5" name="Date Placeholder 4">
            <a:extLst>
              <a:ext uri="{FF2B5EF4-FFF2-40B4-BE49-F238E27FC236}">
                <a16:creationId xmlns:a16="http://schemas.microsoft.com/office/drawing/2014/main" id="{E310FF69-E43D-7D96-BE69-E9E7D2BAC899}"/>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6F19D8CC-F573-569F-180C-89B13382B179}"/>
              </a:ext>
            </a:extLst>
          </p:cNvPr>
          <p:cNvSpPr>
            <a:spLocks noGrp="1"/>
          </p:cNvSpPr>
          <p:nvPr>
            <p:ph type="sldNum" sz="quarter" idx="12"/>
          </p:nvPr>
        </p:nvSpPr>
        <p:spPr/>
        <p:txBody>
          <a:bodyPr/>
          <a:lstStyle/>
          <a:p>
            <a:pPr>
              <a:defRPr/>
            </a:pPr>
            <a:fld id="{AAF52EED-3DAD-467F-878E-AC8F8A863C10}" type="slidenum">
              <a:rPr lang="en-US" altLang="en-US" smtClean="0"/>
              <a:pPr>
                <a:defRPr/>
              </a:pPr>
              <a:t>27</a:t>
            </a:fld>
            <a:endParaRPr lang="en-US" altLang="en-US"/>
          </a:p>
        </p:txBody>
      </p:sp>
      <p:sp>
        <p:nvSpPr>
          <p:cNvPr id="8" name="Rectangle 2">
            <a:extLst>
              <a:ext uri="{FF2B5EF4-FFF2-40B4-BE49-F238E27FC236}">
                <a16:creationId xmlns:a16="http://schemas.microsoft.com/office/drawing/2014/main" id="{EAAAF6DB-F76F-0066-3975-789E8BEF60E2}"/>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6906F8C8-14B9-B899-9770-F440560F3FC0}"/>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8560C86B-6D8D-29F4-42EA-09D6312A6230}"/>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CAE01D10-6155-42A4-9FC6-B21EDD7FA969}"/>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0D5CF282-C98B-8EFB-EA9F-D4DD7171E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BC737DD3-7EF2-BB85-D12F-AE386B2F2675}"/>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BB35BC20-159C-6596-B85F-6A5A1ABC0B49}"/>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147930652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896F-D92F-6D3B-FD2E-8208BC35FCE0}"/>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C752C497-9163-0803-9606-F093EBE11E4E}"/>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F0243882-8BF8-5EEE-CC9D-1B5082BF239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DBCCD093-6939-CADF-5E41-C1B4534B0C3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E34D1673-3222-AE0A-4528-4505B2AE79D7}"/>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457200">
              <a:spcAft>
                <a:spcPts val="1125"/>
              </a:spcAft>
              <a:buNone/>
            </a:pPr>
            <a:r>
              <a:rPr lang="en-US" sz="1800" b="1" dirty="0">
                <a:solidFill>
                  <a:srgbClr val="000000"/>
                </a:solidFill>
                <a:effectLst/>
                <a:latin typeface="Segoe UI" panose="020B0502040204020203" pitchFamily="34" charset="0"/>
                <a:ea typeface="Times New Roman" panose="02020603050405020304" pitchFamily="18" charset="0"/>
              </a:rPr>
              <a:t>Directions(7-8):</a:t>
            </a:r>
            <a:r>
              <a:rPr lang="en-US" sz="1800" dirty="0">
                <a:solidFill>
                  <a:srgbClr val="000000"/>
                </a:solidFill>
                <a:effectLst/>
                <a:latin typeface="Segoe UI" panose="020B0502040204020203" pitchFamily="34" charset="0"/>
                <a:ea typeface="Times New Roman" panose="02020603050405020304" pitchFamily="18" charset="0"/>
              </a:rPr>
              <a:t> In these types of questions the symbols:  </a:t>
            </a:r>
            <a:r>
              <a:rPr lang="en-US" sz="2400" b="1" dirty="0">
                <a:solidFill>
                  <a:srgbClr val="000000"/>
                </a:solidFill>
                <a:effectLst/>
                <a:latin typeface="Segoe UI" panose="020B0502040204020203" pitchFamily="34" charset="0"/>
                <a:ea typeface="Times New Roman" panose="02020603050405020304" pitchFamily="18" charset="0"/>
              </a:rPr>
              <a:t>$, *, @, ©, #</a:t>
            </a:r>
            <a:r>
              <a:rPr lang="en-US" sz="2400" dirty="0">
                <a:solidFill>
                  <a:srgbClr val="000000"/>
                </a:solidFill>
                <a:effectLst/>
                <a:latin typeface="Segoe UI" panose="020B0502040204020203" pitchFamily="34" charset="0"/>
                <a:ea typeface="Times New Roman" panose="02020603050405020304" pitchFamily="18" charset="0"/>
              </a:rPr>
              <a:t> </a:t>
            </a:r>
            <a:r>
              <a:rPr lang="en-US" sz="1800" dirty="0">
                <a:solidFill>
                  <a:srgbClr val="000000"/>
                </a:solidFill>
                <a:effectLst/>
                <a:latin typeface="Segoe UI" panose="020B0502040204020203" pitchFamily="34" charset="0"/>
                <a:ea typeface="Times New Roman" panose="02020603050405020304" pitchFamily="18" charset="0"/>
              </a:rPr>
              <a:t>are used with the following meanings as illustrated below:</a:t>
            </a:r>
            <a:endParaRPr lang="en-IN" sz="2400" dirty="0">
              <a:effectLst/>
              <a:latin typeface="Times New Roman" panose="02020603050405020304" pitchFamily="18" charset="0"/>
              <a:ea typeface="Times New Roman" panose="02020603050405020304" pitchFamily="18" charset="0"/>
            </a:endParaRPr>
          </a:p>
          <a:p>
            <a:pPr marL="685800">
              <a:lnSpc>
                <a:spcPct val="107000"/>
              </a:lnSpc>
              <a:spcAft>
                <a:spcPts val="1125"/>
              </a:spcAft>
              <a:buNone/>
            </a:pPr>
            <a:r>
              <a:rPr lang="en-IN" sz="18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t>
            </a: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smaller than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6858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greater than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6858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equal to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6858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either equal to or greater than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6858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either equal to or less than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B4B9EB75-43D1-B56B-5062-41863C521501}"/>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48D692BF-B948-1C33-63CA-D727535BD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E1B7C96E-01B7-E5FE-D5A1-CDCA120C4F59}"/>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AEE96B83-546C-CAEB-E76B-97EACAB0C11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F3C7CC6C-0ACC-C3FB-06CF-F327548DB04F}"/>
              </a:ext>
            </a:extLst>
          </p:cNvPr>
          <p:cNvSpPr txBox="1">
            <a:spLocks/>
          </p:cNvSpPr>
          <p:nvPr/>
        </p:nvSpPr>
        <p:spPr>
          <a:xfrm>
            <a:off x="6370637" y="2401388"/>
            <a:ext cx="4914900" cy="4571999"/>
          </a:xfrm>
          <a:prstGeom prst="rect">
            <a:avLst/>
          </a:prstGeom>
        </p:spPr>
        <p:txBody>
          <a:bodyPr vert="horz" lIns="0" tIns="45720" rIns="0" bIns="45720" rtlCol="0">
            <a:normAutofit/>
          </a:bodyPr>
          <a:lst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3598361207"/>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2A279-B707-C37E-A281-7F95CEE370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9AFC2A-20CD-7E17-8AE6-D746C5571BF4}"/>
              </a:ext>
            </a:extLst>
          </p:cNvPr>
          <p:cNvSpPr>
            <a:spLocks noGrp="1"/>
          </p:cNvSpPr>
          <p:nvPr>
            <p:ph sz="half" idx="1"/>
          </p:nvPr>
        </p:nvSpPr>
        <p:spPr>
          <a:xfrm>
            <a:off x="1409700" y="1464286"/>
            <a:ext cx="4914900" cy="4571999"/>
          </a:xfrm>
        </p:spPr>
        <p:txBody>
          <a:bodyPr>
            <a:normAutofit fontScale="92500" lnSpcReduction="20000"/>
          </a:bodyPr>
          <a:lstStyle/>
          <a:p>
            <a:pPr marL="342900" lvl="0" indent="-342900">
              <a:lnSpc>
                <a:spcPct val="107000"/>
              </a:lnSpc>
              <a:spcAft>
                <a:spcPts val="1125"/>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only Conclusion I is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only Conclusion II is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either Conclusion I or II is true.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neither Conclusion I or II is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both conclusion I and II are true</a:t>
            </a:r>
            <a:r>
              <a:rPr lang="en-IN" sz="16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DD7F335-AE51-CB36-A67E-B148132084FF}"/>
              </a:ext>
            </a:extLst>
          </p:cNvPr>
          <p:cNvSpPr>
            <a:spLocks noGrp="1"/>
          </p:cNvSpPr>
          <p:nvPr>
            <p:ph sz="half" idx="2"/>
          </p:nvPr>
        </p:nvSpPr>
        <p:spPr>
          <a:xfrm>
            <a:off x="6172200" y="1600200"/>
            <a:ext cx="5698222" cy="4571999"/>
          </a:xfrm>
        </p:spPr>
        <p:txBody>
          <a:bodyPr>
            <a:normAutofit fontScale="92500" lnSpcReduction="20000"/>
          </a:bodyPr>
          <a:lstStyle/>
          <a:p>
            <a:pPr marL="685800">
              <a:lnSpc>
                <a:spcPct val="107000"/>
              </a:lnSpc>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Now in each of the following questions assuming the given statements to be True, find which of the conclusions given below them is/are definitely True?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1125"/>
              </a:spcAft>
              <a:buNone/>
            </a:pPr>
            <a:r>
              <a:rPr lang="en-IN" sz="28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7. Statements: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2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 © C # D @ X;       E * X;      D @ Z</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8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Conclusions: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8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 </a:t>
            </a: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 © E</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II. Z @ B</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C260943-99A2-B959-F082-15F1113F2703}"/>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B7C7968B-A3A4-E5E7-59E0-9FC61E547347}"/>
              </a:ext>
            </a:extLst>
          </p:cNvPr>
          <p:cNvSpPr>
            <a:spLocks noGrp="1"/>
          </p:cNvSpPr>
          <p:nvPr>
            <p:ph type="sldNum" sz="quarter" idx="12"/>
          </p:nvPr>
        </p:nvSpPr>
        <p:spPr/>
        <p:txBody>
          <a:bodyPr/>
          <a:lstStyle/>
          <a:p>
            <a:pPr>
              <a:defRPr/>
            </a:pPr>
            <a:fld id="{AAF52EED-3DAD-467F-878E-AC8F8A863C10}" type="slidenum">
              <a:rPr lang="en-US" altLang="en-US" smtClean="0"/>
              <a:pPr>
                <a:defRPr/>
              </a:pPr>
              <a:t>29</a:t>
            </a:fld>
            <a:endParaRPr lang="en-US" altLang="en-US"/>
          </a:p>
        </p:txBody>
      </p:sp>
      <p:sp>
        <p:nvSpPr>
          <p:cNvPr id="8" name="Rectangle 2">
            <a:extLst>
              <a:ext uri="{FF2B5EF4-FFF2-40B4-BE49-F238E27FC236}">
                <a16:creationId xmlns:a16="http://schemas.microsoft.com/office/drawing/2014/main" id="{F9C37276-4BD1-8DAF-E970-1060D5E458B9}"/>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4834EDCD-36B8-4161-4254-81A27B41F0B6}"/>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CEEACF8E-76DA-D267-3F70-E8B3F26FF35A}"/>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FAD6546B-6C85-B9A0-8A25-39F48A29C865}"/>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3522FD3F-84B8-E0F0-1D0B-6036AA1A8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50BDF63B-79EF-8701-51CC-745AA1B8DDE3}"/>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6F2DE721-8B7F-BBB4-BDE8-0D8821444D93}"/>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63065846"/>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F9958-2332-A7CD-2BAD-4A5A4EEDF6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71F84-97EC-400F-B2BC-97BE837A7D46}"/>
              </a:ext>
            </a:extLst>
          </p:cNvPr>
          <p:cNvSpPr>
            <a:spLocks noGrp="1"/>
          </p:cNvSpPr>
          <p:nvPr>
            <p:ph sz="half" idx="1"/>
          </p:nvPr>
        </p:nvSpPr>
        <p:spPr>
          <a:xfrm>
            <a:off x="1409700" y="1464286"/>
            <a:ext cx="4914900" cy="4571999"/>
          </a:xfrm>
        </p:spPr>
        <p:txBody>
          <a:bodyPr>
            <a:normAutofit/>
          </a:bodyPr>
          <a:lstStyle/>
          <a:p>
            <a:pPr marL="457200" lvl="0" indent="-457200">
              <a:buFont typeface="+mj-lt"/>
              <a:buAutoNum type="alphaLcParenR"/>
            </a:pPr>
            <a:r>
              <a:rPr lang="en-IN" dirty="0"/>
              <a:t>if only Conclusion I is true.</a:t>
            </a:r>
          </a:p>
          <a:p>
            <a:pPr marL="457200" lvl="0" indent="-457200">
              <a:buFont typeface="+mj-lt"/>
              <a:buAutoNum type="alphaLcParenR"/>
            </a:pPr>
            <a:r>
              <a:rPr lang="en-IN" dirty="0"/>
              <a:t>if only Conclusion II is true.</a:t>
            </a:r>
          </a:p>
          <a:p>
            <a:pPr marL="457200" lvl="0" indent="-457200">
              <a:buFont typeface="+mj-lt"/>
              <a:buAutoNum type="alphaLcParenR"/>
            </a:pPr>
            <a:r>
              <a:rPr lang="en-IN" dirty="0"/>
              <a:t>if either Conclusion I or II is true. </a:t>
            </a:r>
          </a:p>
          <a:p>
            <a:pPr marL="457200" lvl="0" indent="-457200">
              <a:buFont typeface="+mj-lt"/>
              <a:buAutoNum type="alphaLcParenR"/>
            </a:pPr>
            <a:r>
              <a:rPr lang="en-IN" dirty="0"/>
              <a:t>if neither Conclusion I or II is true.</a:t>
            </a:r>
          </a:p>
          <a:p>
            <a:pPr marL="457200" lvl="0" indent="-457200">
              <a:buFont typeface="+mj-lt"/>
              <a:buAutoNum type="alphaLcParenR"/>
            </a:pPr>
            <a:r>
              <a:rPr lang="en-IN" dirty="0"/>
              <a:t>if both conclusion I and II are true.</a:t>
            </a:r>
          </a:p>
        </p:txBody>
      </p:sp>
      <p:sp>
        <p:nvSpPr>
          <p:cNvPr id="4" name="Content Placeholder 3">
            <a:extLst>
              <a:ext uri="{FF2B5EF4-FFF2-40B4-BE49-F238E27FC236}">
                <a16:creationId xmlns:a16="http://schemas.microsoft.com/office/drawing/2014/main" id="{C2663A62-A675-001B-12A0-3CD64927D5D9}"/>
              </a:ext>
            </a:extLst>
          </p:cNvPr>
          <p:cNvSpPr>
            <a:spLocks noGrp="1"/>
          </p:cNvSpPr>
          <p:nvPr>
            <p:ph sz="half" idx="2"/>
          </p:nvPr>
        </p:nvSpPr>
        <p:spPr>
          <a:xfrm>
            <a:off x="6172200" y="1600200"/>
            <a:ext cx="5698222" cy="4571999"/>
          </a:xfrm>
        </p:spPr>
        <p:txBody>
          <a:bodyPr>
            <a:normAutofit/>
          </a:bodyPr>
          <a:lstStyle/>
          <a:p>
            <a:pPr marL="0" lvl="0" indent="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8. Statements: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 © B © F © C;      D © E © C</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Conclusions: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 C $ 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II. B © 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F590425-B054-145D-4B07-925E87955907}"/>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7E7739F7-E37A-8A60-9E95-E3E39BEB09DC}"/>
              </a:ext>
            </a:extLst>
          </p:cNvPr>
          <p:cNvSpPr>
            <a:spLocks noGrp="1"/>
          </p:cNvSpPr>
          <p:nvPr>
            <p:ph type="sldNum" sz="quarter" idx="12"/>
          </p:nvPr>
        </p:nvSpPr>
        <p:spPr/>
        <p:txBody>
          <a:bodyPr/>
          <a:lstStyle/>
          <a:p>
            <a:pPr>
              <a:defRPr/>
            </a:pPr>
            <a:fld id="{AAF52EED-3DAD-467F-878E-AC8F8A863C10}" type="slidenum">
              <a:rPr lang="en-US" altLang="en-US" smtClean="0"/>
              <a:pPr>
                <a:defRPr/>
              </a:pPr>
              <a:t>30</a:t>
            </a:fld>
            <a:endParaRPr lang="en-US" altLang="en-US"/>
          </a:p>
        </p:txBody>
      </p:sp>
      <p:sp>
        <p:nvSpPr>
          <p:cNvPr id="8" name="Rectangle 2">
            <a:extLst>
              <a:ext uri="{FF2B5EF4-FFF2-40B4-BE49-F238E27FC236}">
                <a16:creationId xmlns:a16="http://schemas.microsoft.com/office/drawing/2014/main" id="{2BFC3312-A200-D4AC-479A-0E8764D23545}"/>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3E350AF2-37FC-32E3-7EFC-DD65178CAF9A}"/>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F5B2B668-8FCB-4320-F487-673BA1661CEE}"/>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B74B2FFC-0CF9-344C-2EFD-D470E44C801F}"/>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DC447D86-45C9-0E46-CB04-B4CF40B4B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13143716-CF1E-F92A-F76B-443BC83B3B04}"/>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33F07C21-8CEE-9695-52F1-00227FA26B50}"/>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1195131678"/>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4DF3-632B-EB54-6480-F895750C87CC}"/>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0A14B5EA-E452-8ACF-FB9D-A779EFD0695C}"/>
              </a:ext>
            </a:extLst>
          </p:cNvPr>
          <p:cNvSpPr>
            <a:spLocks noGrp="1"/>
          </p:cNvSpPr>
          <p:nvPr>
            <p:ph type="title"/>
          </p:nvPr>
        </p:nvSpPr>
        <p:spPr>
          <a:xfrm>
            <a:off x="1685925" y="22225"/>
            <a:ext cx="9369425" cy="1189038"/>
          </a:xfrm>
        </p:spPr>
        <p:txBody>
          <a:bodyPr/>
          <a:lstStyle/>
          <a:p>
            <a:pPr algn="ctr" eaLnBrk="1" hangingPunct="1"/>
            <a:r>
              <a:rPr lang="en-US" altLang="en-US" sz="3600" b="1" dirty="0">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6159" name="Freeform: Shape 71">
            <a:extLst>
              <a:ext uri="{FF2B5EF4-FFF2-40B4-BE49-F238E27FC236}">
                <a16:creationId xmlns:a16="http://schemas.microsoft.com/office/drawing/2014/main" id="{6B503A97-9983-8BE5-1DA9-F6624D294D1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6161" name="Freeform: Shape 75">
            <a:extLst>
              <a:ext uri="{FF2B5EF4-FFF2-40B4-BE49-F238E27FC236}">
                <a16:creationId xmlns:a16="http://schemas.microsoft.com/office/drawing/2014/main" id="{80EE99C8-A9A4-DC1C-8379-19765A32822A}"/>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5365" name="Rectangle 3">
            <a:extLst>
              <a:ext uri="{FF2B5EF4-FFF2-40B4-BE49-F238E27FC236}">
                <a16:creationId xmlns:a16="http://schemas.microsoft.com/office/drawing/2014/main" id="{38AE637D-7024-5B2D-4CE2-FC5585128A19}"/>
              </a:ext>
            </a:extLst>
          </p:cNvPr>
          <p:cNvSpPr>
            <a:spLocks noGrp="1" noChangeArrowheads="1"/>
          </p:cNvSpPr>
          <p:nvPr>
            <p:ph idx="1"/>
          </p:nvPr>
        </p:nvSpPr>
        <p:spPr bwMode="auto">
          <a:xfrm>
            <a:off x="973138" y="1614487"/>
            <a:ext cx="11218862" cy="4659313"/>
          </a:xfrm>
        </p:spPr>
        <p:txBody>
          <a:bodyPr wrap="square" numCol="1" anchor="t" anchorCtr="0" compatLnSpc="1">
            <a:prstTxWarp prst="textNoShape">
              <a:avLst/>
            </a:prstTxWarp>
            <a:normAutofit/>
          </a:bodyPr>
          <a:lstStyle/>
          <a:p>
            <a:pPr marL="457200">
              <a:lnSpc>
                <a:spcPct val="107000"/>
              </a:lnSpc>
              <a:buNone/>
            </a:pPr>
            <a:r>
              <a:rPr lang="en-IN" sz="18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Direction( 9 - 10): </a:t>
            </a:r>
            <a:r>
              <a:rPr lang="en-IN" sz="18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In the following questions, the symbols #, @, $, % are used with the following meaning illustrated.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neither smaller than nor equal to Q’</a:t>
            </a:r>
          </a:p>
          <a:p>
            <a:pPr marL="457200">
              <a:lnSpc>
                <a:spcPct val="107000"/>
              </a:lnSpc>
              <a:spcAft>
                <a:spcPts val="800"/>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neither greater than nor equal to Q’</a:t>
            </a:r>
            <a:endParaRPr lang="en-IN" sz="2400" kern="100" dirty="0">
              <a:solidFill>
                <a:srgbClr val="000000"/>
              </a:solidFill>
              <a:latin typeface="Segoe UI" panose="020B0502040204020203" pitchFamily="34" charset="0"/>
              <a:ea typeface="Calibri" panose="020F0502020204030204" pitchFamily="34" charset="0"/>
              <a:cs typeface="Times New Roman" panose="02020603050405020304" pitchFamily="18" charset="0"/>
            </a:endParaRPr>
          </a:p>
          <a:p>
            <a:pPr marL="457200">
              <a:lnSpc>
                <a:spcPct val="107000"/>
              </a:lnSpc>
              <a:spcAft>
                <a:spcPts val="800"/>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not smaller than Q’</a:t>
            </a:r>
          </a:p>
          <a:p>
            <a:pPr marL="457200">
              <a:lnSpc>
                <a:spcPct val="107000"/>
              </a:lnSpc>
              <a:spcAft>
                <a:spcPts val="800"/>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 Q’ means ‘P is not greater than Q’</a:t>
            </a:r>
          </a:p>
          <a:p>
            <a:pPr marL="457200">
              <a:lnSpc>
                <a:spcPct val="107000"/>
              </a:lnSpc>
              <a:spcAft>
                <a:spcPts val="800"/>
              </a:spcAft>
              <a:buNone/>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 &amp; Q’ means ‘P is neither greater than nor smaller than Q’</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41FC962E-04FE-6CB6-6A20-BA7D7410276C}"/>
              </a:ext>
            </a:extLst>
          </p:cNvPr>
          <p:cNvSpPr>
            <a:spLocks noGrp="1"/>
          </p:cNvSpPr>
          <p:nvPr>
            <p:ph type="ftr" sz="quarter" idx="11"/>
          </p:nvPr>
        </p:nvSpPr>
        <p:spPr>
          <a:xfrm>
            <a:off x="2933700" y="6218238"/>
            <a:ext cx="6324600" cy="585787"/>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FF0000"/>
                </a:solidFill>
                <a:effectLst/>
                <a:uLnTx/>
                <a:uFillTx/>
                <a:latin typeface="Euphemia"/>
                <a:ea typeface="+mn-ea"/>
                <a:cs typeface="Arial" panose="020B0604020202020204" pitchFamily="34" charset="0"/>
              </a:rPr>
              <a:t>QUANT &amp; REASONING DIVISION</a:t>
            </a:r>
            <a:endParaRPr kumimoji="0" lang="en-US" altLang="en-US" sz="1800" b="1" i="0" u="none" strike="noStrike" kern="1200" cap="none" spc="0" normalizeH="0" baseline="0" noProof="0" dirty="0">
              <a:ln>
                <a:noFill/>
              </a:ln>
              <a:solidFill>
                <a:srgbClr val="FF0000"/>
              </a:solidFill>
              <a:effectLst/>
              <a:uLnTx/>
              <a:uFillTx/>
              <a:latin typeface="Euphemia" panose="020B05030401020201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pic>
        <p:nvPicPr>
          <p:cNvPr id="18439" name="Picture 2" descr="KL Deemed to be University Logo">
            <a:extLst>
              <a:ext uri="{FF2B5EF4-FFF2-40B4-BE49-F238E27FC236}">
                <a16:creationId xmlns:a16="http://schemas.microsoft.com/office/drawing/2014/main" id="{0E5E2AC4-7E96-8454-CCF9-F7BCA48BD6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2744" y="2140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02D51AA-36E7-71C4-F73E-76EEA07D01F6}"/>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D8AD6F-564D-4332-88D4-CC4015B60585}" type="datetime1">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5/11/2026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18441" name="Slide Number Placeholder 2">
            <a:extLst>
              <a:ext uri="{FF2B5EF4-FFF2-40B4-BE49-F238E27FC236}">
                <a16:creationId xmlns:a16="http://schemas.microsoft.com/office/drawing/2014/main" id="{5F773753-929B-D63D-22F1-A7085B25D1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10CD8C-07C3-4DDA-8F18-1C61D502A366}"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3" name="Content Placeholder 2">
            <a:extLst>
              <a:ext uri="{FF2B5EF4-FFF2-40B4-BE49-F238E27FC236}">
                <a16:creationId xmlns:a16="http://schemas.microsoft.com/office/drawing/2014/main" id="{62870B40-C1AE-0D39-C11B-8F02DE9FC48E}"/>
              </a:ext>
            </a:extLst>
          </p:cNvPr>
          <p:cNvSpPr txBox="1">
            <a:spLocks/>
          </p:cNvSpPr>
          <p:nvPr/>
        </p:nvSpPr>
        <p:spPr>
          <a:xfrm>
            <a:off x="6370637" y="2401388"/>
            <a:ext cx="4914900" cy="4571999"/>
          </a:xfrm>
          <a:prstGeom prst="rect">
            <a:avLst/>
          </a:prstGeom>
        </p:spPr>
        <p:txBody>
          <a:bodyPr vert="horz" lIns="0" tIns="45720" rIns="0" bIns="45720" rtlCol="0">
            <a:normAutofit/>
          </a:bodyPr>
          <a:lst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1724517513"/>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477F-08C3-035E-B238-ECBA7F834D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7F6720-0FE9-68E2-8D43-D17678B37637}"/>
              </a:ext>
            </a:extLst>
          </p:cNvPr>
          <p:cNvSpPr>
            <a:spLocks noGrp="1"/>
          </p:cNvSpPr>
          <p:nvPr>
            <p:ph sz="half" idx="1"/>
          </p:nvPr>
        </p:nvSpPr>
        <p:spPr>
          <a:xfrm>
            <a:off x="1409700" y="1464286"/>
            <a:ext cx="4914900" cy="4571999"/>
          </a:xfrm>
        </p:spPr>
        <p:txBody>
          <a:bodyPr>
            <a:normAutofit fontScale="92500" lnSpcReduction="20000"/>
          </a:bodyPr>
          <a:lstStyle/>
          <a:p>
            <a:pPr marL="457200" lvl="0" indent="-457200">
              <a:buFont typeface="+mj-lt"/>
              <a:buAutoNum type="alphaLcParenR"/>
            </a:pPr>
            <a:r>
              <a:rPr lang="en-IN" dirty="0"/>
              <a:t>Only I and II are true</a:t>
            </a:r>
          </a:p>
          <a:p>
            <a:pPr marL="457200" lvl="0" indent="-457200">
              <a:buFont typeface="+mj-lt"/>
              <a:buAutoNum type="alphaLcParenR"/>
            </a:pPr>
            <a:r>
              <a:rPr lang="en-IN" dirty="0"/>
              <a:t>Only I and either II or III are true</a:t>
            </a:r>
          </a:p>
          <a:p>
            <a:pPr marL="457200" lvl="0" indent="-457200">
              <a:buFont typeface="+mj-lt"/>
              <a:buAutoNum type="alphaLcParenR"/>
            </a:pPr>
            <a:r>
              <a:rPr lang="en-IN" dirty="0"/>
              <a:t>Only I and IV are true</a:t>
            </a:r>
          </a:p>
          <a:p>
            <a:pPr marL="457200" lvl="0" indent="-457200">
              <a:buFont typeface="+mj-lt"/>
              <a:buAutoNum type="alphaLcParenR"/>
            </a:pPr>
            <a:r>
              <a:rPr lang="en-IN" dirty="0"/>
              <a:t>Only IV is true</a:t>
            </a:r>
          </a:p>
          <a:p>
            <a:pPr marL="457200" lvl="0" indent="-457200">
              <a:buFont typeface="+mj-lt"/>
              <a:buAutoNum type="alphaLcParenR"/>
            </a:pPr>
            <a:r>
              <a:rPr lang="en-IN" dirty="0"/>
              <a:t>Only I is true</a:t>
            </a:r>
          </a:p>
        </p:txBody>
      </p:sp>
      <p:sp>
        <p:nvSpPr>
          <p:cNvPr id="4" name="Content Placeholder 3">
            <a:extLst>
              <a:ext uri="{FF2B5EF4-FFF2-40B4-BE49-F238E27FC236}">
                <a16:creationId xmlns:a16="http://schemas.microsoft.com/office/drawing/2014/main" id="{CA22E339-59F6-00FE-881B-81C7F5663017}"/>
              </a:ext>
            </a:extLst>
          </p:cNvPr>
          <p:cNvSpPr>
            <a:spLocks noGrp="1"/>
          </p:cNvSpPr>
          <p:nvPr>
            <p:ph sz="half" idx="2"/>
          </p:nvPr>
        </p:nvSpPr>
        <p:spPr>
          <a:xfrm>
            <a:off x="6172200" y="1600200"/>
            <a:ext cx="5698222" cy="4571999"/>
          </a:xfrm>
        </p:spPr>
        <p:txBody>
          <a:bodyPr>
            <a:normAutofit fontScale="92500" lnSpcReduction="20000"/>
          </a:bodyPr>
          <a:lstStyle/>
          <a:p>
            <a:pPr marL="0" lvl="0" indent="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9. Statement: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 @ B, C $ B, D &amp; C, D # 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1125"/>
              </a:spcAft>
              <a:buNone/>
            </a:pPr>
            <a:r>
              <a:rPr lang="en-IN" sz="2400" b="1" kern="1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Conclusion: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D # 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 # 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 @ 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1125"/>
              </a:spcAft>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D * B</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3414A7E-6CEE-F12A-5EB6-800968E78F3A}"/>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98D8EC55-B52B-D4C7-5437-7CF288D852A5}"/>
              </a:ext>
            </a:extLst>
          </p:cNvPr>
          <p:cNvSpPr>
            <a:spLocks noGrp="1"/>
          </p:cNvSpPr>
          <p:nvPr>
            <p:ph type="sldNum" sz="quarter" idx="12"/>
          </p:nvPr>
        </p:nvSpPr>
        <p:spPr/>
        <p:txBody>
          <a:bodyPr/>
          <a:lstStyle/>
          <a:p>
            <a:pPr>
              <a:defRPr/>
            </a:pPr>
            <a:fld id="{AAF52EED-3DAD-467F-878E-AC8F8A863C10}" type="slidenum">
              <a:rPr lang="en-US" altLang="en-US" smtClean="0"/>
              <a:pPr>
                <a:defRPr/>
              </a:pPr>
              <a:t>32</a:t>
            </a:fld>
            <a:endParaRPr lang="en-US" altLang="en-US"/>
          </a:p>
        </p:txBody>
      </p:sp>
      <p:sp>
        <p:nvSpPr>
          <p:cNvPr id="8" name="Rectangle 2">
            <a:extLst>
              <a:ext uri="{FF2B5EF4-FFF2-40B4-BE49-F238E27FC236}">
                <a16:creationId xmlns:a16="http://schemas.microsoft.com/office/drawing/2014/main" id="{1F628300-BD52-6EB2-9F48-68A444EA44D4}"/>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F6096DBB-8256-2188-6F44-0A28F5815E99}"/>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B3141FF5-8FA9-C3A9-D430-C61A2CD8B5E9}"/>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7DEBC7DB-1E47-F8B9-4942-72D538699020}"/>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A4384F2D-CB94-5908-1D91-000943683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91A61142-1F16-83E1-3A6D-07CADFB6E3CE}"/>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B4D164BB-1379-ACF5-46A3-F1EBEE98F28C}"/>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1722051243"/>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73619-119D-BDB2-59FB-D9230D1326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747B2F-F1C2-2722-5AA5-B60591D69502}"/>
              </a:ext>
            </a:extLst>
          </p:cNvPr>
          <p:cNvSpPr>
            <a:spLocks noGrp="1"/>
          </p:cNvSpPr>
          <p:nvPr>
            <p:ph sz="half" idx="1"/>
          </p:nvPr>
        </p:nvSpPr>
        <p:spPr>
          <a:xfrm>
            <a:off x="1409700" y="1464286"/>
            <a:ext cx="4914900" cy="4571999"/>
          </a:xfrm>
        </p:spPr>
        <p:txBody>
          <a:bodyPr>
            <a:normAutofit/>
          </a:bodyPr>
          <a:lstStyle/>
          <a:p>
            <a:pPr marL="342900" lvl="0" indent="-342900">
              <a:lnSpc>
                <a:spcPct val="107000"/>
              </a:lnSpc>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II is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either I or III are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II and III are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II, III and IV are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lphaLcPeriod"/>
            </a:pPr>
            <a:r>
              <a:rPr lang="en-IN" sz="20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Only III and IV are true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buNone/>
            </a:pPr>
            <a:r>
              <a:rPr lang="en-US" sz="2000" dirty="0">
                <a:solidFill>
                  <a:srgbClr val="000000"/>
                </a:solidFill>
                <a:effectLst/>
                <a:latin typeface="Segoe UI" panose="020B0502040204020203" pitchFamily="34" charset="0"/>
                <a:ea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p:txBody>
      </p:sp>
      <p:sp>
        <p:nvSpPr>
          <p:cNvPr id="4" name="Content Placeholder 3">
            <a:extLst>
              <a:ext uri="{FF2B5EF4-FFF2-40B4-BE49-F238E27FC236}">
                <a16:creationId xmlns:a16="http://schemas.microsoft.com/office/drawing/2014/main" id="{C4D013A3-D7A4-9D74-2C9B-198D745AE59E}"/>
              </a:ext>
            </a:extLst>
          </p:cNvPr>
          <p:cNvSpPr>
            <a:spLocks noGrp="1"/>
          </p:cNvSpPr>
          <p:nvPr>
            <p:ph sz="half" idx="2"/>
          </p:nvPr>
        </p:nvSpPr>
        <p:spPr>
          <a:xfrm>
            <a:off x="6172200" y="1464286"/>
            <a:ext cx="5698222" cy="4707913"/>
          </a:xfrm>
        </p:spPr>
        <p:txBody>
          <a:bodyPr>
            <a:normAutofit/>
          </a:bodyPr>
          <a:lstStyle/>
          <a:p>
            <a:pPr marL="0" lvl="0" indent="0">
              <a:lnSpc>
                <a:spcPct val="107000"/>
              </a:lnSpc>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10. Statement: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buNone/>
            </a:pPr>
            <a:r>
              <a:rPr lang="en-IN" sz="2400" b="1"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M $ N, N &amp; O, P &amp; O # Q, R @ Q</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buNone/>
            </a:pPr>
            <a:r>
              <a:rPr lang="en-IN" sz="2400" b="1" kern="1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Conclusion: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N @ 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 * 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romanUcPeriod"/>
            </a:pPr>
            <a:r>
              <a:rPr lang="en-IN" sz="2400" kern="1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R @ N</a:t>
            </a:r>
          </a:p>
          <a:p>
            <a:pPr marL="342900" indent="-342900">
              <a:lnSpc>
                <a:spcPct val="107000"/>
              </a:lnSpc>
              <a:spcAft>
                <a:spcPts val="800"/>
              </a:spcAft>
              <a:buFont typeface="+mj-lt"/>
              <a:buAutoNum type="romanUcPeriod"/>
            </a:pPr>
            <a:r>
              <a:rPr lang="en-IN" dirty="0"/>
              <a:t>M # Q</a:t>
            </a:r>
          </a:p>
          <a:p>
            <a:pPr marL="0" lvl="0" indent="0">
              <a:lnSpc>
                <a:spcPct val="107000"/>
              </a:lnSpc>
              <a:spcAft>
                <a:spcPts val="800"/>
              </a:spcAft>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8D1B89E-61F5-AD8A-3126-BA8F39D45A7E}"/>
              </a:ext>
            </a:extLst>
          </p:cNvPr>
          <p:cNvSpPr>
            <a:spLocks noGrp="1"/>
          </p:cNvSpPr>
          <p:nvPr>
            <p:ph type="dt" sz="half" idx="10"/>
          </p:nvPr>
        </p:nvSpPr>
        <p:spPr/>
        <p:txBody>
          <a:bodyPr/>
          <a:lstStyle/>
          <a:p>
            <a:pPr>
              <a:defRPr/>
            </a:pPr>
            <a:fld id="{03672DE9-78C6-4E9C-926A-E31F77C96C42}" type="datetime1">
              <a:rPr lang="en-US" smtClean="0"/>
              <a:pPr>
                <a:defRPr/>
              </a:pPr>
              <a:t>5/11/2026</a:t>
            </a:fld>
            <a:endParaRPr lang="en-US"/>
          </a:p>
        </p:txBody>
      </p:sp>
      <p:sp>
        <p:nvSpPr>
          <p:cNvPr id="7" name="Slide Number Placeholder 6">
            <a:extLst>
              <a:ext uri="{FF2B5EF4-FFF2-40B4-BE49-F238E27FC236}">
                <a16:creationId xmlns:a16="http://schemas.microsoft.com/office/drawing/2014/main" id="{3732C7E3-27F6-D379-7E32-8958BBF98D11}"/>
              </a:ext>
            </a:extLst>
          </p:cNvPr>
          <p:cNvSpPr>
            <a:spLocks noGrp="1"/>
          </p:cNvSpPr>
          <p:nvPr>
            <p:ph type="sldNum" sz="quarter" idx="12"/>
          </p:nvPr>
        </p:nvSpPr>
        <p:spPr/>
        <p:txBody>
          <a:bodyPr/>
          <a:lstStyle/>
          <a:p>
            <a:pPr>
              <a:defRPr/>
            </a:pPr>
            <a:fld id="{AAF52EED-3DAD-467F-878E-AC8F8A863C10}" type="slidenum">
              <a:rPr lang="en-US" altLang="en-US" smtClean="0"/>
              <a:pPr>
                <a:defRPr/>
              </a:pPr>
              <a:t>33</a:t>
            </a:fld>
            <a:endParaRPr lang="en-US" altLang="en-US"/>
          </a:p>
        </p:txBody>
      </p:sp>
      <p:sp>
        <p:nvSpPr>
          <p:cNvPr id="8" name="Rectangle 2">
            <a:extLst>
              <a:ext uri="{FF2B5EF4-FFF2-40B4-BE49-F238E27FC236}">
                <a16:creationId xmlns:a16="http://schemas.microsoft.com/office/drawing/2014/main" id="{AFEA9FE4-0364-BF46-FB8A-13F66EC47E3B}"/>
              </a:ext>
            </a:extLst>
          </p:cNvPr>
          <p:cNvSpPr txBox="1">
            <a:spLocks/>
          </p:cNvSpPr>
          <p:nvPr/>
        </p:nvSpPr>
        <p:spPr bwMode="auto">
          <a:xfrm>
            <a:off x="1838325" y="174625"/>
            <a:ext cx="93694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pPr algn="ctr" eaLnBrk="1" hangingPunct="1"/>
            <a:r>
              <a:rPr lang="en-US" altLang="en-US" sz="3600" b="1">
                <a:solidFill>
                  <a:srgbClr val="0070C0"/>
                </a:solidFill>
                <a:latin typeface="Cambria" panose="02040503050406030204" pitchFamily="18" charset="0"/>
              </a:rPr>
              <a:t>CODED INEQUALITIES</a:t>
            </a:r>
            <a:endParaRPr lang="en-US" altLang="en-US" sz="3600" b="1" dirty="0">
              <a:solidFill>
                <a:srgbClr val="00B0F0"/>
              </a:solidFill>
              <a:latin typeface="Cambria" panose="02040503050406030204" pitchFamily="18" charset="0"/>
            </a:endParaRPr>
          </a:p>
        </p:txBody>
      </p:sp>
      <p:sp>
        <p:nvSpPr>
          <p:cNvPr id="9" name="Freeform: Shape 71">
            <a:extLst>
              <a:ext uri="{FF2B5EF4-FFF2-40B4-BE49-F238E27FC236}">
                <a16:creationId xmlns:a16="http://schemas.microsoft.com/office/drawing/2014/main" id="{CD1B3B63-4FCB-C691-E105-D172D302AB38}"/>
              </a:ext>
            </a:extLst>
          </p:cNvPr>
          <p:cNvSpPr>
            <a:spLocks noGrp="1" noRot="1" noChangeAspect="1" noMove="1" noResize="1" noEditPoints="1" noAdjustHandles="1" noChangeArrowheads="1" noChangeShapeType="1" noTextEdit="1"/>
          </p:cNvSpPr>
          <p:nvPr/>
        </p:nvSpPr>
        <p:spPr>
          <a:xfrm>
            <a:off x="152400" y="15240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0" name="Freeform: Shape 75">
            <a:extLst>
              <a:ext uri="{FF2B5EF4-FFF2-40B4-BE49-F238E27FC236}">
                <a16:creationId xmlns:a16="http://schemas.microsoft.com/office/drawing/2014/main" id="{0BE845AE-BD3D-6D0F-6F6C-A2B432076253}"/>
              </a:ext>
            </a:extLst>
          </p:cNvPr>
          <p:cNvSpPr>
            <a:spLocks noGrp="1" noRot="1" noChangeAspect="1" noMove="1" noResize="1" noEditPoints="1" noAdjustHandles="1" noChangeArrowheads="1" noChangeShapeType="1" noTextEdit="1"/>
          </p:cNvSpPr>
          <p:nvPr/>
        </p:nvSpPr>
        <p:spPr>
          <a:xfrm>
            <a:off x="152400" y="18446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Euphemia"/>
              <a:ea typeface="+mn-ea"/>
              <a:cs typeface="+mn-cs"/>
            </a:endParaRPr>
          </a:p>
        </p:txBody>
      </p:sp>
      <p:sp>
        <p:nvSpPr>
          <p:cNvPr id="11" name="Footer Placeholder 7">
            <a:extLst>
              <a:ext uri="{FF2B5EF4-FFF2-40B4-BE49-F238E27FC236}">
                <a16:creationId xmlns:a16="http://schemas.microsoft.com/office/drawing/2014/main" id="{B92386F6-78EE-B2F3-1887-5BCB7069D9BD}"/>
              </a:ext>
            </a:extLst>
          </p:cNvPr>
          <p:cNvSpPr txBox="1">
            <a:spLocks/>
          </p:cNvSpPr>
          <p:nvPr/>
        </p:nvSpPr>
        <p:spPr>
          <a:xfrm>
            <a:off x="3086100" y="6370638"/>
            <a:ext cx="6324600" cy="585787"/>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en-US" sz="1800" b="1" dirty="0">
                <a:solidFill>
                  <a:srgbClr val="FF0000"/>
                </a:solidFill>
                <a:latin typeface="Euphemia"/>
                <a:cs typeface="Arial" panose="020B0604020202020204" pitchFamily="34" charset="0"/>
              </a:rPr>
              <a:t>QUANT &amp; REASONING DIVISION</a:t>
            </a:r>
            <a:endParaRPr lang="en-US" altLang="en-US" sz="1800" b="1" dirty="0">
              <a:solidFill>
                <a:srgbClr val="FF0000"/>
              </a:solidFill>
              <a:latin typeface="Euphemia" panose="020B0503040102020104" pitchFamily="34" charset="0"/>
              <a:cs typeface="Arial" panose="020B0604020202020204" pitchFamily="34" charset="0"/>
            </a:endParaRPr>
          </a:p>
          <a:p>
            <a:pPr>
              <a:defRPr/>
            </a:pPr>
            <a:endParaRPr lang="en-US" sz="1800" dirty="0">
              <a:solidFill>
                <a:srgbClr val="514843">
                  <a:lumMod val="75000"/>
                </a:srgbClr>
              </a:solidFill>
              <a:latin typeface="Euphemia"/>
            </a:endParaRPr>
          </a:p>
        </p:txBody>
      </p:sp>
      <p:pic>
        <p:nvPicPr>
          <p:cNvPr id="12" name="Picture 2" descr="KL Deemed to be University Logo">
            <a:extLst>
              <a:ext uri="{FF2B5EF4-FFF2-40B4-BE49-F238E27FC236}">
                <a16:creationId xmlns:a16="http://schemas.microsoft.com/office/drawing/2014/main" id="{6B055041-4759-D8D8-8BC0-F8F051014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144" y="366455"/>
            <a:ext cx="2503488" cy="60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Date Placeholder 1">
            <a:extLst>
              <a:ext uri="{FF2B5EF4-FFF2-40B4-BE49-F238E27FC236}">
                <a16:creationId xmlns:a16="http://schemas.microsoft.com/office/drawing/2014/main" id="{10835B1B-2AB4-741E-4CF5-700263EFDA42}"/>
              </a:ext>
            </a:extLst>
          </p:cNvPr>
          <p:cNvSpPr txBox="1">
            <a:spLocks/>
          </p:cNvSpPr>
          <p:nvPr/>
        </p:nvSpPr>
        <p:spPr>
          <a:xfrm>
            <a:off x="1257300" y="6508750"/>
            <a:ext cx="1828800" cy="365125"/>
          </a:xfrm>
          <a:prstGeom prst="rect">
            <a:avLst/>
          </a:prstGeom>
        </p:spPr>
        <p:txBody>
          <a:bodyPr vert="horz" lIns="0" tIns="45720" rIns="0" bIns="45720" rtlCol="0" anchor="ctr"/>
          <a:lstStyle>
            <a:defPPr>
              <a:defRPr lang="en-US"/>
            </a:defPPr>
            <a:lvl1pPr marL="0" algn="l"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dirty="0">
              <a:solidFill>
                <a:srgbClr val="514843">
                  <a:lumMod val="75000"/>
                </a:srgbClr>
              </a:solidFill>
              <a:latin typeface="Euphemia"/>
            </a:endParaRPr>
          </a:p>
        </p:txBody>
      </p:sp>
      <p:sp>
        <p:nvSpPr>
          <p:cNvPr id="14" name="Slide Number Placeholder 2">
            <a:extLst>
              <a:ext uri="{FF2B5EF4-FFF2-40B4-BE49-F238E27FC236}">
                <a16:creationId xmlns:a16="http://schemas.microsoft.com/office/drawing/2014/main" id="{0A7D138E-7805-D633-E4EB-366F4D901570}"/>
              </a:ext>
            </a:extLst>
          </p:cNvPr>
          <p:cNvSpPr txBox="1">
            <a:spLocks/>
          </p:cNvSpPr>
          <p:nvPr/>
        </p:nvSpPr>
        <p:spPr bwMode="auto">
          <a:xfrm>
            <a:off x="9409113" y="6508750"/>
            <a:ext cx="1828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defPPr>
              <a:defRPr lang="en-US"/>
            </a:defPPr>
            <a:lvl1pPr marL="0" algn="r"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Euphemia" panose="020B0503040102020104" pitchFamily="34" charset="0"/>
                <a:ea typeface="+mn-ea"/>
                <a:cs typeface="+mn-cs"/>
              </a:defRPr>
            </a:lvl1pPr>
            <a:lvl2pPr marL="742950" indent="-28575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Euphemia" panose="020B0503040102020104" pitchFamily="34" charset="0"/>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Euphemia" panose="020B0503040102020104" pitchFamily="34" charset="0"/>
                <a:ea typeface="+mn-ea"/>
                <a:cs typeface="+mn-cs"/>
              </a:defRPr>
            </a:lvl5pPr>
            <a:lvl6pPr marL="25146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6pPr>
            <a:lvl7pPr marL="29718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7pPr>
            <a:lvl8pPr marL="34290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8pPr>
            <a:lvl9pPr marL="3886200" indent="-228600" algn="l" defTabSz="914400" rtl="0" eaLnBrk="0" fontAlgn="base" latinLnBrk="0" hangingPunct="0">
              <a:lnSpc>
                <a:spcPct val="90000"/>
              </a:lnSpc>
              <a:spcBef>
                <a:spcPts val="600"/>
              </a:spcBef>
              <a:spcAft>
                <a:spcPct val="0"/>
              </a:spcAft>
              <a:buFont typeface="Wingdings" panose="05000000000000000000" pitchFamily="2" charset="2"/>
              <a:buChar char="§"/>
              <a:defRPr sz="1400" kern="1200">
                <a:solidFill>
                  <a:schemeClr val="tx1"/>
                </a:solidFill>
                <a:latin typeface="Euphemia" panose="020B0503040102020104" pitchFamily="34" charset="0"/>
                <a:ea typeface="+mn-ea"/>
                <a:cs typeface="+mn-cs"/>
              </a:defRPr>
            </a:lvl9pPr>
          </a:lstStyle>
          <a:p>
            <a:pPr fontAlgn="base">
              <a:lnSpc>
                <a:spcPct val="100000"/>
              </a:lnSpc>
              <a:spcBef>
                <a:spcPct val="0"/>
              </a:spcBef>
              <a:spcAft>
                <a:spcPct val="0"/>
              </a:spcAft>
              <a:buFontTx/>
              <a:buNone/>
              <a:defRPr/>
            </a:pPr>
            <a:endParaRPr lang="en-US" altLang="en-US" sz="1200" dirty="0">
              <a:solidFill>
                <a:srgbClr val="3D3632"/>
              </a:solidFill>
              <a:cs typeface="Arial" panose="020B0604020202020204" pitchFamily="34" charset="0"/>
            </a:endParaRPr>
          </a:p>
        </p:txBody>
      </p:sp>
    </p:spTree>
    <p:extLst>
      <p:ext uri="{BB962C8B-B14F-4D97-AF65-F5344CB8AC3E}">
        <p14:creationId xmlns:p14="http://schemas.microsoft.com/office/powerpoint/2010/main" val="71946144"/>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4D18C57-0B7A-46C9-924D-851C516B3D24}"/>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99F02E-E5F1-4921-A802-627C60B1E8E4}" type="datetime3">
              <a:rPr kumimoji="0" lang="en-US" sz="1200" b="0" i="0" u="none" strike="noStrike" kern="1200" cap="none" spc="0" normalizeH="0" baseline="0" noProof="0" smtClean="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 May 2026</a:t>
            </a:fld>
            <a:endPar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endParaRPr>
          </a:p>
        </p:txBody>
      </p:sp>
      <p:sp>
        <p:nvSpPr>
          <p:cNvPr id="23555" name="Slide Number Placeholder 5">
            <a:extLst>
              <a:ext uri="{FF2B5EF4-FFF2-40B4-BE49-F238E27FC236}">
                <a16:creationId xmlns:a16="http://schemas.microsoft.com/office/drawing/2014/main" id="{1154D792-AFCC-4402-BDAD-82277C92A1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rPr>
              <a:t>59</a:t>
            </a:r>
          </a:p>
        </p:txBody>
      </p:sp>
      <p:pic>
        <p:nvPicPr>
          <p:cNvPr id="23556" name="Picture 2" descr="KL Deemed to be University Logo">
            <a:extLst>
              <a:ext uri="{FF2B5EF4-FFF2-40B4-BE49-F238E27FC236}">
                <a16:creationId xmlns:a16="http://schemas.microsoft.com/office/drawing/2014/main" id="{D39B1652-4574-4799-A626-23F395C3A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8063" y="127000"/>
            <a:ext cx="327501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a:extLst>
              <a:ext uri="{FF2B5EF4-FFF2-40B4-BE49-F238E27FC236}">
                <a16:creationId xmlns:a16="http://schemas.microsoft.com/office/drawing/2014/main" id="{48A619B6-9B28-4E1E-8758-0A084C98B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335088"/>
            <a:ext cx="998061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Box 7">
            <a:extLst>
              <a:ext uri="{FF2B5EF4-FFF2-40B4-BE49-F238E27FC236}">
                <a16:creationId xmlns:a16="http://schemas.microsoft.com/office/drawing/2014/main" id="{73F17BEC-027B-439D-90B1-6A696A126F9D}"/>
              </a:ext>
            </a:extLst>
          </p:cNvPr>
          <p:cNvSpPr txBox="1">
            <a:spLocks noChangeArrowheads="1"/>
          </p:cNvSpPr>
          <p:nvPr/>
        </p:nvSpPr>
        <p:spPr bwMode="auto">
          <a:xfrm>
            <a:off x="3000375" y="5943600"/>
            <a:ext cx="65024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hlinkClick r:id="rId4" tooltip="https://www.thebluediamondgallery.com/wooden-tile/t/thank-you.html"/>
              </a:rPr>
              <a:t>This Photo</a:t>
            </a: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rPr>
              <a:t> by Unknown Author is licensed under </a:t>
            </a:r>
            <a:r>
              <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hlinkClick r:id="rId5" tooltip="https://creativecommons.org/licenses/by-sa/3.0/"/>
              </a:rPr>
              <a:t>CC BY-SA</a:t>
            </a:r>
            <a:endParaRPr kumimoji="0" lang="en-IN" altLang="en-US" sz="900" b="0" i="0" u="none" strike="noStrike" kern="1200" cap="none" spc="0" normalizeH="0" baseline="0" noProof="0">
              <a:ln>
                <a:noFill/>
              </a:ln>
              <a:solidFill>
                <a:srgbClr val="514843"/>
              </a:solidFill>
              <a:effectLst/>
              <a:uLnTx/>
              <a:uFillTx/>
              <a:latin typeface="Arial" panose="020B0604020202020204" pitchFamily="34" charset="0"/>
              <a:ea typeface="+mn-ea"/>
              <a:cs typeface="Arial" panose="020B0604020202020204" pitchFamily="34" charset="0"/>
            </a:endParaRPr>
          </a:p>
        </p:txBody>
      </p:sp>
      <p:sp>
        <p:nvSpPr>
          <p:cNvPr id="8" name="Footer Placeholder 4">
            <a:extLst>
              <a:ext uri="{FF2B5EF4-FFF2-40B4-BE49-F238E27FC236}">
                <a16:creationId xmlns:a16="http://schemas.microsoft.com/office/drawing/2014/main" id="{5B58174F-ED6B-41B1-908D-45D8860990EC}"/>
              </a:ext>
            </a:extLst>
          </p:cNvPr>
          <p:cNvSpPr>
            <a:spLocks noGrp="1"/>
          </p:cNvSpPr>
          <p:nvPr>
            <p:ph type="ftr" sz="quarter" idx="11"/>
          </p:nvPr>
        </p:nvSpPr>
        <p:spPr>
          <a:xfrm>
            <a:off x="2933700" y="6259513"/>
            <a:ext cx="6324600" cy="6223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Euphemia"/>
                <a:ea typeface="+mn-ea"/>
                <a:cs typeface="+mn-cs"/>
              </a:rPr>
              <a:t>QUANT &amp; REASONING DIVISION</a:t>
            </a:r>
            <a:endParaRPr kumimoji="0" lang="en-US" sz="1800" b="0" i="0" u="none" strike="noStrike" kern="1200" cap="none" spc="0" normalizeH="0" baseline="0" noProof="0" dirty="0">
              <a:ln>
                <a:noFill/>
              </a:ln>
              <a:solidFill>
                <a:srgbClr val="FF0000"/>
              </a:solidFill>
              <a:effectLst/>
              <a:uLnTx/>
              <a:uFillTx/>
              <a:latin typeface="Euphemia"/>
              <a:ea typeface="+mn-ea"/>
              <a:cs typeface="+mn-cs"/>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3026</Words>
  <Application>Microsoft Office PowerPoint</Application>
  <PresentationFormat>Widescreen</PresentationFormat>
  <Paragraphs>359</Paragraphs>
  <Slides>34</Slides>
  <Notes>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34</vt:i4>
      </vt:variant>
    </vt:vector>
  </HeadingPairs>
  <TitlesOfParts>
    <vt:vector size="50" baseType="lpstr">
      <vt:lpstr>MS Gothic</vt:lpstr>
      <vt:lpstr>MS Mincho</vt:lpstr>
      <vt:lpstr>Algerian</vt:lpstr>
      <vt:lpstr>Arial</vt:lpstr>
      <vt:lpstr>Calibri</vt:lpstr>
      <vt:lpstr>Calibri Light</vt:lpstr>
      <vt:lpstr>Cambria</vt:lpstr>
      <vt:lpstr>Euphemia</vt:lpstr>
      <vt:lpstr>Plantagenet Cherokee</vt:lpstr>
      <vt:lpstr>Segoe UI</vt:lpstr>
      <vt:lpstr>Times New Roman</vt:lpstr>
      <vt:lpstr>Wingdings</vt:lpstr>
      <vt:lpstr>Office Theme</vt:lpstr>
      <vt:lpstr>3_Academic Literature 16x9</vt:lpstr>
      <vt:lpstr>Academic Literature 16x9</vt:lpstr>
      <vt:lpstr>1_Academic Literature 16x9</vt:lpstr>
      <vt:lpstr>Welcome TO QUANTITATIVE APTITUDE  &amp; REASONING DEPARTMENT</vt:lpstr>
      <vt:lpstr>ALPHA NUMERIC SERIES </vt:lpstr>
      <vt:lpstr>ALPHA NUMERIC SERIES </vt:lpstr>
      <vt:lpstr>ALPHA NUMERIC SERIES </vt:lpstr>
      <vt:lpstr>ALPHA NUMERIC SERIES </vt:lpstr>
      <vt:lpstr>ALPHA NUMERIC SERIES </vt:lpstr>
      <vt:lpstr>ALPHA NUMERIC SERIES </vt:lpstr>
      <vt:lpstr>ALPHA NUMERIC SERIES </vt:lpstr>
      <vt:lpstr>ALPHA NUMERIC SERIES </vt:lpstr>
      <vt:lpstr>ALPHA NUMERIC SERIES </vt:lpstr>
      <vt:lpstr>ALPHA NUMERIC SERIES </vt:lpstr>
      <vt:lpstr>ALPHA NUMERIC SERIES </vt:lpstr>
      <vt:lpstr> ALPHABET TEST</vt:lpstr>
      <vt:lpstr> ALPHABET TEST</vt:lpstr>
      <vt:lpstr> ALPHABET TEST</vt:lpstr>
      <vt:lpstr> ALPHABET TEST</vt:lpstr>
      <vt:lpstr> ALPHABET TEST</vt:lpstr>
      <vt:lpstr> ALPHABET TEST</vt:lpstr>
      <vt:lpstr>CODED INEQUALITIES</vt:lpstr>
      <vt:lpstr>PowerPoint Presentation</vt:lpstr>
      <vt:lpstr>PowerPoint Presentation</vt:lpstr>
      <vt:lpstr>PowerPoint Presentation</vt:lpstr>
      <vt:lpstr>CODED INEQUALITIES</vt:lpstr>
      <vt:lpstr>PowerPoint Presentation</vt:lpstr>
      <vt:lpstr>CODED INEQUALITIES</vt:lpstr>
      <vt:lpstr>PowerPoint Presentation</vt:lpstr>
      <vt:lpstr>PowerPoint Presentation</vt:lpstr>
      <vt:lpstr>CODED INEQUALITIES</vt:lpstr>
      <vt:lpstr>PowerPoint Presentation</vt:lpstr>
      <vt:lpstr>PowerPoint Presentation</vt:lpstr>
      <vt:lpstr>CODED INEQUALITIES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SALAKA VENU MADHAVA SARMA</dc:creator>
  <cp:lastModifiedBy>vara prasad</cp:lastModifiedBy>
  <cp:revision>55</cp:revision>
  <dcterms:created xsi:type="dcterms:W3CDTF">2025-11-27T04:34:33Z</dcterms:created>
  <dcterms:modified xsi:type="dcterms:W3CDTF">2026-05-11T03:13:32Z</dcterms:modified>
</cp:coreProperties>
</file>