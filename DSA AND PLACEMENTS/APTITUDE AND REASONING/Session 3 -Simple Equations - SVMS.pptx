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326" r:id="rId2"/>
    <p:sldId id="330" r:id="rId3"/>
    <p:sldId id="358" r:id="rId4"/>
    <p:sldId id="359" r:id="rId5"/>
    <p:sldId id="361" r:id="rId6"/>
    <p:sldId id="362" r:id="rId7"/>
    <p:sldId id="363" r:id="rId8"/>
    <p:sldId id="371" r:id="rId9"/>
    <p:sldId id="372" r:id="rId10"/>
    <p:sldId id="373" r:id="rId11"/>
    <p:sldId id="374" r:id="rId12"/>
    <p:sldId id="364" r:id="rId13"/>
    <p:sldId id="365" r:id="rId14"/>
    <p:sldId id="366" r:id="rId15"/>
    <p:sldId id="367" r:id="rId16"/>
    <p:sldId id="368" r:id="rId17"/>
    <p:sldId id="369" r:id="rId18"/>
    <p:sldId id="375" r:id="rId19"/>
    <p:sldId id="376" r:id="rId20"/>
    <p:sldId id="377" r:id="rId21"/>
    <p:sldId id="378" r:id="rId22"/>
    <p:sldId id="379" r:id="rId23"/>
    <p:sldId id="380" r:id="rId24"/>
    <p:sldId id="392" r:id="rId25"/>
    <p:sldId id="34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8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6331DC-D90F-4C91-B5D6-E715A70AE9D2}" type="datetimeFigureOut">
              <a:rPr lang="en-IN" smtClean="0"/>
              <a:t>02-12-2022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5FBAE0-CB80-47DA-8948-185ABF81D90F}" type="slidenum">
              <a:rPr lang="en-IN" smtClean="0"/>
              <a:t>‹#›</a:t>
            </a:fld>
            <a:endParaRPr lang="en-IN"/>
          </a:p>
        </p:txBody>
      </p:sp>
    </p:spTree>
    <p:extLst>
      <p:ext uri="{BB962C8B-B14F-4D97-AF65-F5344CB8AC3E}">
        <p14:creationId xmlns:p14="http://schemas.microsoft.com/office/powerpoint/2010/main" val="3705502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195B2323-9914-407F-88BC-FE7D1D5D89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B0739A3A-7BA3-4496-977C-44172EC2D7A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F5FBAE0-CB80-47DA-8948-185ABF81D90F}" type="slidenum">
              <a:rPr lang="en-IN" smtClean="0"/>
              <a:t>16</a:t>
            </a:fld>
            <a:endParaRPr lang="en-IN"/>
          </a:p>
        </p:txBody>
      </p:sp>
    </p:spTree>
    <p:extLst>
      <p:ext uri="{BB962C8B-B14F-4D97-AF65-F5344CB8AC3E}">
        <p14:creationId xmlns:p14="http://schemas.microsoft.com/office/powerpoint/2010/main" val="40708102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18B936-544C-44CE-9817-6F3DAF3B1C50}"/>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sp>
        <p:nvSpPr>
          <p:cNvPr id="5" name="Rectangle 4">
            <a:extLst>
              <a:ext uri="{FF2B5EF4-FFF2-40B4-BE49-F238E27FC236}">
                <a16:creationId xmlns:a16="http://schemas.microsoft.com/office/drawing/2014/main" id="{3D2D647A-ACD4-49FB-951C-5B1CDED07017}"/>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pic>
        <p:nvPicPr>
          <p:cNvPr id="6" name="Picture 11">
            <a:extLst>
              <a:ext uri="{FF2B5EF4-FFF2-40B4-BE49-F238E27FC236}">
                <a16:creationId xmlns:a16="http://schemas.microsoft.com/office/drawing/2014/main" id="{C92D561F-381E-4C9C-843D-AAE636F158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0"/>
            <a:ext cx="17526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7" name="Date Placeholder 3">
            <a:extLst>
              <a:ext uri="{FF2B5EF4-FFF2-40B4-BE49-F238E27FC236}">
                <a16:creationId xmlns:a16="http://schemas.microsoft.com/office/drawing/2014/main" id="{4B4BBA62-0FB3-4BDD-8CC7-071D50899199}"/>
              </a:ext>
            </a:extLst>
          </p:cNvPr>
          <p:cNvSpPr>
            <a:spLocks noGrp="1"/>
          </p:cNvSpPr>
          <p:nvPr>
            <p:ph type="dt" sz="half" idx="10"/>
          </p:nvPr>
        </p:nvSpPr>
        <p:spPr/>
        <p:txBody>
          <a:bodyPr/>
          <a:lstStyle>
            <a:lvl1pPr>
              <a:defRPr/>
            </a:lvl1pPr>
          </a:lstStyle>
          <a:p>
            <a:pPr>
              <a:defRPr/>
            </a:pPr>
            <a:fld id="{B09FB242-519E-4BEB-A9B0-5959864A85FE}" type="datetime3">
              <a:rPr lang="en-US"/>
              <a:pPr>
                <a:defRPr/>
              </a:pPr>
              <a:t>2 December 2022</a:t>
            </a:fld>
            <a:endParaRPr/>
          </a:p>
        </p:txBody>
      </p:sp>
      <p:sp>
        <p:nvSpPr>
          <p:cNvPr id="8" name="Footer Placeholder 4">
            <a:extLst>
              <a:ext uri="{FF2B5EF4-FFF2-40B4-BE49-F238E27FC236}">
                <a16:creationId xmlns:a16="http://schemas.microsoft.com/office/drawing/2014/main" id="{1CBDF418-F9CE-44F8-ADD0-18ABEB4128CD}"/>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9" name="Slide Number Placeholder 5">
            <a:extLst>
              <a:ext uri="{FF2B5EF4-FFF2-40B4-BE49-F238E27FC236}">
                <a16:creationId xmlns:a16="http://schemas.microsoft.com/office/drawing/2014/main" id="{AFB02EAF-79E6-4B52-B5BA-41EE2566FF3F}"/>
              </a:ext>
            </a:extLst>
          </p:cNvPr>
          <p:cNvSpPr>
            <a:spLocks noGrp="1"/>
          </p:cNvSpPr>
          <p:nvPr>
            <p:ph type="sldNum" sz="quarter" idx="12"/>
          </p:nvPr>
        </p:nvSpPr>
        <p:spPr/>
        <p:txBody>
          <a:bodyPr/>
          <a:lstStyle>
            <a:lvl1pPr>
              <a:defRPr/>
            </a:lvl1pPr>
          </a:lstStyle>
          <a:p>
            <a:pPr>
              <a:defRPr/>
            </a:pPr>
            <a:fld id="{A3A9318E-3420-4128-979F-EB0DA0B56512}" type="slidenum">
              <a:rPr lang="en-US" altLang="en-US"/>
              <a:pPr>
                <a:defRPr/>
              </a:pPr>
              <a:t>‹#›</a:t>
            </a:fld>
            <a:endParaRPr lang="en-US" altLang="en-US"/>
          </a:p>
        </p:txBody>
      </p:sp>
    </p:spTree>
    <p:extLst>
      <p:ext uri="{BB962C8B-B14F-4D97-AF65-F5344CB8AC3E}">
        <p14:creationId xmlns:p14="http://schemas.microsoft.com/office/powerpoint/2010/main" val="2953784298"/>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E6FB7D83-5BEC-47C4-B156-A9014EFDBDE7}"/>
              </a:ext>
            </a:extLst>
          </p:cNvPr>
          <p:cNvSpPr>
            <a:spLocks noGrp="1"/>
          </p:cNvSpPr>
          <p:nvPr>
            <p:ph type="dt" sz="half" idx="10"/>
          </p:nvPr>
        </p:nvSpPr>
        <p:spPr/>
        <p:txBody>
          <a:bodyPr/>
          <a:lstStyle>
            <a:lvl1pPr>
              <a:defRPr/>
            </a:lvl1pPr>
          </a:lstStyle>
          <a:p>
            <a:pPr>
              <a:defRPr/>
            </a:pPr>
            <a:fld id="{8A01D4D5-BB00-4613-8DBB-C9343634E7FD}" type="datetime3">
              <a:rPr lang="en-US"/>
              <a:pPr>
                <a:defRPr/>
              </a:pPr>
              <a:t>2 December 2022</a:t>
            </a:fld>
            <a:endParaRPr/>
          </a:p>
        </p:txBody>
      </p:sp>
      <p:sp>
        <p:nvSpPr>
          <p:cNvPr id="5" name="Footer Placeholder 4">
            <a:extLst>
              <a:ext uri="{FF2B5EF4-FFF2-40B4-BE49-F238E27FC236}">
                <a16:creationId xmlns:a16="http://schemas.microsoft.com/office/drawing/2014/main" id="{7E438E0A-367B-4384-897B-38845FEDF943}"/>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6" name="Slide Number Placeholder 5">
            <a:extLst>
              <a:ext uri="{FF2B5EF4-FFF2-40B4-BE49-F238E27FC236}">
                <a16:creationId xmlns:a16="http://schemas.microsoft.com/office/drawing/2014/main" id="{AE7AE690-3494-49A8-BD5F-76F43D5F3FC5}"/>
              </a:ext>
            </a:extLst>
          </p:cNvPr>
          <p:cNvSpPr>
            <a:spLocks noGrp="1"/>
          </p:cNvSpPr>
          <p:nvPr>
            <p:ph type="sldNum" sz="quarter" idx="12"/>
          </p:nvPr>
        </p:nvSpPr>
        <p:spPr/>
        <p:txBody>
          <a:bodyPr/>
          <a:lstStyle>
            <a:lvl1pPr>
              <a:defRPr/>
            </a:lvl1pPr>
          </a:lstStyle>
          <a:p>
            <a:pPr>
              <a:defRPr/>
            </a:pPr>
            <a:fld id="{2B250308-8EA2-45DA-8A7F-62B678343587}" type="slidenum">
              <a:rPr lang="en-US" altLang="en-US"/>
              <a:pPr>
                <a:defRPr/>
              </a:pPr>
              <a:t>‹#›</a:t>
            </a:fld>
            <a:endParaRPr lang="en-US" altLang="en-US"/>
          </a:p>
        </p:txBody>
      </p:sp>
    </p:spTree>
    <p:extLst>
      <p:ext uri="{BB962C8B-B14F-4D97-AF65-F5344CB8AC3E}">
        <p14:creationId xmlns:p14="http://schemas.microsoft.com/office/powerpoint/2010/main" val="870799022"/>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grpSp>
        <p:nvGrpSpPr>
          <p:cNvPr id="5" name="Group 12">
            <a:extLst>
              <a:ext uri="{FF2B5EF4-FFF2-40B4-BE49-F238E27FC236}">
                <a16:creationId xmlns:a16="http://schemas.microsoft.com/office/drawing/2014/main" id="{94B0845E-FF46-4FB5-B426-5AF9E1D25977}"/>
              </a:ext>
            </a:extLst>
          </p:cNvPr>
          <p:cNvGrpSpPr>
            <a:grpSpLocks/>
          </p:cNvGrpSpPr>
          <p:nvPr/>
        </p:nvGrpSpPr>
        <p:grpSpPr bwMode="auto">
          <a:xfrm rot="10800000">
            <a:off x="0" y="5645150"/>
            <a:ext cx="12192000" cy="63500"/>
            <a:chOff x="507492" y="1501519"/>
            <a:chExt cx="8129016" cy="63125"/>
          </a:xfrm>
        </p:grpSpPr>
        <p:cxnSp>
          <p:nvCxnSpPr>
            <p:cNvPr id="6" name="Straight Connector 5">
              <a:extLst>
                <a:ext uri="{FF2B5EF4-FFF2-40B4-BE49-F238E27FC236}">
                  <a16:creationId xmlns:a16="http://schemas.microsoft.com/office/drawing/2014/main" id="{5CE99041-9D3F-4C93-9607-ACB2E6353496}"/>
                </a:ext>
              </a:extLst>
            </p:cNvPr>
            <p:cNvCxnSpPr/>
            <p:nvPr/>
          </p:nvCxnSpPr>
          <p:spPr>
            <a:xfrm>
              <a:off x="540304" y="1564644"/>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EA85809-185A-4134-B90D-9FD923E2D9C7}"/>
                </a:ext>
              </a:extLst>
            </p:cNvPr>
            <p:cNvCxnSpPr/>
            <p:nvPr/>
          </p:nvCxnSpPr>
          <p:spPr>
            <a:xfrm>
              <a:off x="540304"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8" name="Group 13">
            <a:extLst>
              <a:ext uri="{FF2B5EF4-FFF2-40B4-BE49-F238E27FC236}">
                <a16:creationId xmlns:a16="http://schemas.microsoft.com/office/drawing/2014/main" id="{F64B5766-437B-4BA5-A4B6-A0518AC146A6}"/>
              </a:ext>
            </a:extLst>
          </p:cNvPr>
          <p:cNvGrpSpPr>
            <a:grpSpLocks/>
          </p:cNvGrpSpPr>
          <p:nvPr/>
        </p:nvGrpSpPr>
        <p:grpSpPr bwMode="auto">
          <a:xfrm>
            <a:off x="0" y="1143000"/>
            <a:ext cx="12192000" cy="63500"/>
            <a:chOff x="507492" y="1501519"/>
            <a:chExt cx="8129016" cy="63125"/>
          </a:xfrm>
        </p:grpSpPr>
        <p:cxnSp>
          <p:nvCxnSpPr>
            <p:cNvPr id="9" name="Straight Connector 8">
              <a:extLst>
                <a:ext uri="{FF2B5EF4-FFF2-40B4-BE49-F238E27FC236}">
                  <a16:creationId xmlns:a16="http://schemas.microsoft.com/office/drawing/2014/main" id="{3D15B3FF-43DB-41C0-9E96-7AFD1BE84CFB}"/>
                </a:ext>
              </a:extLst>
            </p:cNvPr>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E9303D-49D3-4BDD-8F68-42EF01CFC9B0}"/>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2" name="Rectangle 11">
            <a:extLst>
              <a:ext uri="{FF2B5EF4-FFF2-40B4-BE49-F238E27FC236}">
                <a16:creationId xmlns:a16="http://schemas.microsoft.com/office/drawing/2014/main" id="{0F539458-2A9E-4643-9DB0-A1BDD2D2839B}"/>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sp>
        <p:nvSpPr>
          <p:cNvPr id="13" name="Rectangle 12">
            <a:extLst>
              <a:ext uri="{FF2B5EF4-FFF2-40B4-BE49-F238E27FC236}">
                <a16:creationId xmlns:a16="http://schemas.microsoft.com/office/drawing/2014/main" id="{9C381BFC-98B2-4B25-91E0-7067E6C76FD9}"/>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pic>
        <p:nvPicPr>
          <p:cNvPr id="14" name="Picture 19">
            <a:extLst>
              <a:ext uri="{FF2B5EF4-FFF2-40B4-BE49-F238E27FC236}">
                <a16:creationId xmlns:a16="http://schemas.microsoft.com/office/drawing/2014/main" id="{EE4FDB21-F36C-4FDC-A53B-416C59C7A9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0"/>
            <a:ext cx="17526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pPr lvl="0"/>
            <a:endParaRPr noProof="0"/>
          </a:p>
        </p:txBody>
      </p:sp>
      <p:sp>
        <p:nvSpPr>
          <p:cNvPr id="3" name="Subtitle 2"/>
          <p:cNvSpPr>
            <a:spLocks noGrp="1"/>
          </p:cNvSpPr>
          <p:nvPr>
            <p:ph type="subTitle" idx="1"/>
          </p:nvPr>
        </p:nvSpPr>
        <p:spPr>
          <a:xfrm>
            <a:off x="1104900" y="4511784"/>
            <a:ext cx="5734050"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extLst>
      <p:ext uri="{BB962C8B-B14F-4D97-AF65-F5344CB8AC3E}">
        <p14:creationId xmlns:p14="http://schemas.microsoft.com/office/powerpoint/2010/main" val="2844872555"/>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DFCD78F7-5D3F-4DC6-978D-D2039072C6B8}"/>
              </a:ext>
            </a:extLst>
          </p:cNvPr>
          <p:cNvGrpSpPr>
            <a:grpSpLocks/>
          </p:cNvGrpSpPr>
          <p:nvPr/>
        </p:nvGrpSpPr>
        <p:grpSpPr bwMode="auto">
          <a:xfrm>
            <a:off x="0" y="2514600"/>
            <a:ext cx="12192000" cy="3194050"/>
            <a:chOff x="647402" y="2514600"/>
            <a:chExt cx="10838688" cy="3194035"/>
          </a:xfrm>
        </p:grpSpPr>
        <p:grpSp>
          <p:nvGrpSpPr>
            <p:cNvPr id="5" name="Group 10">
              <a:extLst>
                <a:ext uri="{FF2B5EF4-FFF2-40B4-BE49-F238E27FC236}">
                  <a16:creationId xmlns:a16="http://schemas.microsoft.com/office/drawing/2014/main" id="{B2ABD06D-71BB-449C-89C9-B078F9E02351}"/>
                </a:ext>
              </a:extLst>
            </p:cNvPr>
            <p:cNvGrpSpPr>
              <a:grpSpLocks/>
            </p:cNvGrpSpPr>
            <p:nvPr/>
          </p:nvGrpSpPr>
          <p:grpSpPr bwMode="auto">
            <a:xfrm>
              <a:off x="647402" y="2514600"/>
              <a:ext cx="10838688" cy="63500"/>
              <a:chOff x="507492" y="1501519"/>
              <a:chExt cx="8129016" cy="63500"/>
            </a:xfrm>
          </p:grpSpPr>
          <p:cxnSp>
            <p:nvCxnSpPr>
              <p:cNvPr id="10" name="Straight Connector 9">
                <a:extLst>
                  <a:ext uri="{FF2B5EF4-FFF2-40B4-BE49-F238E27FC236}">
                    <a16:creationId xmlns:a16="http://schemas.microsoft.com/office/drawing/2014/main" id="{333E3B0D-70EE-49F5-9DFF-AD8A77BDA6A7}"/>
                  </a:ext>
                </a:extLst>
              </p:cNvPr>
              <p:cNvCxnSpPr/>
              <p:nvPr/>
            </p:nvCxnSpPr>
            <p:spPr>
              <a:xfrm>
                <a:off x="507492" y="1565019"/>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9170850-1217-459E-A644-C7098F45B91F}"/>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39EC8E82-86A1-4E4A-BCE2-047DCB71AC00}"/>
                </a:ext>
              </a:extLst>
            </p:cNvPr>
            <p:cNvSpPr/>
            <p:nvPr/>
          </p:nvSpPr>
          <p:spPr>
            <a:xfrm>
              <a:off x="647402" y="2641599"/>
              <a:ext cx="10838688" cy="29400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grpSp>
          <p:nvGrpSpPr>
            <p:cNvPr id="7" name="Group 14">
              <a:extLst>
                <a:ext uri="{FF2B5EF4-FFF2-40B4-BE49-F238E27FC236}">
                  <a16:creationId xmlns:a16="http://schemas.microsoft.com/office/drawing/2014/main" id="{6E1318AA-DC14-4638-A8F3-DC49F1B31D72}"/>
                </a:ext>
              </a:extLst>
            </p:cNvPr>
            <p:cNvGrpSpPr>
              <a:grpSpLocks/>
            </p:cNvGrpSpPr>
            <p:nvPr/>
          </p:nvGrpSpPr>
          <p:grpSpPr bwMode="auto">
            <a:xfrm rot="10800000">
              <a:off x="641756" y="5645135"/>
              <a:ext cx="10838688" cy="63500"/>
              <a:chOff x="511726" y="1501519"/>
              <a:chExt cx="8129016" cy="63500"/>
            </a:xfrm>
          </p:grpSpPr>
          <p:cxnSp>
            <p:nvCxnSpPr>
              <p:cNvPr id="8" name="Straight Connector 7">
                <a:extLst>
                  <a:ext uri="{FF2B5EF4-FFF2-40B4-BE49-F238E27FC236}">
                    <a16:creationId xmlns:a16="http://schemas.microsoft.com/office/drawing/2014/main" id="{BA192468-6591-4AFA-9669-9EBF9796D405}"/>
                  </a:ext>
                </a:extLst>
              </p:cNvPr>
              <p:cNvCxnSpPr/>
              <p:nvPr/>
            </p:nvCxnSpPr>
            <p:spPr>
              <a:xfrm>
                <a:off x="540304" y="1565019"/>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36FB6B5-5992-4984-8D8A-58DC3E5FEB98}"/>
                  </a:ext>
                </a:extLst>
              </p:cNvPr>
              <p:cNvCxnSpPr/>
              <p:nvPr/>
            </p:nvCxnSpPr>
            <p:spPr>
              <a:xfrm>
                <a:off x="540304"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12" name="Picture 19">
            <a:extLst>
              <a:ext uri="{FF2B5EF4-FFF2-40B4-BE49-F238E27FC236}">
                <a16:creationId xmlns:a16="http://schemas.microsoft.com/office/drawing/2014/main" id="{D635617A-91B2-4315-8939-DA8008E009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0"/>
            <a:ext cx="1790700" cy="298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13" name="Date Placeholder 3">
            <a:extLst>
              <a:ext uri="{FF2B5EF4-FFF2-40B4-BE49-F238E27FC236}">
                <a16:creationId xmlns:a16="http://schemas.microsoft.com/office/drawing/2014/main" id="{8743D052-84AC-47D0-BB53-0C128A7817C0}"/>
              </a:ext>
            </a:extLst>
          </p:cNvPr>
          <p:cNvSpPr>
            <a:spLocks noGrp="1"/>
          </p:cNvSpPr>
          <p:nvPr>
            <p:ph type="dt" sz="half" idx="10"/>
          </p:nvPr>
        </p:nvSpPr>
        <p:spPr/>
        <p:txBody>
          <a:bodyPr/>
          <a:lstStyle>
            <a:lvl1pPr>
              <a:defRPr/>
            </a:lvl1pPr>
          </a:lstStyle>
          <a:p>
            <a:pPr>
              <a:defRPr/>
            </a:pPr>
            <a:fld id="{5F150E37-71A2-4095-98F0-DED1EE61118A}" type="datetime3">
              <a:rPr lang="en-US"/>
              <a:pPr>
                <a:defRPr/>
              </a:pPr>
              <a:t>2 December 2022</a:t>
            </a:fld>
            <a:endParaRPr/>
          </a:p>
        </p:txBody>
      </p:sp>
      <p:sp>
        <p:nvSpPr>
          <p:cNvPr id="14" name="Footer Placeholder 4">
            <a:extLst>
              <a:ext uri="{FF2B5EF4-FFF2-40B4-BE49-F238E27FC236}">
                <a16:creationId xmlns:a16="http://schemas.microsoft.com/office/drawing/2014/main" id="{4D190324-E9EA-49D1-B870-FE56628CEAF2}"/>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15" name="Slide Number Placeholder 5">
            <a:extLst>
              <a:ext uri="{FF2B5EF4-FFF2-40B4-BE49-F238E27FC236}">
                <a16:creationId xmlns:a16="http://schemas.microsoft.com/office/drawing/2014/main" id="{81714E59-FBC3-409F-86DD-28CC82424013}"/>
              </a:ext>
            </a:extLst>
          </p:cNvPr>
          <p:cNvSpPr>
            <a:spLocks noGrp="1"/>
          </p:cNvSpPr>
          <p:nvPr>
            <p:ph type="sldNum" sz="quarter" idx="12"/>
          </p:nvPr>
        </p:nvSpPr>
        <p:spPr/>
        <p:txBody>
          <a:bodyPr/>
          <a:lstStyle>
            <a:lvl1pPr>
              <a:defRPr/>
            </a:lvl1pPr>
          </a:lstStyle>
          <a:p>
            <a:pPr>
              <a:defRPr/>
            </a:pPr>
            <a:fld id="{E9D7D312-C288-4444-865C-1A10C55386BB}" type="slidenum">
              <a:rPr lang="en-US" altLang="en-US"/>
              <a:pPr>
                <a:defRPr/>
              </a:pPr>
              <a:t>‹#›</a:t>
            </a:fld>
            <a:endParaRPr lang="en-US" altLang="en-US"/>
          </a:p>
        </p:txBody>
      </p:sp>
    </p:spTree>
    <p:extLst>
      <p:ext uri="{BB962C8B-B14F-4D97-AF65-F5344CB8AC3E}">
        <p14:creationId xmlns:p14="http://schemas.microsoft.com/office/powerpoint/2010/main" val="2694420771"/>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a:extLst>
              <a:ext uri="{FF2B5EF4-FFF2-40B4-BE49-F238E27FC236}">
                <a16:creationId xmlns:a16="http://schemas.microsoft.com/office/drawing/2014/main" id="{E8DE0A5F-F948-4B77-A4A0-F2914D10494D}"/>
              </a:ext>
            </a:extLst>
          </p:cNvPr>
          <p:cNvSpPr>
            <a:spLocks noGrp="1"/>
          </p:cNvSpPr>
          <p:nvPr>
            <p:ph type="dt" sz="half" idx="10"/>
          </p:nvPr>
        </p:nvSpPr>
        <p:spPr/>
        <p:txBody>
          <a:bodyPr/>
          <a:lstStyle>
            <a:lvl1pPr>
              <a:defRPr/>
            </a:lvl1pPr>
          </a:lstStyle>
          <a:p>
            <a:pPr>
              <a:defRPr/>
            </a:pPr>
            <a:fld id="{135C75AA-AE1A-44AB-9DD1-6FC3F4F644CB}" type="datetime3">
              <a:rPr lang="en-US"/>
              <a:pPr>
                <a:defRPr/>
              </a:pPr>
              <a:t>2 December 2022</a:t>
            </a:fld>
            <a:endParaRPr/>
          </a:p>
        </p:txBody>
      </p:sp>
      <p:sp>
        <p:nvSpPr>
          <p:cNvPr id="6" name="Footer Placeholder 5">
            <a:extLst>
              <a:ext uri="{FF2B5EF4-FFF2-40B4-BE49-F238E27FC236}">
                <a16:creationId xmlns:a16="http://schemas.microsoft.com/office/drawing/2014/main" id="{28761AD7-F111-451A-BD55-28206492E65D}"/>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7" name="Slide Number Placeholder 6">
            <a:extLst>
              <a:ext uri="{FF2B5EF4-FFF2-40B4-BE49-F238E27FC236}">
                <a16:creationId xmlns:a16="http://schemas.microsoft.com/office/drawing/2014/main" id="{3801755A-45F3-4F74-9BB3-74895E0C5C9F}"/>
              </a:ext>
            </a:extLst>
          </p:cNvPr>
          <p:cNvSpPr>
            <a:spLocks noGrp="1"/>
          </p:cNvSpPr>
          <p:nvPr>
            <p:ph type="sldNum" sz="quarter" idx="12"/>
          </p:nvPr>
        </p:nvSpPr>
        <p:spPr/>
        <p:txBody>
          <a:bodyPr/>
          <a:lstStyle>
            <a:lvl1pPr>
              <a:defRPr/>
            </a:lvl1pPr>
          </a:lstStyle>
          <a:p>
            <a:pPr>
              <a:defRPr/>
            </a:pPr>
            <a:fld id="{78B5D8D1-0D53-4E98-9458-788B1B7DB868}" type="slidenum">
              <a:rPr lang="en-US" altLang="en-US"/>
              <a:pPr>
                <a:defRPr/>
              </a:pPr>
              <a:t>‹#›</a:t>
            </a:fld>
            <a:endParaRPr lang="en-US" altLang="en-US"/>
          </a:p>
        </p:txBody>
      </p:sp>
    </p:spTree>
    <p:extLst>
      <p:ext uri="{BB962C8B-B14F-4D97-AF65-F5344CB8AC3E}">
        <p14:creationId xmlns:p14="http://schemas.microsoft.com/office/powerpoint/2010/main" val="4153313706"/>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a:extLst>
              <a:ext uri="{FF2B5EF4-FFF2-40B4-BE49-F238E27FC236}">
                <a16:creationId xmlns:a16="http://schemas.microsoft.com/office/drawing/2014/main" id="{DA5BF879-C60C-4E10-A1B9-88755158FA09}"/>
              </a:ext>
            </a:extLst>
          </p:cNvPr>
          <p:cNvSpPr>
            <a:spLocks noGrp="1"/>
          </p:cNvSpPr>
          <p:nvPr>
            <p:ph type="dt" sz="half" idx="10"/>
          </p:nvPr>
        </p:nvSpPr>
        <p:spPr/>
        <p:txBody>
          <a:bodyPr/>
          <a:lstStyle>
            <a:lvl1pPr>
              <a:defRPr/>
            </a:lvl1pPr>
          </a:lstStyle>
          <a:p>
            <a:pPr>
              <a:defRPr/>
            </a:pPr>
            <a:fld id="{3E1BC8C3-3A46-47BC-AD46-1556DE646614}" type="datetime3">
              <a:rPr lang="en-US"/>
              <a:pPr>
                <a:defRPr/>
              </a:pPr>
              <a:t>2 December 2022</a:t>
            </a:fld>
            <a:endParaRPr/>
          </a:p>
        </p:txBody>
      </p:sp>
      <p:sp>
        <p:nvSpPr>
          <p:cNvPr id="8" name="Footer Placeholder 7">
            <a:extLst>
              <a:ext uri="{FF2B5EF4-FFF2-40B4-BE49-F238E27FC236}">
                <a16:creationId xmlns:a16="http://schemas.microsoft.com/office/drawing/2014/main" id="{8F085D3B-23DE-4188-812A-22C4F33639E6}"/>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9" name="Slide Number Placeholder 8">
            <a:extLst>
              <a:ext uri="{FF2B5EF4-FFF2-40B4-BE49-F238E27FC236}">
                <a16:creationId xmlns:a16="http://schemas.microsoft.com/office/drawing/2014/main" id="{7B3952DE-71F7-412B-BB8C-C26928D6B1B9}"/>
              </a:ext>
            </a:extLst>
          </p:cNvPr>
          <p:cNvSpPr>
            <a:spLocks noGrp="1"/>
          </p:cNvSpPr>
          <p:nvPr>
            <p:ph type="sldNum" sz="quarter" idx="12"/>
          </p:nvPr>
        </p:nvSpPr>
        <p:spPr/>
        <p:txBody>
          <a:bodyPr/>
          <a:lstStyle>
            <a:lvl1pPr>
              <a:defRPr/>
            </a:lvl1pPr>
          </a:lstStyle>
          <a:p>
            <a:pPr>
              <a:defRPr/>
            </a:pPr>
            <a:fld id="{55568B95-C5B8-42E6-B711-0A5DBC4E0EB9}" type="slidenum">
              <a:rPr lang="en-US" altLang="en-US"/>
              <a:pPr>
                <a:defRPr/>
              </a:pPr>
              <a:t>‹#›</a:t>
            </a:fld>
            <a:endParaRPr lang="en-US" altLang="en-US"/>
          </a:p>
        </p:txBody>
      </p:sp>
    </p:spTree>
    <p:extLst>
      <p:ext uri="{BB962C8B-B14F-4D97-AF65-F5344CB8AC3E}">
        <p14:creationId xmlns:p14="http://schemas.microsoft.com/office/powerpoint/2010/main" val="1728227645"/>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4592B683-C88C-43DE-9844-4576C2BEDECE}"/>
              </a:ext>
            </a:extLst>
          </p:cNvPr>
          <p:cNvSpPr>
            <a:spLocks noGrp="1"/>
          </p:cNvSpPr>
          <p:nvPr>
            <p:ph type="dt" sz="half" idx="10"/>
          </p:nvPr>
        </p:nvSpPr>
        <p:spPr/>
        <p:txBody>
          <a:bodyPr/>
          <a:lstStyle>
            <a:lvl1pPr>
              <a:defRPr/>
            </a:lvl1pPr>
          </a:lstStyle>
          <a:p>
            <a:pPr>
              <a:defRPr/>
            </a:pPr>
            <a:fld id="{2F361D15-EEC6-4627-A468-67CAE44FC595}" type="datetime3">
              <a:rPr lang="en-US"/>
              <a:pPr>
                <a:defRPr/>
              </a:pPr>
              <a:t>2 December 2022</a:t>
            </a:fld>
            <a:endParaRPr/>
          </a:p>
        </p:txBody>
      </p:sp>
      <p:sp>
        <p:nvSpPr>
          <p:cNvPr id="4" name="Footer Placeholder 3">
            <a:extLst>
              <a:ext uri="{FF2B5EF4-FFF2-40B4-BE49-F238E27FC236}">
                <a16:creationId xmlns:a16="http://schemas.microsoft.com/office/drawing/2014/main" id="{0F80C7BB-D6C8-4963-8D22-C99DD2F1AEB6}"/>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5" name="Slide Number Placeholder 4">
            <a:extLst>
              <a:ext uri="{FF2B5EF4-FFF2-40B4-BE49-F238E27FC236}">
                <a16:creationId xmlns:a16="http://schemas.microsoft.com/office/drawing/2014/main" id="{577AED31-A05E-4258-9B70-CB115E02D75A}"/>
              </a:ext>
            </a:extLst>
          </p:cNvPr>
          <p:cNvSpPr>
            <a:spLocks noGrp="1"/>
          </p:cNvSpPr>
          <p:nvPr>
            <p:ph type="sldNum" sz="quarter" idx="12"/>
          </p:nvPr>
        </p:nvSpPr>
        <p:spPr/>
        <p:txBody>
          <a:bodyPr/>
          <a:lstStyle>
            <a:lvl1pPr>
              <a:defRPr/>
            </a:lvl1pPr>
          </a:lstStyle>
          <a:p>
            <a:pPr>
              <a:defRPr/>
            </a:pPr>
            <a:fld id="{0CCE3C2F-FFE4-4D04-9F32-6D368B67F023}" type="slidenum">
              <a:rPr lang="en-US" altLang="en-US"/>
              <a:pPr>
                <a:defRPr/>
              </a:pPr>
              <a:t>‹#›</a:t>
            </a:fld>
            <a:endParaRPr lang="en-US" altLang="en-US"/>
          </a:p>
        </p:txBody>
      </p:sp>
    </p:spTree>
    <p:extLst>
      <p:ext uri="{BB962C8B-B14F-4D97-AF65-F5344CB8AC3E}">
        <p14:creationId xmlns:p14="http://schemas.microsoft.com/office/powerpoint/2010/main" val="1947052525"/>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F5DE01-0171-48E7-9090-D5B881D26047}"/>
              </a:ext>
            </a:extLst>
          </p:cNvPr>
          <p:cNvSpPr>
            <a:spLocks noGrp="1"/>
          </p:cNvSpPr>
          <p:nvPr>
            <p:ph type="dt" sz="half" idx="10"/>
          </p:nvPr>
        </p:nvSpPr>
        <p:spPr/>
        <p:txBody>
          <a:bodyPr/>
          <a:lstStyle>
            <a:lvl1pPr>
              <a:defRPr/>
            </a:lvl1pPr>
          </a:lstStyle>
          <a:p>
            <a:pPr>
              <a:defRPr/>
            </a:pPr>
            <a:fld id="{14F11A41-F1CC-4A2D-BEC5-954C45A58EE4}" type="datetime3">
              <a:rPr lang="en-US"/>
              <a:pPr>
                <a:defRPr/>
              </a:pPr>
              <a:t>2 December 2022</a:t>
            </a:fld>
            <a:endParaRPr/>
          </a:p>
        </p:txBody>
      </p:sp>
      <p:sp>
        <p:nvSpPr>
          <p:cNvPr id="3" name="Footer Placeholder 2">
            <a:extLst>
              <a:ext uri="{FF2B5EF4-FFF2-40B4-BE49-F238E27FC236}">
                <a16:creationId xmlns:a16="http://schemas.microsoft.com/office/drawing/2014/main" id="{841B570B-961B-4585-A2E3-6CCF46BA8E33}"/>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4" name="Slide Number Placeholder 3">
            <a:extLst>
              <a:ext uri="{FF2B5EF4-FFF2-40B4-BE49-F238E27FC236}">
                <a16:creationId xmlns:a16="http://schemas.microsoft.com/office/drawing/2014/main" id="{A5D4C2BB-F0A1-4598-9006-3237CD1C6478}"/>
              </a:ext>
            </a:extLst>
          </p:cNvPr>
          <p:cNvSpPr>
            <a:spLocks noGrp="1"/>
          </p:cNvSpPr>
          <p:nvPr>
            <p:ph type="sldNum" sz="quarter" idx="12"/>
          </p:nvPr>
        </p:nvSpPr>
        <p:spPr/>
        <p:txBody>
          <a:bodyPr/>
          <a:lstStyle>
            <a:lvl1pPr>
              <a:defRPr/>
            </a:lvl1pPr>
          </a:lstStyle>
          <a:p>
            <a:pPr>
              <a:defRPr/>
            </a:pPr>
            <a:fld id="{3B159404-096E-4491-BA35-272A35A35388}" type="slidenum">
              <a:rPr lang="en-US" altLang="en-US"/>
              <a:pPr>
                <a:defRPr/>
              </a:pPr>
              <a:t>‹#›</a:t>
            </a:fld>
            <a:endParaRPr lang="en-US" altLang="en-US"/>
          </a:p>
        </p:txBody>
      </p:sp>
    </p:spTree>
    <p:extLst>
      <p:ext uri="{BB962C8B-B14F-4D97-AF65-F5344CB8AC3E}">
        <p14:creationId xmlns:p14="http://schemas.microsoft.com/office/powerpoint/2010/main" val="407742718"/>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DD55E4A7-2CCF-48B4-8664-CBE27BC40E99}"/>
              </a:ext>
            </a:extLst>
          </p:cNvPr>
          <p:cNvSpPr>
            <a:spLocks noGrp="1"/>
          </p:cNvSpPr>
          <p:nvPr>
            <p:ph type="dt" sz="half" idx="10"/>
          </p:nvPr>
        </p:nvSpPr>
        <p:spPr/>
        <p:txBody>
          <a:bodyPr/>
          <a:lstStyle>
            <a:lvl1pPr>
              <a:defRPr/>
            </a:lvl1pPr>
          </a:lstStyle>
          <a:p>
            <a:pPr>
              <a:defRPr/>
            </a:pPr>
            <a:fld id="{C86D6241-EE3D-4F04-93EA-3FFC5ABFFD58}" type="datetime3">
              <a:rPr lang="en-US"/>
              <a:pPr>
                <a:defRPr/>
              </a:pPr>
              <a:t>2 December 2022</a:t>
            </a:fld>
            <a:endParaRPr/>
          </a:p>
        </p:txBody>
      </p:sp>
      <p:sp>
        <p:nvSpPr>
          <p:cNvPr id="6" name="Footer Placeholder 5">
            <a:extLst>
              <a:ext uri="{FF2B5EF4-FFF2-40B4-BE49-F238E27FC236}">
                <a16:creationId xmlns:a16="http://schemas.microsoft.com/office/drawing/2014/main" id="{21E2F328-8AE4-47FD-B78F-040A67662FB9}"/>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7" name="Slide Number Placeholder 6">
            <a:extLst>
              <a:ext uri="{FF2B5EF4-FFF2-40B4-BE49-F238E27FC236}">
                <a16:creationId xmlns:a16="http://schemas.microsoft.com/office/drawing/2014/main" id="{2031F0E9-2735-42E8-9704-CD54F3FB5180}"/>
              </a:ext>
            </a:extLst>
          </p:cNvPr>
          <p:cNvSpPr>
            <a:spLocks noGrp="1"/>
          </p:cNvSpPr>
          <p:nvPr>
            <p:ph type="sldNum" sz="quarter" idx="12"/>
          </p:nvPr>
        </p:nvSpPr>
        <p:spPr/>
        <p:txBody>
          <a:bodyPr/>
          <a:lstStyle>
            <a:lvl1pPr>
              <a:defRPr/>
            </a:lvl1pPr>
          </a:lstStyle>
          <a:p>
            <a:pPr>
              <a:defRPr/>
            </a:pPr>
            <a:fld id="{F0F48F88-AB0D-4E28-BB2D-84173CF44F1A}" type="slidenum">
              <a:rPr lang="en-US" altLang="en-US"/>
              <a:pPr>
                <a:defRPr/>
              </a:pPr>
              <a:t>‹#›</a:t>
            </a:fld>
            <a:endParaRPr lang="en-US" altLang="en-US"/>
          </a:p>
        </p:txBody>
      </p:sp>
    </p:spTree>
    <p:extLst>
      <p:ext uri="{BB962C8B-B14F-4D97-AF65-F5344CB8AC3E}">
        <p14:creationId xmlns:p14="http://schemas.microsoft.com/office/powerpoint/2010/main" val="2539192225"/>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Picture Placeholder 2"/>
          <p:cNvSpPr>
            <a:spLocks noGrp="1"/>
          </p:cNvSpPr>
          <p:nvPr>
            <p:ph type="pic" idx="1"/>
          </p:nvPr>
        </p:nvSpPr>
        <p:spPr>
          <a:xfrm>
            <a:off x="4654671" y="1600199"/>
            <a:ext cx="6430912" cy="4572001"/>
          </a:xfrm>
        </p:spPr>
        <p:txBody>
          <a:bodyPr tIns="1188720"/>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noProof="0"/>
          </a:p>
        </p:txBody>
      </p:sp>
      <p:sp>
        <p:nvSpPr>
          <p:cNvPr id="4" name="Text Placeholder 3"/>
          <p:cNvSpPr>
            <a:spLocks noGrp="1"/>
          </p:cNvSpPr>
          <p:nvPr>
            <p:ph type="body" sz="half" idx="2"/>
          </p:nvPr>
        </p:nvSpPr>
        <p:spPr>
          <a:xfrm>
            <a:off x="1104900" y="1600200"/>
            <a:ext cx="3396996"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1F9A7D6D-8CD0-423F-89F1-E8CCBCF75056}"/>
              </a:ext>
            </a:extLst>
          </p:cNvPr>
          <p:cNvSpPr>
            <a:spLocks noGrp="1"/>
          </p:cNvSpPr>
          <p:nvPr>
            <p:ph type="dt" sz="half" idx="10"/>
          </p:nvPr>
        </p:nvSpPr>
        <p:spPr/>
        <p:txBody>
          <a:bodyPr/>
          <a:lstStyle>
            <a:lvl1pPr>
              <a:defRPr/>
            </a:lvl1pPr>
          </a:lstStyle>
          <a:p>
            <a:pPr>
              <a:defRPr/>
            </a:pPr>
            <a:fld id="{9A479816-A954-46E8-9A64-7038120B9648}" type="datetime3">
              <a:rPr lang="en-US"/>
              <a:pPr>
                <a:defRPr/>
              </a:pPr>
              <a:t>2 December 2022</a:t>
            </a:fld>
            <a:endParaRPr/>
          </a:p>
        </p:txBody>
      </p:sp>
      <p:sp>
        <p:nvSpPr>
          <p:cNvPr id="6" name="Footer Placeholder 5">
            <a:extLst>
              <a:ext uri="{FF2B5EF4-FFF2-40B4-BE49-F238E27FC236}">
                <a16:creationId xmlns:a16="http://schemas.microsoft.com/office/drawing/2014/main" id="{C00F7802-3826-4E8D-9680-195B0D38F12E}"/>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7" name="Slide Number Placeholder 6">
            <a:extLst>
              <a:ext uri="{FF2B5EF4-FFF2-40B4-BE49-F238E27FC236}">
                <a16:creationId xmlns:a16="http://schemas.microsoft.com/office/drawing/2014/main" id="{D7114693-9997-4C27-8BFD-5FEB86FCA2BD}"/>
              </a:ext>
            </a:extLst>
          </p:cNvPr>
          <p:cNvSpPr>
            <a:spLocks noGrp="1"/>
          </p:cNvSpPr>
          <p:nvPr>
            <p:ph type="sldNum" sz="quarter" idx="12"/>
          </p:nvPr>
        </p:nvSpPr>
        <p:spPr/>
        <p:txBody>
          <a:bodyPr/>
          <a:lstStyle>
            <a:lvl1pPr>
              <a:defRPr/>
            </a:lvl1pPr>
          </a:lstStyle>
          <a:p>
            <a:pPr>
              <a:defRPr/>
            </a:pPr>
            <a:fld id="{90962BF3-8439-4B95-905A-9C90EFFF6F89}" type="slidenum">
              <a:rPr lang="en-US" altLang="en-US"/>
              <a:pPr>
                <a:defRPr/>
              </a:pPr>
              <a:t>‹#›</a:t>
            </a:fld>
            <a:endParaRPr lang="en-US" altLang="en-US"/>
          </a:p>
        </p:txBody>
      </p:sp>
    </p:spTree>
    <p:extLst>
      <p:ext uri="{BB962C8B-B14F-4D97-AF65-F5344CB8AC3E}">
        <p14:creationId xmlns:p14="http://schemas.microsoft.com/office/powerpoint/2010/main" val="1786495951"/>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0F2344A3-E107-42D0-AB53-5CCEDA7D6FF0}"/>
              </a:ext>
            </a:extLst>
          </p:cNvPr>
          <p:cNvSpPr>
            <a:spLocks noGrp="1"/>
          </p:cNvSpPr>
          <p:nvPr>
            <p:ph type="dt" sz="half" idx="10"/>
          </p:nvPr>
        </p:nvSpPr>
        <p:spPr/>
        <p:txBody>
          <a:bodyPr/>
          <a:lstStyle>
            <a:lvl1pPr>
              <a:defRPr/>
            </a:lvl1pPr>
          </a:lstStyle>
          <a:p>
            <a:pPr>
              <a:defRPr/>
            </a:pPr>
            <a:fld id="{4D9A9755-01A8-4DE9-B4FD-F0CF67D8B1A0}" type="datetime3">
              <a:rPr lang="en-US"/>
              <a:pPr>
                <a:defRPr/>
              </a:pPr>
              <a:t>2 December 2022</a:t>
            </a:fld>
            <a:endParaRPr/>
          </a:p>
        </p:txBody>
      </p:sp>
      <p:sp>
        <p:nvSpPr>
          <p:cNvPr id="5" name="Footer Placeholder 4">
            <a:extLst>
              <a:ext uri="{FF2B5EF4-FFF2-40B4-BE49-F238E27FC236}">
                <a16:creationId xmlns:a16="http://schemas.microsoft.com/office/drawing/2014/main" id="{8C648732-EA05-4983-8EC8-B77A2B43166D}"/>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6" name="Slide Number Placeholder 5">
            <a:extLst>
              <a:ext uri="{FF2B5EF4-FFF2-40B4-BE49-F238E27FC236}">
                <a16:creationId xmlns:a16="http://schemas.microsoft.com/office/drawing/2014/main" id="{B65F0F1D-A24C-40E5-B71F-F1D11960AF07}"/>
              </a:ext>
            </a:extLst>
          </p:cNvPr>
          <p:cNvSpPr>
            <a:spLocks noGrp="1"/>
          </p:cNvSpPr>
          <p:nvPr>
            <p:ph type="sldNum" sz="quarter" idx="12"/>
          </p:nvPr>
        </p:nvSpPr>
        <p:spPr/>
        <p:txBody>
          <a:bodyPr/>
          <a:lstStyle>
            <a:lvl1pPr>
              <a:defRPr/>
            </a:lvl1pPr>
          </a:lstStyle>
          <a:p>
            <a:pPr>
              <a:defRPr/>
            </a:pPr>
            <a:fld id="{1E0FE22C-3B47-4893-BA51-D75C9AD1BCF7}" type="slidenum">
              <a:rPr lang="en-US" altLang="en-US"/>
              <a:pPr>
                <a:defRPr/>
              </a:pPr>
              <a:t>‹#›</a:t>
            </a:fld>
            <a:endParaRPr lang="en-US" altLang="en-US"/>
          </a:p>
        </p:txBody>
      </p:sp>
    </p:spTree>
    <p:extLst>
      <p:ext uri="{BB962C8B-B14F-4D97-AF65-F5344CB8AC3E}">
        <p14:creationId xmlns:p14="http://schemas.microsoft.com/office/powerpoint/2010/main" val="222791070"/>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0A7B07DE-0811-43C2-997B-9AA2160082D8}"/>
              </a:ext>
            </a:extLst>
          </p:cNvPr>
          <p:cNvGrpSpPr>
            <a:grpSpLocks/>
          </p:cNvGrpSpPr>
          <p:nvPr/>
        </p:nvGrpSpPr>
        <p:grpSpPr bwMode="auto">
          <a:xfrm rot="5400000">
            <a:off x="6513513" y="3228975"/>
            <a:ext cx="5634038" cy="84137"/>
            <a:chOff x="1073150" y="1219201"/>
            <a:chExt cx="10058400" cy="63125"/>
          </a:xfrm>
        </p:grpSpPr>
        <p:cxnSp>
          <p:nvCxnSpPr>
            <p:cNvPr id="5" name="Straight Connector 4">
              <a:extLst>
                <a:ext uri="{FF2B5EF4-FFF2-40B4-BE49-F238E27FC236}">
                  <a16:creationId xmlns:a16="http://schemas.microsoft.com/office/drawing/2014/main" id="{05BA71C4-AADC-4C9A-884D-226C502BD47D}"/>
                </a:ext>
              </a:extLst>
            </p:cNvPr>
            <p:cNvCxnSpPr/>
            <p:nvPr/>
          </p:nvCxnSpPr>
          <p:spPr>
            <a:xfrm rot="10800000">
              <a:off x="1073151" y="1182279"/>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F9CCF8E-CE0C-47B3-BF62-703C15F2D5B5}"/>
                </a:ext>
              </a:extLst>
            </p:cNvPr>
            <p:cNvCxnSpPr/>
            <p:nvPr/>
          </p:nvCxnSpPr>
          <p:spPr>
            <a:xfrm rot="10800000">
              <a:off x="1073151" y="1245404"/>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3">
            <a:extLst>
              <a:ext uri="{FF2B5EF4-FFF2-40B4-BE49-F238E27FC236}">
                <a16:creationId xmlns:a16="http://schemas.microsoft.com/office/drawing/2014/main" id="{661B8067-D59F-466B-B88F-DEC97BEA50B9}"/>
              </a:ext>
            </a:extLst>
          </p:cNvPr>
          <p:cNvSpPr>
            <a:spLocks noGrp="1"/>
          </p:cNvSpPr>
          <p:nvPr>
            <p:ph type="dt" sz="half" idx="10"/>
          </p:nvPr>
        </p:nvSpPr>
        <p:spPr/>
        <p:txBody>
          <a:bodyPr/>
          <a:lstStyle>
            <a:lvl1pPr>
              <a:defRPr/>
            </a:lvl1pPr>
          </a:lstStyle>
          <a:p>
            <a:pPr>
              <a:defRPr/>
            </a:pPr>
            <a:fld id="{77D1AEC3-7964-448D-B584-6CCAED68F1EF}" type="datetime3">
              <a:rPr lang="en-US"/>
              <a:pPr>
                <a:defRPr/>
              </a:pPr>
              <a:t>2 December 2022</a:t>
            </a:fld>
            <a:endParaRPr/>
          </a:p>
        </p:txBody>
      </p:sp>
      <p:sp>
        <p:nvSpPr>
          <p:cNvPr id="8" name="Footer Placeholder 4">
            <a:extLst>
              <a:ext uri="{FF2B5EF4-FFF2-40B4-BE49-F238E27FC236}">
                <a16:creationId xmlns:a16="http://schemas.microsoft.com/office/drawing/2014/main" id="{188AB951-12E9-46C6-8648-184EE3291A29}"/>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9" name="Slide Number Placeholder 5">
            <a:extLst>
              <a:ext uri="{FF2B5EF4-FFF2-40B4-BE49-F238E27FC236}">
                <a16:creationId xmlns:a16="http://schemas.microsoft.com/office/drawing/2014/main" id="{BBE80738-D19C-4F5B-8F02-132799D3C576}"/>
              </a:ext>
            </a:extLst>
          </p:cNvPr>
          <p:cNvSpPr>
            <a:spLocks noGrp="1"/>
          </p:cNvSpPr>
          <p:nvPr>
            <p:ph type="sldNum" sz="quarter" idx="12"/>
          </p:nvPr>
        </p:nvSpPr>
        <p:spPr/>
        <p:txBody>
          <a:bodyPr/>
          <a:lstStyle>
            <a:lvl1pPr>
              <a:defRPr/>
            </a:lvl1pPr>
          </a:lstStyle>
          <a:p>
            <a:pPr>
              <a:defRPr/>
            </a:pPr>
            <a:fld id="{DE746FA2-23B9-49FB-B7B4-BE3D94D70C12}" type="slidenum">
              <a:rPr lang="en-US" altLang="en-US"/>
              <a:pPr>
                <a:defRPr/>
              </a:pPr>
              <a:t>‹#›</a:t>
            </a:fld>
            <a:endParaRPr lang="en-US" altLang="en-US"/>
          </a:p>
        </p:txBody>
      </p:sp>
    </p:spTree>
    <p:extLst>
      <p:ext uri="{BB962C8B-B14F-4D97-AF65-F5344CB8AC3E}">
        <p14:creationId xmlns:p14="http://schemas.microsoft.com/office/powerpoint/2010/main" val="2581461467"/>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DEC"/>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FDD0E12-3B3B-4427-86D4-05930BF8F7FC}"/>
              </a:ext>
            </a:extLst>
          </p:cNvPr>
          <p:cNvSpPr>
            <a:spLocks noGrp="1"/>
          </p:cNvSpPr>
          <p:nvPr>
            <p:ph type="title"/>
          </p:nvPr>
        </p:nvSpPr>
        <p:spPr bwMode="auto">
          <a:xfrm>
            <a:off x="1104900" y="76200"/>
            <a:ext cx="998061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p>
            <a:pPr lvl="0"/>
            <a:r>
              <a:rPr lang="en-US" altLang="en-US"/>
              <a:t>Click to edit Master title style</a:t>
            </a:r>
          </a:p>
        </p:txBody>
      </p:sp>
      <p:sp>
        <p:nvSpPr>
          <p:cNvPr id="3" name="Text Placeholder 2">
            <a:extLst>
              <a:ext uri="{FF2B5EF4-FFF2-40B4-BE49-F238E27FC236}">
                <a16:creationId xmlns:a16="http://schemas.microsoft.com/office/drawing/2014/main" id="{CCC1FECC-5E5F-475D-B1A0-3D165342FA77}"/>
              </a:ext>
            </a:extLst>
          </p:cNvPr>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a:extLst>
              <a:ext uri="{FF2B5EF4-FFF2-40B4-BE49-F238E27FC236}">
                <a16:creationId xmlns:a16="http://schemas.microsoft.com/office/drawing/2014/main" id="{5BDFD10A-71BF-471A-A726-5FB0E87BAE10}"/>
              </a:ext>
            </a:extLst>
          </p:cNvPr>
          <p:cNvSpPr>
            <a:spLocks noGrp="1"/>
          </p:cNvSpPr>
          <p:nvPr>
            <p:ph type="dt" sz="half" idx="2"/>
          </p:nvPr>
        </p:nvSpPr>
        <p:spPr>
          <a:xfrm>
            <a:off x="1104900" y="6356350"/>
            <a:ext cx="1828800" cy="365125"/>
          </a:xfrm>
          <a:prstGeom prst="rect">
            <a:avLst/>
          </a:prstGeom>
        </p:spPr>
        <p:txBody>
          <a:bodyPr vert="horz" lIns="0" tIns="45720" rIns="0" bIns="45720" rtlCol="0" anchor="ctr"/>
          <a:lstStyle>
            <a:lvl1pPr algn="l" eaLnBrk="1" fontAlgn="auto" hangingPunct="1">
              <a:spcBef>
                <a:spcPts val="0"/>
              </a:spcBef>
              <a:spcAft>
                <a:spcPts val="0"/>
              </a:spcAft>
              <a:defRPr sz="1200">
                <a:solidFill>
                  <a:schemeClr val="tx1">
                    <a:lumMod val="75000"/>
                  </a:schemeClr>
                </a:solidFill>
                <a:latin typeface="+mn-lt"/>
                <a:cs typeface="+mn-cs"/>
              </a:defRPr>
            </a:lvl1pPr>
          </a:lstStyle>
          <a:p>
            <a:pPr>
              <a:defRPr/>
            </a:pPr>
            <a:fld id="{F34743DD-0EFA-4CAE-8EA8-AF7FA9E3A53E}" type="datetime3">
              <a:rPr lang="en-US"/>
              <a:pPr>
                <a:defRPr/>
              </a:pPr>
              <a:t>2 December 2022</a:t>
            </a:fld>
            <a:endParaRPr lang="en-US"/>
          </a:p>
        </p:txBody>
      </p:sp>
      <p:sp>
        <p:nvSpPr>
          <p:cNvPr id="5" name="Footer Placeholder 4">
            <a:extLst>
              <a:ext uri="{FF2B5EF4-FFF2-40B4-BE49-F238E27FC236}">
                <a16:creationId xmlns:a16="http://schemas.microsoft.com/office/drawing/2014/main" id="{842BFB65-29CC-4CE3-9A56-9032730661C7}"/>
              </a:ext>
            </a:extLst>
          </p:cNvPr>
          <p:cNvSpPr>
            <a:spLocks noGrp="1"/>
          </p:cNvSpPr>
          <p:nvPr>
            <p:ph type="ftr" sz="quarter" idx="3"/>
          </p:nvPr>
        </p:nvSpPr>
        <p:spPr>
          <a:xfrm>
            <a:off x="2933700" y="6356350"/>
            <a:ext cx="6324600" cy="365125"/>
          </a:xfrm>
          <a:prstGeom prst="rect">
            <a:avLst/>
          </a:prstGeom>
        </p:spPr>
        <p:txBody>
          <a:bodyPr vert="horz" lIns="0" tIns="45720" rIns="0" bIns="45720" rtlCol="0" anchor="ctr"/>
          <a:lstStyle>
            <a:lvl1pPr algn="ctr" eaLnBrk="1" fontAlgn="auto" hangingPunct="1">
              <a:spcBef>
                <a:spcPts val="0"/>
              </a:spcBef>
              <a:spcAft>
                <a:spcPts val="0"/>
              </a:spcAft>
              <a:defRPr sz="1200">
                <a:solidFill>
                  <a:schemeClr val="tx1">
                    <a:lumMod val="75000"/>
                  </a:schemeClr>
                </a:solidFill>
                <a:latin typeface="+mn-lt"/>
                <a:cs typeface="+mn-cs"/>
              </a:defRPr>
            </a:lvl1pPr>
          </a:lstStyle>
          <a:p>
            <a:pPr>
              <a:defRPr/>
            </a:pPr>
            <a:r>
              <a:rPr lang="en-US"/>
              <a:t>QUANTITATIVE APTITUDE &amp; REASONING DIVISION</a:t>
            </a:r>
          </a:p>
        </p:txBody>
      </p:sp>
      <p:sp>
        <p:nvSpPr>
          <p:cNvPr id="6" name="Slide Number Placeholder 5">
            <a:extLst>
              <a:ext uri="{FF2B5EF4-FFF2-40B4-BE49-F238E27FC236}">
                <a16:creationId xmlns:a16="http://schemas.microsoft.com/office/drawing/2014/main" id="{DA1B6992-6FA0-4047-9A2C-4BF6838B212C}"/>
              </a:ext>
            </a:extLst>
          </p:cNvPr>
          <p:cNvSpPr>
            <a:spLocks noGrp="1"/>
          </p:cNvSpPr>
          <p:nvPr>
            <p:ph type="sldNum" sz="quarter" idx="4"/>
          </p:nvPr>
        </p:nvSpPr>
        <p:spPr>
          <a:xfrm>
            <a:off x="9256713" y="6356350"/>
            <a:ext cx="1828800" cy="365125"/>
          </a:xfrm>
          <a:prstGeom prst="rect">
            <a:avLst/>
          </a:prstGeom>
        </p:spPr>
        <p:txBody>
          <a:bodyPr vert="horz" wrap="square" lIns="0" tIns="45720" rIns="0" bIns="45720" numCol="1" anchor="ctr" anchorCtr="0" compatLnSpc="1">
            <a:prstTxWarp prst="textNoShape">
              <a:avLst/>
            </a:prstTxWarp>
          </a:bodyPr>
          <a:lstStyle>
            <a:lvl1pPr algn="r" eaLnBrk="1" hangingPunct="1">
              <a:defRPr sz="1200">
                <a:solidFill>
                  <a:srgbClr val="3D3632"/>
                </a:solidFill>
                <a:latin typeface="Euphemia" panose="020F0502020204030204" pitchFamily="34" charset="0"/>
              </a:defRPr>
            </a:lvl1pPr>
          </a:lstStyle>
          <a:p>
            <a:pPr>
              <a:defRPr/>
            </a:pPr>
            <a:fld id="{E750FCB8-1CA0-4F9E-B9AB-FCCE0967CCFB}" type="slidenum">
              <a:rPr lang="en-US" altLang="en-US"/>
              <a:pPr>
                <a:defRPr/>
              </a:pPr>
              <a:t>‹#›</a:t>
            </a:fld>
            <a:endParaRPr lang="en-US" altLang="en-US"/>
          </a:p>
        </p:txBody>
      </p:sp>
      <p:grpSp>
        <p:nvGrpSpPr>
          <p:cNvPr id="1031" name="Group 14">
            <a:extLst>
              <a:ext uri="{FF2B5EF4-FFF2-40B4-BE49-F238E27FC236}">
                <a16:creationId xmlns:a16="http://schemas.microsoft.com/office/drawing/2014/main" id="{E76E5BAC-AF97-4D00-8E2B-5C89932EE42F}"/>
              </a:ext>
            </a:extLst>
          </p:cNvPr>
          <p:cNvGrpSpPr>
            <a:grpSpLocks/>
          </p:cNvGrpSpPr>
          <p:nvPr/>
        </p:nvGrpSpPr>
        <p:grpSpPr bwMode="auto">
          <a:xfrm>
            <a:off x="1103313" y="1219200"/>
            <a:ext cx="9985375" cy="84138"/>
            <a:chOff x="1073150" y="1219201"/>
            <a:chExt cx="10058400" cy="63125"/>
          </a:xfrm>
        </p:grpSpPr>
        <p:cxnSp>
          <p:nvCxnSpPr>
            <p:cNvPr id="13" name="Straight Connector 12">
              <a:extLst>
                <a:ext uri="{FF2B5EF4-FFF2-40B4-BE49-F238E27FC236}">
                  <a16:creationId xmlns:a16="http://schemas.microsoft.com/office/drawing/2014/main" id="{E6104917-B99A-4EE3-8620-7CF2612B2A69}"/>
                </a:ext>
              </a:extLst>
            </p:cNvPr>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2FC5ACC-9F36-4B14-9041-63FDCB083B4D}"/>
                </a:ext>
              </a:extLst>
            </p:cNvPr>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527246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spd="med">
    <p:fade/>
  </p:transition>
  <p:hf hdr="0"/>
  <p:txStyles>
    <p:title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p:titleStyle>
    <p:bodyStyle>
      <a:lvl1pPr marL="228600" indent="-228600" algn="l" rtl="0" eaLnBrk="0" fontAlgn="base" hangingPunct="0">
        <a:lnSpc>
          <a:spcPct val="90000"/>
        </a:lnSpc>
        <a:spcBef>
          <a:spcPts val="1800"/>
        </a:spcBef>
        <a:spcAft>
          <a:spcPct val="0"/>
        </a:spcAft>
        <a:buFont typeface="Wingdings" panose="05000000000000000000" pitchFamily="2" charset="2"/>
        <a:buChar char="§"/>
        <a:defRPr sz="2000" kern="1200">
          <a:solidFill>
            <a:schemeClr val="tx1"/>
          </a:solidFill>
          <a:latin typeface="+mn-lt"/>
          <a:ea typeface="+mn-ea"/>
          <a:cs typeface="+mn-cs"/>
        </a:defRPr>
      </a:lvl1pPr>
      <a:lvl2pPr marL="685800" indent="-228600" algn="l" rtl="0" eaLnBrk="0" fontAlgn="base" hangingPunct="0">
        <a:lnSpc>
          <a:spcPct val="90000"/>
        </a:lnSpc>
        <a:spcBef>
          <a:spcPts val="600"/>
        </a:spcBef>
        <a:spcAft>
          <a:spcPct val="0"/>
        </a:spcAft>
        <a:buFont typeface="Wingdings" panose="05000000000000000000" pitchFamily="2" charset="2"/>
        <a:buChar char="§"/>
        <a:defRPr sz="1600" kern="1200">
          <a:solidFill>
            <a:schemeClr val="tx1"/>
          </a:solidFill>
          <a:latin typeface="+mn-lt"/>
          <a:ea typeface="+mn-ea"/>
          <a:cs typeface="+mn-cs"/>
        </a:defRPr>
      </a:lvl2pPr>
      <a:lvl3pPr marL="11430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3pPr>
      <a:lvl4pPr marL="16002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4pPr>
      <a:lvl5pPr marL="20574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www.thebluediamondgallery.com/wooden-tile/t/thank-you.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7D222C7-5698-4F27-88E8-18558CD0D271}"/>
              </a:ext>
            </a:extLst>
          </p:cNvPr>
          <p:cNvSpPr>
            <a:spLocks noGrp="1"/>
          </p:cNvSpPr>
          <p:nvPr>
            <p:ph type="ctrTitle"/>
          </p:nvPr>
        </p:nvSpPr>
        <p:spPr>
          <a:xfrm>
            <a:off x="444500" y="2546350"/>
            <a:ext cx="6302375" cy="2219325"/>
          </a:xfrm>
        </p:spPr>
        <p:txBody>
          <a:bodyPr rtlCol="0">
            <a:normAutofit fontScale="90000"/>
          </a:bodyPr>
          <a:lstStyle/>
          <a:p>
            <a:pPr algn="ctr" eaLnBrk="1" fontAlgn="auto" hangingPunct="1">
              <a:spcAft>
                <a:spcPts val="0"/>
              </a:spcAft>
              <a:defRPr/>
            </a:pPr>
            <a:r>
              <a:rPr lang="en-US" b="1" i="1" dirty="0">
                <a:solidFill>
                  <a:schemeClr val="tx2"/>
                </a:solidFill>
                <a:latin typeface="Cambria" pitchFamily="18" charset="0"/>
              </a:rPr>
              <a:t>Welcome</a:t>
            </a:r>
            <a:br>
              <a:rPr lang="en-US" b="1" i="1" dirty="0">
                <a:solidFill>
                  <a:schemeClr val="tx2"/>
                </a:solidFill>
                <a:latin typeface="Cambria" pitchFamily="18" charset="0"/>
              </a:rPr>
            </a:br>
            <a:r>
              <a:rPr lang="en-US" b="1" i="1" dirty="0">
                <a:solidFill>
                  <a:schemeClr val="tx2"/>
                </a:solidFill>
                <a:latin typeface="Cambria" pitchFamily="18" charset="0"/>
              </a:rPr>
              <a:t>TO</a:t>
            </a:r>
            <a:br>
              <a:rPr lang="en-US" b="1" i="1" dirty="0">
                <a:solidFill>
                  <a:schemeClr val="tx2"/>
                </a:solidFill>
                <a:latin typeface="Cambria" pitchFamily="18" charset="0"/>
              </a:rPr>
            </a:br>
            <a:r>
              <a:rPr lang="en-US" b="1" i="1" dirty="0">
                <a:solidFill>
                  <a:schemeClr val="tx2"/>
                </a:solidFill>
                <a:latin typeface="Cambria" pitchFamily="18" charset="0"/>
              </a:rPr>
              <a:t>QUANTITATIVE APTITUDE </a:t>
            </a:r>
            <a:br>
              <a:rPr lang="en-US" b="1" i="1" dirty="0">
                <a:solidFill>
                  <a:schemeClr val="tx2"/>
                </a:solidFill>
                <a:latin typeface="Cambria" pitchFamily="18" charset="0"/>
              </a:rPr>
            </a:br>
            <a:r>
              <a:rPr lang="en-US" b="1" i="1" dirty="0">
                <a:solidFill>
                  <a:schemeClr val="tx2"/>
                </a:solidFill>
                <a:latin typeface="Cambria" pitchFamily="18" charset="0"/>
              </a:rPr>
              <a:t>&amp;</a:t>
            </a:r>
            <a:br>
              <a:rPr lang="en-US" b="1" i="1" dirty="0">
                <a:solidFill>
                  <a:schemeClr val="tx2"/>
                </a:solidFill>
                <a:latin typeface="Cambria" pitchFamily="18" charset="0"/>
              </a:rPr>
            </a:br>
            <a:r>
              <a:rPr lang="en-US" b="1" i="1" dirty="0">
                <a:solidFill>
                  <a:schemeClr val="tx2"/>
                </a:solidFill>
                <a:latin typeface="Cambria" pitchFamily="18" charset="0"/>
              </a:rPr>
              <a:t>REASONING DIVISION</a:t>
            </a:r>
            <a:endParaRPr lang="en-US" b="1" i="1" dirty="0">
              <a:solidFill>
                <a:schemeClr val="tx2"/>
              </a:solidFill>
            </a:endParaRPr>
          </a:p>
        </p:txBody>
      </p:sp>
      <p:pic>
        <p:nvPicPr>
          <p:cNvPr id="16387" name="Picture 2" descr="KL Deemed to be University Logo">
            <a:extLst>
              <a:ext uri="{FF2B5EF4-FFF2-40B4-BE49-F238E27FC236}">
                <a16:creationId xmlns:a16="http://schemas.microsoft.com/office/drawing/2014/main" id="{528013E8-2F67-4B48-B6EE-D3D8D79CDB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9438" y="26988"/>
            <a:ext cx="357663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Placeholder 8">
            <a:extLst>
              <a:ext uri="{FF2B5EF4-FFF2-40B4-BE49-F238E27FC236}">
                <a16:creationId xmlns:a16="http://schemas.microsoft.com/office/drawing/2014/main" id="{F4EFE1C5-C928-4AAC-9EEF-C98BD6CE3A51}"/>
              </a:ext>
            </a:extLst>
          </p:cNvPr>
          <p:cNvPicPr>
            <a:picLocks noGrp="1" noChangeAspect="1" noChangeArrowheads="1"/>
          </p:cNvPicPr>
          <p:nvPr>
            <p:ph type="pic" sz="quarter" idx="13"/>
          </p:nvPr>
        </p:nvPicPr>
        <p:blipFill>
          <a:blip r:embed="rId4"/>
          <a:srcRect l="8724" r="8724"/>
          <a:stretch/>
        </p:blipFill>
        <p:spPr bwMode="auto">
          <a:xfrm>
            <a:off x="6999288" y="1320800"/>
            <a:ext cx="5210175" cy="4254500"/>
          </a:xfrm>
        </p:spPr>
      </p:pic>
      <p:sp>
        <p:nvSpPr>
          <p:cNvPr id="2" name="TextBox 1">
            <a:extLst>
              <a:ext uri="{FF2B5EF4-FFF2-40B4-BE49-F238E27FC236}">
                <a16:creationId xmlns:a16="http://schemas.microsoft.com/office/drawing/2014/main" id="{E6CFA256-DE35-42CA-AC14-39FC6EC3EEC2}"/>
              </a:ext>
            </a:extLst>
          </p:cNvPr>
          <p:cNvSpPr txBox="1"/>
          <p:nvPr/>
        </p:nvSpPr>
        <p:spPr>
          <a:xfrm rot="20025114">
            <a:off x="8187393" y="4624759"/>
            <a:ext cx="1047672" cy="400110"/>
          </a:xfrm>
          <a:prstGeom prst="rect">
            <a:avLst/>
          </a:prstGeom>
          <a:noFill/>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514843"/>
                </a:solidFill>
                <a:effectLst/>
                <a:highlight>
                  <a:srgbClr val="C0C0C0"/>
                </a:highlight>
                <a:uLnTx/>
                <a:uFillTx/>
                <a:latin typeface="Arial" panose="020B0604020202020204" pitchFamily="34" charset="0"/>
                <a:ea typeface="+mn-ea"/>
                <a:cs typeface="Arial" panose="020B0604020202020204" pitchFamily="34" charset="0"/>
              </a:rPr>
              <a:t>QUANT &amp;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514843"/>
                </a:solidFill>
                <a:effectLst/>
                <a:highlight>
                  <a:srgbClr val="C0C0C0"/>
                </a:highlight>
                <a:uLnTx/>
                <a:uFillTx/>
                <a:latin typeface="Arial" panose="020B0604020202020204" pitchFamily="34" charset="0"/>
                <a:ea typeface="+mn-ea"/>
                <a:cs typeface="Arial" panose="020B0604020202020204" pitchFamily="34" charset="0"/>
              </a:rPr>
              <a:t>REASONING</a:t>
            </a:r>
            <a:endParaRPr kumimoji="0" lang="en-IN" sz="1000" b="0" i="0" u="none" strike="noStrike" kern="1200" cap="none" spc="0" normalizeH="0" baseline="0" noProof="0" dirty="0">
              <a:ln>
                <a:noFill/>
              </a:ln>
              <a:solidFill>
                <a:srgbClr val="514843"/>
              </a:solidFill>
              <a:effectLst/>
              <a:highlight>
                <a:srgbClr val="C0C0C0"/>
              </a:highlight>
              <a:uLnTx/>
              <a:uFillTx/>
              <a:latin typeface="Arial" panose="020B0604020202020204" pitchFamily="34" charset="0"/>
              <a:ea typeface="+mn-ea"/>
              <a:cs typeface="Arial" panose="020B0604020202020204" pitchFamily="34" charset="0"/>
            </a:endParaRPr>
          </a:p>
        </p:txBody>
      </p:sp>
      <p:sp>
        <p:nvSpPr>
          <p:cNvPr id="16390" name="TextBox 2">
            <a:extLst>
              <a:ext uri="{FF2B5EF4-FFF2-40B4-BE49-F238E27FC236}">
                <a16:creationId xmlns:a16="http://schemas.microsoft.com/office/drawing/2014/main" id="{E683A80B-CE62-419D-AE78-926254A7F94F}"/>
              </a:ext>
            </a:extLst>
          </p:cNvPr>
          <p:cNvSpPr txBox="1">
            <a:spLocks noChangeArrowheads="1"/>
          </p:cNvSpPr>
          <p:nvPr/>
        </p:nvSpPr>
        <p:spPr bwMode="auto">
          <a:xfrm>
            <a:off x="10280650" y="731838"/>
            <a:ext cx="20145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altLang="en-US" sz="2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university</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47" name="Rectangle 74">
            <a:extLst>
              <a:ext uri="{FF2B5EF4-FFF2-40B4-BE49-F238E27FC236}">
                <a16:creationId xmlns:a16="http://schemas.microsoft.com/office/drawing/2014/main" id="{7ADD6C35-4B10-4BFC-BAD6-56B49A790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uphemia"/>
              <a:ea typeface="+mn-ea"/>
              <a:cs typeface="+mn-cs"/>
            </a:endParaRPr>
          </a:p>
        </p:txBody>
      </p:sp>
      <p:sp>
        <p:nvSpPr>
          <p:cNvPr id="18434" name="Title 1">
            <a:extLst>
              <a:ext uri="{FF2B5EF4-FFF2-40B4-BE49-F238E27FC236}">
                <a16:creationId xmlns:a16="http://schemas.microsoft.com/office/drawing/2014/main" id="{FF08F77D-38EA-48F0-9B62-0A08170D0E6A}"/>
              </a:ext>
            </a:extLst>
          </p:cNvPr>
          <p:cNvSpPr>
            <a:spLocks noGrp="1"/>
          </p:cNvSpPr>
          <p:nvPr>
            <p:ph type="title"/>
          </p:nvPr>
        </p:nvSpPr>
        <p:spPr>
          <a:xfrm>
            <a:off x="804672" y="3777859"/>
            <a:ext cx="7048948" cy="977021"/>
          </a:xfrm>
        </p:spPr>
        <p:txBody>
          <a:bodyPr vert="horz" lIns="91440" tIns="45720" rIns="91440" bIns="45720" rtlCol="0" anchor="t">
            <a:normAutofit/>
          </a:bodyPr>
          <a:lstStyle/>
          <a:p>
            <a:pPr eaLnBrk="1" hangingPunct="1"/>
            <a:r>
              <a:rPr lang="en-US" altLang="en-US" sz="4000" dirty="0">
                <a:solidFill>
                  <a:schemeClr val="tx2"/>
                </a:solidFill>
              </a:rPr>
              <a:t>SIMPLE EQUATIONS &amp; AGES</a:t>
            </a:r>
          </a:p>
        </p:txBody>
      </p:sp>
      <p:grpSp>
        <p:nvGrpSpPr>
          <p:cNvPr id="18448" name="Group 76">
            <a:extLst>
              <a:ext uri="{FF2B5EF4-FFF2-40B4-BE49-F238E27FC236}">
                <a16:creationId xmlns:a16="http://schemas.microsoft.com/office/drawing/2014/main" id="{32AFDD1C-2418-460A-B0D3-EEF55EC823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66957" y="2290257"/>
            <a:ext cx="5324737" cy="4559213"/>
            <a:chOff x="6852124" y="2290257"/>
            <a:chExt cx="5330118" cy="4559213"/>
          </a:xfrm>
        </p:grpSpPr>
        <p:sp>
          <p:nvSpPr>
            <p:cNvPr id="18449" name="Freeform: Shape 77">
              <a:extLst>
                <a:ext uri="{FF2B5EF4-FFF2-40B4-BE49-F238E27FC236}">
                  <a16:creationId xmlns:a16="http://schemas.microsoft.com/office/drawing/2014/main" id="{AF1D9B44-43EB-4833-B924-356EBE6D25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52124" y="2290257"/>
              <a:ext cx="5330118" cy="4559213"/>
            </a:xfrm>
            <a:custGeom>
              <a:avLst/>
              <a:gdLst>
                <a:gd name="connsiteX0" fmla="*/ 3444904 w 5330118"/>
                <a:gd name="connsiteY0" fmla="*/ 220 h 4559213"/>
                <a:gd name="connsiteX1" fmla="*/ 3769380 w 5330118"/>
                <a:gd name="connsiteY1" fmla="*/ 20786 h 4559213"/>
                <a:gd name="connsiteX2" fmla="*/ 4399652 w 5330118"/>
                <a:gd name="connsiteY2" fmla="*/ 157746 h 4559213"/>
                <a:gd name="connsiteX3" fmla="*/ 4978946 w 5330118"/>
                <a:gd name="connsiteY3" fmla="*/ 421156 h 4559213"/>
                <a:gd name="connsiteX4" fmla="*/ 5239909 w 5330118"/>
                <a:gd name="connsiteY4" fmla="*/ 596177 h 4559213"/>
                <a:gd name="connsiteX5" fmla="*/ 5330118 w 5330118"/>
                <a:gd name="connsiteY5" fmla="*/ 672101 h 4559213"/>
                <a:gd name="connsiteX6" fmla="*/ 5330118 w 5330118"/>
                <a:gd name="connsiteY6" fmla="*/ 817108 h 4559213"/>
                <a:gd name="connsiteX7" fmla="*/ 5165156 w 5330118"/>
                <a:gd name="connsiteY7" fmla="*/ 689392 h 4559213"/>
                <a:gd name="connsiteX8" fmla="*/ 4907074 w 5330118"/>
                <a:gd name="connsiteY8" fmla="*/ 537310 h 4559213"/>
                <a:gd name="connsiteX9" fmla="*/ 4344130 w 5330118"/>
                <a:gd name="connsiteY9" fmla="*/ 331280 h 4559213"/>
                <a:gd name="connsiteX10" fmla="*/ 3749396 w 5330118"/>
                <a:gd name="connsiteY10" fmla="*/ 251913 h 4559213"/>
                <a:gd name="connsiteX11" fmla="*/ 3153752 w 5330118"/>
                <a:gd name="connsiteY11" fmla="*/ 282158 h 4559213"/>
                <a:gd name="connsiteX12" fmla="*/ 2861381 w 5330118"/>
                <a:gd name="connsiteY12" fmla="*/ 336106 h 4559213"/>
                <a:gd name="connsiteX13" fmla="*/ 2574686 w 5330118"/>
                <a:gd name="connsiteY13" fmla="*/ 413220 h 4559213"/>
                <a:gd name="connsiteX14" fmla="*/ 2294918 w 5330118"/>
                <a:gd name="connsiteY14" fmla="*/ 511569 h 4559213"/>
                <a:gd name="connsiteX15" fmla="*/ 2023438 w 5330118"/>
                <a:gd name="connsiteY15" fmla="*/ 630404 h 4559213"/>
                <a:gd name="connsiteX16" fmla="*/ 1508751 w 5330118"/>
                <a:gd name="connsiteY16" fmla="*/ 922342 h 4559213"/>
                <a:gd name="connsiteX17" fmla="*/ 1387034 w 5330118"/>
                <a:gd name="connsiteY17" fmla="*/ 1006427 h 4559213"/>
                <a:gd name="connsiteX18" fmla="*/ 1327197 w 5330118"/>
                <a:gd name="connsiteY18" fmla="*/ 1049865 h 4559213"/>
                <a:gd name="connsiteX19" fmla="*/ 1268155 w 5330118"/>
                <a:gd name="connsiteY19" fmla="*/ 1094374 h 4559213"/>
                <a:gd name="connsiteX20" fmla="*/ 1040389 w 5330118"/>
                <a:gd name="connsiteY20" fmla="*/ 1283245 h 4559213"/>
                <a:gd name="connsiteX21" fmla="*/ 633794 w 5330118"/>
                <a:gd name="connsiteY21" fmla="*/ 1711714 h 4559213"/>
                <a:gd name="connsiteX22" fmla="*/ 460415 w 5330118"/>
                <a:gd name="connsiteY22" fmla="*/ 1950670 h 4559213"/>
                <a:gd name="connsiteX23" fmla="*/ 312810 w 5330118"/>
                <a:gd name="connsiteY23" fmla="*/ 2205715 h 4559213"/>
                <a:gd name="connsiteX24" fmla="*/ 280110 w 5330118"/>
                <a:gd name="connsiteY24" fmla="*/ 2271675 h 4559213"/>
                <a:gd name="connsiteX25" fmla="*/ 264214 w 5330118"/>
                <a:gd name="connsiteY25" fmla="*/ 2304923 h 4559213"/>
                <a:gd name="connsiteX26" fmla="*/ 249113 w 5330118"/>
                <a:gd name="connsiteY26" fmla="*/ 2338492 h 4559213"/>
                <a:gd name="connsiteX27" fmla="*/ 220272 w 5330118"/>
                <a:gd name="connsiteY27" fmla="*/ 2406168 h 4559213"/>
                <a:gd name="connsiteX28" fmla="*/ 193250 w 5330118"/>
                <a:gd name="connsiteY28" fmla="*/ 2474595 h 4559213"/>
                <a:gd name="connsiteX29" fmla="*/ 105368 w 5330118"/>
                <a:gd name="connsiteY29" fmla="*/ 2754843 h 4559213"/>
                <a:gd name="connsiteX30" fmla="*/ 34063 w 5330118"/>
                <a:gd name="connsiteY30" fmla="*/ 3335503 h 4559213"/>
                <a:gd name="connsiteX31" fmla="*/ 64038 w 5330118"/>
                <a:gd name="connsiteY31" fmla="*/ 3625404 h 4559213"/>
                <a:gd name="connsiteX32" fmla="*/ 155554 w 5330118"/>
                <a:gd name="connsiteY32" fmla="*/ 3902649 h 4559213"/>
                <a:gd name="connsiteX33" fmla="*/ 187118 w 5330118"/>
                <a:gd name="connsiteY33" fmla="*/ 3968931 h 4559213"/>
                <a:gd name="connsiteX34" fmla="*/ 222202 w 5330118"/>
                <a:gd name="connsiteY34" fmla="*/ 4033711 h 4559213"/>
                <a:gd name="connsiteX35" fmla="*/ 299980 w 5330118"/>
                <a:gd name="connsiteY35" fmla="*/ 4159303 h 4559213"/>
                <a:gd name="connsiteX36" fmla="*/ 385818 w 5330118"/>
                <a:gd name="connsiteY36" fmla="*/ 4280604 h 4559213"/>
                <a:gd name="connsiteX37" fmla="*/ 477786 w 5330118"/>
                <a:gd name="connsiteY37" fmla="*/ 4398474 h 4559213"/>
                <a:gd name="connsiteX38" fmla="*/ 609756 w 5330118"/>
                <a:gd name="connsiteY38" fmla="*/ 4559213 h 4559213"/>
                <a:gd name="connsiteX39" fmla="*/ 480825 w 5330118"/>
                <a:gd name="connsiteY39" fmla="*/ 4559213 h 4559213"/>
                <a:gd name="connsiteX40" fmla="*/ 404211 w 5330118"/>
                <a:gd name="connsiteY40" fmla="*/ 4446629 h 4559213"/>
                <a:gd name="connsiteX41" fmla="*/ 321439 w 5330118"/>
                <a:gd name="connsiteY41" fmla="*/ 4320180 h 4559213"/>
                <a:gd name="connsiteX42" fmla="*/ 242640 w 5330118"/>
                <a:gd name="connsiteY42" fmla="*/ 4190941 h 4559213"/>
                <a:gd name="connsiteX43" fmla="*/ 109909 w 5330118"/>
                <a:gd name="connsiteY43" fmla="*/ 3919809 h 4559213"/>
                <a:gd name="connsiteX44" fmla="*/ 26229 w 5330118"/>
                <a:gd name="connsiteY44" fmla="*/ 3632054 h 4559213"/>
                <a:gd name="connsiteX45" fmla="*/ 0 w 5330118"/>
                <a:gd name="connsiteY45" fmla="*/ 3335503 h 4559213"/>
                <a:gd name="connsiteX46" fmla="*/ 234352 w 5330118"/>
                <a:gd name="connsiteY46" fmla="*/ 2173647 h 4559213"/>
                <a:gd name="connsiteX47" fmla="*/ 360384 w 5330118"/>
                <a:gd name="connsiteY47" fmla="*/ 1898869 h 4559213"/>
                <a:gd name="connsiteX48" fmla="*/ 511282 w 5330118"/>
                <a:gd name="connsiteY48" fmla="*/ 1634172 h 4559213"/>
                <a:gd name="connsiteX49" fmla="*/ 884381 w 5330118"/>
                <a:gd name="connsiteY49" fmla="*/ 1143281 h 4559213"/>
                <a:gd name="connsiteX50" fmla="*/ 1104768 w 5330118"/>
                <a:gd name="connsiteY50" fmla="*/ 921806 h 4559213"/>
                <a:gd name="connsiteX51" fmla="*/ 1163128 w 5330118"/>
                <a:gd name="connsiteY51" fmla="*/ 869254 h 4559213"/>
                <a:gd name="connsiteX52" fmla="*/ 1222624 w 5330118"/>
                <a:gd name="connsiteY52" fmla="*/ 817773 h 4559213"/>
                <a:gd name="connsiteX53" fmla="*/ 1345591 w 5330118"/>
                <a:gd name="connsiteY53" fmla="*/ 718886 h 4559213"/>
                <a:gd name="connsiteX54" fmla="*/ 1883100 w 5330118"/>
                <a:gd name="connsiteY54" fmla="*/ 378362 h 4559213"/>
                <a:gd name="connsiteX55" fmla="*/ 3118895 w 5330118"/>
                <a:gd name="connsiteY55" fmla="*/ 13600 h 4559213"/>
                <a:gd name="connsiteX56" fmla="*/ 3444904 w 5330118"/>
                <a:gd name="connsiteY56" fmla="*/ 220 h 4559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330118" h="4559213">
                  <a:moveTo>
                    <a:pt x="3444904" y="220"/>
                  </a:moveTo>
                  <a:cubicBezTo>
                    <a:pt x="3553706" y="1507"/>
                    <a:pt x="3662253" y="8452"/>
                    <a:pt x="3769380" y="20786"/>
                  </a:cubicBezTo>
                  <a:cubicBezTo>
                    <a:pt x="3983974" y="45668"/>
                    <a:pt x="4196072" y="90499"/>
                    <a:pt x="4399652" y="157746"/>
                  </a:cubicBezTo>
                  <a:cubicBezTo>
                    <a:pt x="4603235" y="224778"/>
                    <a:pt x="4797732" y="313798"/>
                    <a:pt x="4978946" y="421156"/>
                  </a:cubicBezTo>
                  <a:cubicBezTo>
                    <a:pt x="5069496" y="474943"/>
                    <a:pt x="5156611" y="533449"/>
                    <a:pt x="5239909" y="596177"/>
                  </a:cubicBezTo>
                  <a:lnTo>
                    <a:pt x="5330118" y="672101"/>
                  </a:lnTo>
                  <a:lnTo>
                    <a:pt x="5330118" y="817108"/>
                  </a:lnTo>
                  <a:lnTo>
                    <a:pt x="5165156" y="689392"/>
                  </a:lnTo>
                  <a:cubicBezTo>
                    <a:pt x="5082384" y="633729"/>
                    <a:pt x="4996431" y="582355"/>
                    <a:pt x="4907074" y="537310"/>
                  </a:cubicBezTo>
                  <a:cubicBezTo>
                    <a:pt x="4728926" y="446145"/>
                    <a:pt x="4538970" y="377933"/>
                    <a:pt x="4344130" y="331280"/>
                  </a:cubicBezTo>
                  <a:cubicBezTo>
                    <a:pt x="4149292" y="284518"/>
                    <a:pt x="3949571" y="258885"/>
                    <a:pt x="3749396" y="251913"/>
                  </a:cubicBezTo>
                  <a:cubicBezTo>
                    <a:pt x="3548993" y="243976"/>
                    <a:pt x="3350636" y="254701"/>
                    <a:pt x="3153752" y="282158"/>
                  </a:cubicBezTo>
                  <a:cubicBezTo>
                    <a:pt x="3055539" y="296422"/>
                    <a:pt x="2957892" y="314119"/>
                    <a:pt x="2861381" y="336106"/>
                  </a:cubicBezTo>
                  <a:cubicBezTo>
                    <a:pt x="2764870" y="358414"/>
                    <a:pt x="2669154" y="383833"/>
                    <a:pt x="2574686" y="413220"/>
                  </a:cubicBezTo>
                  <a:cubicBezTo>
                    <a:pt x="2480219" y="442499"/>
                    <a:pt x="2386888" y="475318"/>
                    <a:pt x="2294918" y="511569"/>
                  </a:cubicBezTo>
                  <a:cubicBezTo>
                    <a:pt x="2203063" y="547928"/>
                    <a:pt x="2112455" y="587610"/>
                    <a:pt x="2023438" y="630404"/>
                  </a:cubicBezTo>
                  <a:cubicBezTo>
                    <a:pt x="1845404" y="715883"/>
                    <a:pt x="1673274" y="813375"/>
                    <a:pt x="1508751" y="922342"/>
                  </a:cubicBezTo>
                  <a:cubicBezTo>
                    <a:pt x="1467763" y="949692"/>
                    <a:pt x="1426887" y="977470"/>
                    <a:pt x="1387034" y="1006427"/>
                  </a:cubicBezTo>
                  <a:cubicBezTo>
                    <a:pt x="1366824" y="1020585"/>
                    <a:pt x="1347067" y="1035279"/>
                    <a:pt x="1327197" y="1049865"/>
                  </a:cubicBezTo>
                  <a:cubicBezTo>
                    <a:pt x="1307213" y="1064343"/>
                    <a:pt x="1287571" y="1079252"/>
                    <a:pt x="1268155" y="1094374"/>
                  </a:cubicBezTo>
                  <a:cubicBezTo>
                    <a:pt x="1190152" y="1154757"/>
                    <a:pt x="1113851" y="1217392"/>
                    <a:pt x="1040389" y="1283245"/>
                  </a:cubicBezTo>
                  <a:cubicBezTo>
                    <a:pt x="893125" y="1414521"/>
                    <a:pt x="756533" y="1557701"/>
                    <a:pt x="633794" y="1711714"/>
                  </a:cubicBezTo>
                  <a:cubicBezTo>
                    <a:pt x="572480" y="1788721"/>
                    <a:pt x="514461" y="1868409"/>
                    <a:pt x="460415" y="1950670"/>
                  </a:cubicBezTo>
                  <a:cubicBezTo>
                    <a:pt x="407277" y="2033362"/>
                    <a:pt x="357091" y="2118091"/>
                    <a:pt x="312810" y="2205715"/>
                  </a:cubicBezTo>
                  <a:cubicBezTo>
                    <a:pt x="301342" y="2227488"/>
                    <a:pt x="290669" y="2249581"/>
                    <a:pt x="280110" y="2271675"/>
                  </a:cubicBezTo>
                  <a:lnTo>
                    <a:pt x="264214" y="2304923"/>
                  </a:lnTo>
                  <a:lnTo>
                    <a:pt x="249113" y="2338492"/>
                  </a:lnTo>
                  <a:cubicBezTo>
                    <a:pt x="239234" y="2360908"/>
                    <a:pt x="229243" y="2383324"/>
                    <a:pt x="220272" y="2406168"/>
                  </a:cubicBezTo>
                  <a:cubicBezTo>
                    <a:pt x="211302" y="2429012"/>
                    <a:pt x="201425" y="2451536"/>
                    <a:pt x="193250" y="2474595"/>
                  </a:cubicBezTo>
                  <a:cubicBezTo>
                    <a:pt x="158279" y="2566187"/>
                    <a:pt x="128643" y="2659711"/>
                    <a:pt x="105368" y="2754843"/>
                  </a:cubicBezTo>
                  <a:cubicBezTo>
                    <a:pt x="58134" y="2944678"/>
                    <a:pt x="33950" y="3140091"/>
                    <a:pt x="34063" y="3335503"/>
                  </a:cubicBezTo>
                  <a:cubicBezTo>
                    <a:pt x="34630" y="3432888"/>
                    <a:pt x="44282" y="3530058"/>
                    <a:pt x="64038" y="3625404"/>
                  </a:cubicBezTo>
                  <a:cubicBezTo>
                    <a:pt x="84817" y="3720536"/>
                    <a:pt x="114905" y="3813631"/>
                    <a:pt x="155554" y="3902649"/>
                  </a:cubicBezTo>
                  <a:cubicBezTo>
                    <a:pt x="165205" y="3925066"/>
                    <a:pt x="176446" y="3946945"/>
                    <a:pt x="187118" y="3968931"/>
                  </a:cubicBezTo>
                  <a:cubicBezTo>
                    <a:pt x="198700" y="3990597"/>
                    <a:pt x="209713" y="4012475"/>
                    <a:pt x="222202" y="4033711"/>
                  </a:cubicBezTo>
                  <a:cubicBezTo>
                    <a:pt x="246047" y="4076612"/>
                    <a:pt x="272615" y="4118225"/>
                    <a:pt x="299980" y="4159303"/>
                  </a:cubicBezTo>
                  <a:cubicBezTo>
                    <a:pt x="327230" y="4200488"/>
                    <a:pt x="356410" y="4240599"/>
                    <a:pt x="385818" y="4280604"/>
                  </a:cubicBezTo>
                  <a:cubicBezTo>
                    <a:pt x="415679" y="4320287"/>
                    <a:pt x="446676" y="4359434"/>
                    <a:pt x="477786" y="4398474"/>
                  </a:cubicBezTo>
                  <a:lnTo>
                    <a:pt x="609756" y="4559213"/>
                  </a:lnTo>
                  <a:lnTo>
                    <a:pt x="480825" y="4559213"/>
                  </a:lnTo>
                  <a:lnTo>
                    <a:pt x="404211" y="4446629"/>
                  </a:lnTo>
                  <a:cubicBezTo>
                    <a:pt x="376166" y="4404802"/>
                    <a:pt x="348461" y="4362759"/>
                    <a:pt x="321439" y="4320180"/>
                  </a:cubicBezTo>
                  <a:cubicBezTo>
                    <a:pt x="294415" y="4277601"/>
                    <a:pt x="267619" y="4234915"/>
                    <a:pt x="242640" y="4190941"/>
                  </a:cubicBezTo>
                  <a:cubicBezTo>
                    <a:pt x="192568" y="4103424"/>
                    <a:pt x="146584" y="4013334"/>
                    <a:pt x="109909" y="3919809"/>
                  </a:cubicBezTo>
                  <a:cubicBezTo>
                    <a:pt x="72554" y="3826608"/>
                    <a:pt x="44850" y="3729975"/>
                    <a:pt x="26229" y="3632054"/>
                  </a:cubicBezTo>
                  <a:cubicBezTo>
                    <a:pt x="8403" y="3534134"/>
                    <a:pt x="0" y="3434711"/>
                    <a:pt x="0" y="3335503"/>
                  </a:cubicBezTo>
                  <a:cubicBezTo>
                    <a:pt x="1476" y="2939959"/>
                    <a:pt x="82433" y="2545488"/>
                    <a:pt x="234352" y="2173647"/>
                  </a:cubicBezTo>
                  <a:cubicBezTo>
                    <a:pt x="272502" y="2080767"/>
                    <a:pt x="313831" y="1988745"/>
                    <a:pt x="360384" y="1898869"/>
                  </a:cubicBezTo>
                  <a:cubicBezTo>
                    <a:pt x="406255" y="1808669"/>
                    <a:pt x="456781" y="1720402"/>
                    <a:pt x="511282" y="1634172"/>
                  </a:cubicBezTo>
                  <a:cubicBezTo>
                    <a:pt x="620396" y="1461818"/>
                    <a:pt x="744951" y="1296973"/>
                    <a:pt x="884381" y="1143281"/>
                  </a:cubicBezTo>
                  <a:cubicBezTo>
                    <a:pt x="954438" y="1066703"/>
                    <a:pt x="1027559" y="992378"/>
                    <a:pt x="1104768" y="921806"/>
                  </a:cubicBezTo>
                  <a:cubicBezTo>
                    <a:pt x="1123956" y="904003"/>
                    <a:pt x="1143258" y="886414"/>
                    <a:pt x="1163128" y="869254"/>
                  </a:cubicBezTo>
                  <a:cubicBezTo>
                    <a:pt x="1182885" y="851985"/>
                    <a:pt x="1202300" y="834396"/>
                    <a:pt x="1222624" y="817773"/>
                  </a:cubicBezTo>
                  <a:cubicBezTo>
                    <a:pt x="1262819" y="783988"/>
                    <a:pt x="1304034" y="751277"/>
                    <a:pt x="1345591" y="718886"/>
                  </a:cubicBezTo>
                  <a:cubicBezTo>
                    <a:pt x="1512612" y="590184"/>
                    <a:pt x="1693030" y="476176"/>
                    <a:pt x="1883100" y="378362"/>
                  </a:cubicBezTo>
                  <a:cubicBezTo>
                    <a:pt x="2263126" y="182628"/>
                    <a:pt x="2685504" y="54677"/>
                    <a:pt x="3118895" y="13600"/>
                  </a:cubicBezTo>
                  <a:cubicBezTo>
                    <a:pt x="3227044" y="3304"/>
                    <a:pt x="3336102" y="-1067"/>
                    <a:pt x="3444904" y="22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uphemia"/>
                <a:ea typeface="+mn-ea"/>
                <a:cs typeface="+mn-cs"/>
              </a:endParaRPr>
            </a:p>
          </p:txBody>
        </p:sp>
        <p:sp>
          <p:nvSpPr>
            <p:cNvPr id="18450" name="Freeform: Shape 78">
              <a:extLst>
                <a:ext uri="{FF2B5EF4-FFF2-40B4-BE49-F238E27FC236}">
                  <a16:creationId xmlns:a16="http://schemas.microsoft.com/office/drawing/2014/main" id="{A32CECE0-15B8-4DAB-B839-B0082C6FF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4598" y="2512952"/>
              <a:ext cx="5307644" cy="4336518"/>
            </a:xfrm>
            <a:custGeom>
              <a:avLst/>
              <a:gdLst>
                <a:gd name="connsiteX0" fmla="*/ 5307644 w 5307644"/>
                <a:gd name="connsiteY0" fmla="*/ 4310537 h 4336518"/>
                <a:gd name="connsiteX1" fmla="*/ 5307644 w 5307644"/>
                <a:gd name="connsiteY1" fmla="*/ 4336518 h 4336518"/>
                <a:gd name="connsiteX2" fmla="*/ 5271469 w 5307644"/>
                <a:gd name="connsiteY2" fmla="*/ 4336518 h 4336518"/>
                <a:gd name="connsiteX3" fmla="*/ 3433280 w 5307644"/>
                <a:gd name="connsiteY3" fmla="*/ 1379 h 4336518"/>
                <a:gd name="connsiteX4" fmla="*/ 3739290 w 5307644"/>
                <a:gd name="connsiteY4" fmla="*/ 5668 h 4336518"/>
                <a:gd name="connsiteX5" fmla="*/ 4345494 w 5307644"/>
                <a:gd name="connsiteY5" fmla="*/ 94581 h 4336518"/>
                <a:gd name="connsiteX6" fmla="*/ 4922289 w 5307644"/>
                <a:gd name="connsiteY6" fmla="*/ 300933 h 4336518"/>
                <a:gd name="connsiteX7" fmla="*/ 5188801 w 5307644"/>
                <a:gd name="connsiteY7" fmla="*/ 449771 h 4336518"/>
                <a:gd name="connsiteX8" fmla="*/ 5307644 w 5307644"/>
                <a:gd name="connsiteY8" fmla="*/ 531018 h 4336518"/>
                <a:gd name="connsiteX9" fmla="*/ 5307644 w 5307644"/>
                <a:gd name="connsiteY9" fmla="*/ 868543 h 4336518"/>
                <a:gd name="connsiteX10" fmla="*/ 5256558 w 5307644"/>
                <a:gd name="connsiteY10" fmla="*/ 823998 h 4336518"/>
                <a:gd name="connsiteX11" fmla="*/ 4794554 w 5307644"/>
                <a:gd name="connsiteY11" fmla="*/ 538923 h 4336518"/>
                <a:gd name="connsiteX12" fmla="*/ 4274643 w 5307644"/>
                <a:gd name="connsiteY12" fmla="*/ 359921 h 4336518"/>
                <a:gd name="connsiteX13" fmla="*/ 3722940 w 5307644"/>
                <a:gd name="connsiteY13" fmla="*/ 285703 h 4336518"/>
                <a:gd name="connsiteX14" fmla="*/ 3163858 w 5307644"/>
                <a:gd name="connsiteY14" fmla="*/ 304579 h 4336518"/>
                <a:gd name="connsiteX15" fmla="*/ 2615108 w 5307644"/>
                <a:gd name="connsiteY15" fmla="*/ 413546 h 4336518"/>
                <a:gd name="connsiteX16" fmla="*/ 2090201 w 5307644"/>
                <a:gd name="connsiteY16" fmla="*/ 603167 h 4336518"/>
                <a:gd name="connsiteX17" fmla="*/ 1152228 w 5307644"/>
                <a:gd name="connsiteY17" fmla="*/ 1185758 h 4336518"/>
                <a:gd name="connsiteX18" fmla="*/ 768796 w 5307644"/>
                <a:gd name="connsiteY18" fmla="*/ 1574544 h 4336518"/>
                <a:gd name="connsiteX19" fmla="*/ 465637 w 5307644"/>
                <a:gd name="connsiteY19" fmla="*/ 2021033 h 4336518"/>
                <a:gd name="connsiteX20" fmla="*/ 259898 w 5307644"/>
                <a:gd name="connsiteY20" fmla="*/ 2514605 h 4336518"/>
                <a:gd name="connsiteX21" fmla="*/ 185075 w 5307644"/>
                <a:gd name="connsiteY21" fmla="*/ 3040781 h 4336518"/>
                <a:gd name="connsiteX22" fmla="*/ 216639 w 5307644"/>
                <a:gd name="connsiteY22" fmla="*/ 3298400 h 4336518"/>
                <a:gd name="connsiteX23" fmla="*/ 309857 w 5307644"/>
                <a:gd name="connsiteY23" fmla="*/ 3539393 h 4336518"/>
                <a:gd name="connsiteX24" fmla="*/ 374918 w 5307644"/>
                <a:gd name="connsiteY24" fmla="*/ 3652866 h 4336518"/>
                <a:gd name="connsiteX25" fmla="*/ 449628 w 5307644"/>
                <a:gd name="connsiteY25" fmla="*/ 3762691 h 4336518"/>
                <a:gd name="connsiteX26" fmla="*/ 622212 w 5307644"/>
                <a:gd name="connsiteY26" fmla="*/ 3974942 h 4336518"/>
                <a:gd name="connsiteX27" fmla="*/ 808989 w 5307644"/>
                <a:gd name="connsiteY27" fmla="*/ 4188802 h 4336518"/>
                <a:gd name="connsiteX28" fmla="*/ 901868 w 5307644"/>
                <a:gd name="connsiteY28" fmla="*/ 4300450 h 4336518"/>
                <a:gd name="connsiteX29" fmla="*/ 931233 w 5307644"/>
                <a:gd name="connsiteY29" fmla="*/ 4336518 h 4336518"/>
                <a:gd name="connsiteX30" fmla="*/ 512426 w 5307644"/>
                <a:gd name="connsiteY30" fmla="*/ 4336518 h 4336518"/>
                <a:gd name="connsiteX31" fmla="*/ 379799 w 5307644"/>
                <a:gd name="connsiteY31" fmla="*/ 4138930 h 4336518"/>
                <a:gd name="connsiteX32" fmla="*/ 226177 w 5307644"/>
                <a:gd name="connsiteY32" fmla="*/ 3891071 h 4336518"/>
                <a:gd name="connsiteX33" fmla="*/ 156916 w 5307644"/>
                <a:gd name="connsiteY33" fmla="*/ 3759688 h 4336518"/>
                <a:gd name="connsiteX34" fmla="*/ 98101 w 5307644"/>
                <a:gd name="connsiteY34" fmla="*/ 3622191 h 4336518"/>
                <a:gd name="connsiteX35" fmla="*/ 53025 w 5307644"/>
                <a:gd name="connsiteY35" fmla="*/ 3479547 h 4336518"/>
                <a:gd name="connsiteX36" fmla="*/ 36221 w 5307644"/>
                <a:gd name="connsiteY36" fmla="*/ 3406831 h 4336518"/>
                <a:gd name="connsiteX37" fmla="*/ 28841 w 5307644"/>
                <a:gd name="connsiteY37" fmla="*/ 3370365 h 4336518"/>
                <a:gd name="connsiteX38" fmla="*/ 22709 w 5307644"/>
                <a:gd name="connsiteY38" fmla="*/ 3333792 h 4336518"/>
                <a:gd name="connsiteX39" fmla="*/ 0 w 5307644"/>
                <a:gd name="connsiteY39" fmla="*/ 3040781 h 4336518"/>
                <a:gd name="connsiteX40" fmla="*/ 63017 w 5307644"/>
                <a:gd name="connsiteY40" fmla="*/ 2469880 h 4336518"/>
                <a:gd name="connsiteX41" fmla="*/ 252405 w 5307644"/>
                <a:gd name="connsiteY41" fmla="*/ 1922897 h 4336518"/>
                <a:gd name="connsiteX42" fmla="*/ 962499 w 5307644"/>
                <a:gd name="connsiteY42" fmla="*/ 993992 h 4336518"/>
                <a:gd name="connsiteX43" fmla="*/ 1433359 w 5307644"/>
                <a:gd name="connsiteY43" fmla="*/ 630088 h 4336518"/>
                <a:gd name="connsiteX44" fmla="*/ 1959628 w 5307644"/>
                <a:gd name="connsiteY44" fmla="*/ 341151 h 4336518"/>
                <a:gd name="connsiteX45" fmla="*/ 3127865 w 5307644"/>
                <a:gd name="connsiteY45" fmla="*/ 22508 h 4336518"/>
                <a:gd name="connsiteX46" fmla="*/ 3433280 w 5307644"/>
                <a:gd name="connsiteY46" fmla="*/ 1379 h 433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307644" h="4336518">
                  <a:moveTo>
                    <a:pt x="5307644" y="4310537"/>
                  </a:moveTo>
                  <a:lnTo>
                    <a:pt x="5307644" y="4336518"/>
                  </a:lnTo>
                  <a:lnTo>
                    <a:pt x="5271469" y="4336518"/>
                  </a:lnTo>
                  <a:close/>
                  <a:moveTo>
                    <a:pt x="3433280" y="1379"/>
                  </a:moveTo>
                  <a:cubicBezTo>
                    <a:pt x="3535397" y="-1410"/>
                    <a:pt x="3637614" y="38"/>
                    <a:pt x="3739290" y="5668"/>
                  </a:cubicBezTo>
                  <a:cubicBezTo>
                    <a:pt x="3942986" y="17360"/>
                    <a:pt x="4146567" y="45995"/>
                    <a:pt x="4345494" y="94581"/>
                  </a:cubicBezTo>
                  <a:cubicBezTo>
                    <a:pt x="4544420" y="143059"/>
                    <a:pt x="4738691" y="211700"/>
                    <a:pt x="4922289" y="300933"/>
                  </a:cubicBezTo>
                  <a:cubicBezTo>
                    <a:pt x="5013975" y="345550"/>
                    <a:pt x="5103219" y="395127"/>
                    <a:pt x="5188801" y="449771"/>
                  </a:cubicBezTo>
                  <a:lnTo>
                    <a:pt x="5307644" y="531018"/>
                  </a:lnTo>
                  <a:lnTo>
                    <a:pt x="5307644" y="868543"/>
                  </a:lnTo>
                  <a:lnTo>
                    <a:pt x="5256558" y="823998"/>
                  </a:lnTo>
                  <a:cubicBezTo>
                    <a:pt x="5114289" y="712993"/>
                    <a:pt x="4959758" y="616466"/>
                    <a:pt x="4794554" y="538923"/>
                  </a:cubicBezTo>
                  <a:cubicBezTo>
                    <a:pt x="4629462" y="461166"/>
                    <a:pt x="4454722" y="401534"/>
                    <a:pt x="4274643" y="359921"/>
                  </a:cubicBezTo>
                  <a:cubicBezTo>
                    <a:pt x="4094566" y="318200"/>
                    <a:pt x="3909491" y="294176"/>
                    <a:pt x="3722940" y="285703"/>
                  </a:cubicBezTo>
                  <a:cubicBezTo>
                    <a:pt x="3536050" y="276800"/>
                    <a:pt x="3349387" y="282700"/>
                    <a:pt x="3163858" y="304579"/>
                  </a:cubicBezTo>
                  <a:cubicBezTo>
                    <a:pt x="2978444" y="326565"/>
                    <a:pt x="2794732" y="363353"/>
                    <a:pt x="2615108" y="413546"/>
                  </a:cubicBezTo>
                  <a:cubicBezTo>
                    <a:pt x="2435370" y="463526"/>
                    <a:pt x="2260060" y="528198"/>
                    <a:pt x="2090201" y="603167"/>
                  </a:cubicBezTo>
                  <a:cubicBezTo>
                    <a:pt x="1749461" y="751496"/>
                    <a:pt x="1431316" y="948195"/>
                    <a:pt x="1152228" y="1185758"/>
                  </a:cubicBezTo>
                  <a:cubicBezTo>
                    <a:pt x="1013139" y="1304915"/>
                    <a:pt x="884268" y="1434903"/>
                    <a:pt x="768796" y="1574544"/>
                  </a:cubicBezTo>
                  <a:cubicBezTo>
                    <a:pt x="653096" y="1713971"/>
                    <a:pt x="551021" y="1863481"/>
                    <a:pt x="465637" y="2021033"/>
                  </a:cubicBezTo>
                  <a:cubicBezTo>
                    <a:pt x="380253" y="2178478"/>
                    <a:pt x="309176" y="2343324"/>
                    <a:pt x="259898" y="2514605"/>
                  </a:cubicBezTo>
                  <a:cubicBezTo>
                    <a:pt x="210508" y="2685457"/>
                    <a:pt x="184960" y="2863065"/>
                    <a:pt x="185075" y="3040781"/>
                  </a:cubicBezTo>
                  <a:cubicBezTo>
                    <a:pt x="186096" y="3128084"/>
                    <a:pt x="195180" y="3214743"/>
                    <a:pt x="216639" y="3298400"/>
                  </a:cubicBezTo>
                  <a:cubicBezTo>
                    <a:pt x="237759" y="3382163"/>
                    <a:pt x="270572" y="3462280"/>
                    <a:pt x="309857" y="3539393"/>
                  </a:cubicBezTo>
                  <a:cubicBezTo>
                    <a:pt x="329727" y="3577897"/>
                    <a:pt x="351755" y="3615649"/>
                    <a:pt x="374918" y="3652866"/>
                  </a:cubicBezTo>
                  <a:cubicBezTo>
                    <a:pt x="398420" y="3689974"/>
                    <a:pt x="423514" y="3726548"/>
                    <a:pt x="449628" y="3762691"/>
                  </a:cubicBezTo>
                  <a:cubicBezTo>
                    <a:pt x="502539" y="3834764"/>
                    <a:pt x="561354" y="3904692"/>
                    <a:pt x="622212" y="3974942"/>
                  </a:cubicBezTo>
                  <a:cubicBezTo>
                    <a:pt x="683071" y="4045299"/>
                    <a:pt x="746655" y="4115657"/>
                    <a:pt x="808989" y="4188802"/>
                  </a:cubicBezTo>
                  <a:cubicBezTo>
                    <a:pt x="840214" y="4225267"/>
                    <a:pt x="871097" y="4262591"/>
                    <a:pt x="901868" y="4300450"/>
                  </a:cubicBezTo>
                  <a:lnTo>
                    <a:pt x="931233" y="4336518"/>
                  </a:lnTo>
                  <a:lnTo>
                    <a:pt x="512426" y="4336518"/>
                  </a:lnTo>
                  <a:lnTo>
                    <a:pt x="379799" y="4138930"/>
                  </a:lnTo>
                  <a:cubicBezTo>
                    <a:pt x="327002" y="4059028"/>
                    <a:pt x="274886" y="3976765"/>
                    <a:pt x="226177" y="3891071"/>
                  </a:cubicBezTo>
                  <a:cubicBezTo>
                    <a:pt x="201878" y="3848171"/>
                    <a:pt x="178376" y="3804519"/>
                    <a:pt x="156916" y="3759688"/>
                  </a:cubicBezTo>
                  <a:cubicBezTo>
                    <a:pt x="135570" y="3714750"/>
                    <a:pt x="115700" y="3668954"/>
                    <a:pt x="98101" y="3622191"/>
                  </a:cubicBezTo>
                  <a:cubicBezTo>
                    <a:pt x="80842" y="3575323"/>
                    <a:pt x="65514" y="3527810"/>
                    <a:pt x="53025" y="3479547"/>
                  </a:cubicBezTo>
                  <a:cubicBezTo>
                    <a:pt x="47121" y="3455416"/>
                    <a:pt x="41103" y="3431176"/>
                    <a:pt x="36221" y="3406831"/>
                  </a:cubicBezTo>
                  <a:lnTo>
                    <a:pt x="28841" y="3370365"/>
                  </a:lnTo>
                  <a:lnTo>
                    <a:pt x="22709" y="3333792"/>
                  </a:lnTo>
                  <a:cubicBezTo>
                    <a:pt x="6700" y="3236194"/>
                    <a:pt x="0" y="3138058"/>
                    <a:pt x="0" y="3040781"/>
                  </a:cubicBezTo>
                  <a:cubicBezTo>
                    <a:pt x="454" y="2849337"/>
                    <a:pt x="21687" y="2657893"/>
                    <a:pt x="63017" y="2469880"/>
                  </a:cubicBezTo>
                  <a:cubicBezTo>
                    <a:pt x="104233" y="2281976"/>
                    <a:pt x="167362" y="2097718"/>
                    <a:pt x="252405" y="1922897"/>
                  </a:cubicBezTo>
                  <a:cubicBezTo>
                    <a:pt x="423286" y="1573257"/>
                    <a:pt x="670922" y="1260405"/>
                    <a:pt x="962499" y="993992"/>
                  </a:cubicBezTo>
                  <a:cubicBezTo>
                    <a:pt x="1108628" y="860786"/>
                    <a:pt x="1266566" y="739269"/>
                    <a:pt x="1433359" y="630088"/>
                  </a:cubicBezTo>
                  <a:cubicBezTo>
                    <a:pt x="1600380" y="521013"/>
                    <a:pt x="1776144" y="423843"/>
                    <a:pt x="1959628" y="341151"/>
                  </a:cubicBezTo>
                  <a:cubicBezTo>
                    <a:pt x="2327051" y="176950"/>
                    <a:pt x="2722633" y="68411"/>
                    <a:pt x="3127865" y="22508"/>
                  </a:cubicBezTo>
                  <a:cubicBezTo>
                    <a:pt x="3229145" y="11193"/>
                    <a:pt x="3331163" y="4168"/>
                    <a:pt x="3433280" y="137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uphemia"/>
                <a:ea typeface="+mn-ea"/>
                <a:cs typeface="+mn-cs"/>
              </a:endParaRPr>
            </a:p>
          </p:txBody>
        </p:sp>
        <p:sp>
          <p:nvSpPr>
            <p:cNvPr id="80" name="Freeform: Shape 79">
              <a:extLst>
                <a:ext uri="{FF2B5EF4-FFF2-40B4-BE49-F238E27FC236}">
                  <a16:creationId xmlns:a16="http://schemas.microsoft.com/office/drawing/2014/main" id="{0C5373BF-BD61-4FCF-8ECF-21DFEBE09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3412" y="2537732"/>
              <a:ext cx="5308830" cy="4311738"/>
            </a:xfrm>
            <a:custGeom>
              <a:avLst/>
              <a:gdLst>
                <a:gd name="connsiteX0" fmla="*/ 5308830 w 5308830"/>
                <a:gd name="connsiteY0" fmla="*/ 4026353 h 4311738"/>
                <a:gd name="connsiteX1" fmla="*/ 5308830 w 5308830"/>
                <a:gd name="connsiteY1" fmla="*/ 4311738 h 4311738"/>
                <a:gd name="connsiteX2" fmla="*/ 4948051 w 5308830"/>
                <a:gd name="connsiteY2" fmla="*/ 4311738 h 4311738"/>
                <a:gd name="connsiteX3" fmla="*/ 5002803 w 5308830"/>
                <a:gd name="connsiteY3" fmla="*/ 4271506 h 4311738"/>
                <a:gd name="connsiteX4" fmla="*/ 5221147 w 5308830"/>
                <a:gd name="connsiteY4" fmla="*/ 4102386 h 4311738"/>
                <a:gd name="connsiteX5" fmla="*/ 3595773 w 5308830"/>
                <a:gd name="connsiteY5" fmla="*/ 0 h 4311738"/>
                <a:gd name="connsiteX6" fmla="*/ 5271266 w 5308830"/>
                <a:gd name="connsiteY6" fmla="*/ 516192 h 4311738"/>
                <a:gd name="connsiteX7" fmla="*/ 5308830 w 5308830"/>
                <a:gd name="connsiteY7" fmla="*/ 546905 h 4311738"/>
                <a:gd name="connsiteX8" fmla="*/ 5308830 w 5308830"/>
                <a:gd name="connsiteY8" fmla="*/ 1314056 h 4311738"/>
                <a:gd name="connsiteX9" fmla="*/ 5241798 w 5308830"/>
                <a:gd name="connsiteY9" fmla="*/ 1229961 h 4311738"/>
                <a:gd name="connsiteX10" fmla="*/ 4547599 w 5308830"/>
                <a:gd name="connsiteY10" fmla="*/ 723841 h 4311738"/>
                <a:gd name="connsiteX11" fmla="*/ 3595773 w 5308830"/>
                <a:gd name="connsiteY11" fmla="*/ 536258 h 4311738"/>
                <a:gd name="connsiteX12" fmla="*/ 2484874 w 5308830"/>
                <a:gd name="connsiteY12" fmla="*/ 738106 h 4311738"/>
                <a:gd name="connsiteX13" fmla="*/ 1497964 w 5308830"/>
                <a:gd name="connsiteY13" fmla="*/ 1292596 h 4311738"/>
                <a:gd name="connsiteX14" fmla="*/ 815348 w 5308830"/>
                <a:gd name="connsiteY14" fmla="*/ 2092157 h 4311738"/>
                <a:gd name="connsiteX15" fmla="*/ 567825 w 5308830"/>
                <a:gd name="connsiteY15" fmla="*/ 3022671 h 4311738"/>
                <a:gd name="connsiteX16" fmla="*/ 977486 w 5308830"/>
                <a:gd name="connsiteY16" fmla="*/ 3886690 h 4311738"/>
                <a:gd name="connsiteX17" fmla="*/ 1183907 w 5308830"/>
                <a:gd name="connsiteY17" fmla="*/ 4160932 h 4311738"/>
                <a:gd name="connsiteX18" fmla="*/ 1285607 w 5308830"/>
                <a:gd name="connsiteY18" fmla="*/ 4296799 h 4311738"/>
                <a:gd name="connsiteX19" fmla="*/ 1297817 w 5308830"/>
                <a:gd name="connsiteY19" fmla="*/ 4311738 h 4311738"/>
                <a:gd name="connsiteX20" fmla="*/ 602176 w 5308830"/>
                <a:gd name="connsiteY20" fmla="*/ 4311738 h 4311738"/>
                <a:gd name="connsiteX21" fmla="*/ 583893 w 5308830"/>
                <a:gd name="connsiteY21" fmla="*/ 4287205 h 4311738"/>
                <a:gd name="connsiteX22" fmla="*/ 0 w 5308830"/>
                <a:gd name="connsiteY22" fmla="*/ 3022564 h 4311738"/>
                <a:gd name="connsiteX23" fmla="*/ 3595773 w 5308830"/>
                <a:gd name="connsiteY23" fmla="*/ 0 h 431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08830" h="4311738">
                  <a:moveTo>
                    <a:pt x="5308830" y="4026353"/>
                  </a:moveTo>
                  <a:lnTo>
                    <a:pt x="5308830" y="4311738"/>
                  </a:lnTo>
                  <a:lnTo>
                    <a:pt x="4948051" y="4311738"/>
                  </a:lnTo>
                  <a:lnTo>
                    <a:pt x="5002803" y="4271506"/>
                  </a:lnTo>
                  <a:cubicBezTo>
                    <a:pt x="5078400" y="4214990"/>
                    <a:pt x="5151610" y="4158780"/>
                    <a:pt x="5221147" y="4102386"/>
                  </a:cubicBezTo>
                  <a:close/>
                  <a:moveTo>
                    <a:pt x="3595773" y="0"/>
                  </a:moveTo>
                  <a:cubicBezTo>
                    <a:pt x="4261231" y="0"/>
                    <a:pt x="4825666" y="190293"/>
                    <a:pt x="5271266" y="516192"/>
                  </a:cubicBezTo>
                  <a:lnTo>
                    <a:pt x="5308830" y="546905"/>
                  </a:lnTo>
                  <a:lnTo>
                    <a:pt x="5308830" y="1314056"/>
                  </a:lnTo>
                  <a:lnTo>
                    <a:pt x="5241798" y="1229961"/>
                  </a:lnTo>
                  <a:cubicBezTo>
                    <a:pt x="5047072" y="1010846"/>
                    <a:pt x="4813516" y="840530"/>
                    <a:pt x="4547599" y="723841"/>
                  </a:cubicBezTo>
                  <a:cubicBezTo>
                    <a:pt x="4263856" y="599429"/>
                    <a:pt x="3943667" y="536258"/>
                    <a:pt x="3595773" y="536258"/>
                  </a:cubicBezTo>
                  <a:cubicBezTo>
                    <a:pt x="3226761" y="536258"/>
                    <a:pt x="2852980" y="604041"/>
                    <a:pt x="2484874" y="738106"/>
                  </a:cubicBezTo>
                  <a:cubicBezTo>
                    <a:pt x="2126422" y="868309"/>
                    <a:pt x="1785227" y="1060075"/>
                    <a:pt x="1497964" y="1292596"/>
                  </a:cubicBezTo>
                  <a:cubicBezTo>
                    <a:pt x="1205707" y="1529085"/>
                    <a:pt x="976010" y="1798180"/>
                    <a:pt x="815348" y="2092157"/>
                  </a:cubicBezTo>
                  <a:cubicBezTo>
                    <a:pt x="651166" y="2392675"/>
                    <a:pt x="567825" y="2705743"/>
                    <a:pt x="567825" y="3022671"/>
                  </a:cubicBezTo>
                  <a:cubicBezTo>
                    <a:pt x="567825" y="3341852"/>
                    <a:pt x="700784" y="3528255"/>
                    <a:pt x="977486" y="3886690"/>
                  </a:cubicBezTo>
                  <a:cubicBezTo>
                    <a:pt x="1044249" y="3973134"/>
                    <a:pt x="1113283" y="4062582"/>
                    <a:pt x="1183907" y="4160932"/>
                  </a:cubicBezTo>
                  <a:cubicBezTo>
                    <a:pt x="1217636" y="4207895"/>
                    <a:pt x="1251520" y="4253175"/>
                    <a:pt x="1285607" y="4296799"/>
                  </a:cubicBezTo>
                  <a:lnTo>
                    <a:pt x="1297817" y="4311738"/>
                  </a:lnTo>
                  <a:lnTo>
                    <a:pt x="602176" y="4311738"/>
                  </a:lnTo>
                  <a:lnTo>
                    <a:pt x="583893" y="4287205"/>
                  </a:lnTo>
                  <a:cubicBezTo>
                    <a:pt x="281395" y="3892133"/>
                    <a:pt x="0" y="3570338"/>
                    <a:pt x="0" y="3022564"/>
                  </a:cubicBezTo>
                  <a:cubicBezTo>
                    <a:pt x="0" y="1353193"/>
                    <a:pt x="1810660" y="0"/>
                    <a:pt x="3595773"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uphemia"/>
                <a:ea typeface="+mn-ea"/>
                <a:cs typeface="+mn-cs"/>
              </a:endParaRPr>
            </a:p>
          </p:txBody>
        </p:sp>
        <p:sp>
          <p:nvSpPr>
            <p:cNvPr id="18451" name="Freeform: Shape 80">
              <a:extLst>
                <a:ext uri="{FF2B5EF4-FFF2-40B4-BE49-F238E27FC236}">
                  <a16:creationId xmlns:a16="http://schemas.microsoft.com/office/drawing/2014/main" id="{7E6B45AB-7CCC-4949-9DC2-116644B5F6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3412" y="2537732"/>
              <a:ext cx="5308830" cy="4311738"/>
            </a:xfrm>
            <a:custGeom>
              <a:avLst/>
              <a:gdLst>
                <a:gd name="connsiteX0" fmla="*/ 5308830 w 5308830"/>
                <a:gd name="connsiteY0" fmla="*/ 3880900 h 4311738"/>
                <a:gd name="connsiteX1" fmla="*/ 5308830 w 5308830"/>
                <a:gd name="connsiteY1" fmla="*/ 4311738 h 4311738"/>
                <a:gd name="connsiteX2" fmla="*/ 4763109 w 5308830"/>
                <a:gd name="connsiteY2" fmla="*/ 4311738 h 4311738"/>
                <a:gd name="connsiteX3" fmla="*/ 4929066 w 5308830"/>
                <a:gd name="connsiteY3" fmla="*/ 4189789 h 4311738"/>
                <a:gd name="connsiteX4" fmla="*/ 5142959 w 5308830"/>
                <a:gd name="connsiteY4" fmla="*/ 4024320 h 4311738"/>
                <a:gd name="connsiteX5" fmla="*/ 3595773 w 5308830"/>
                <a:gd name="connsiteY5" fmla="*/ 0 h 4311738"/>
                <a:gd name="connsiteX6" fmla="*/ 5271266 w 5308830"/>
                <a:gd name="connsiteY6" fmla="*/ 516192 h 4311738"/>
                <a:gd name="connsiteX7" fmla="*/ 5308830 w 5308830"/>
                <a:gd name="connsiteY7" fmla="*/ 546905 h 4311738"/>
                <a:gd name="connsiteX8" fmla="*/ 5308830 w 5308830"/>
                <a:gd name="connsiteY8" fmla="*/ 1498438 h 4311738"/>
                <a:gd name="connsiteX9" fmla="*/ 5289422 w 5308830"/>
                <a:gd name="connsiteY9" fmla="*/ 1468062 h 4311738"/>
                <a:gd name="connsiteX10" fmla="*/ 5154710 w 5308830"/>
                <a:gd name="connsiteY10" fmla="*/ 1298924 h 4311738"/>
                <a:gd name="connsiteX11" fmla="*/ 4499685 w 5308830"/>
                <a:gd name="connsiteY11" fmla="*/ 821118 h 4311738"/>
                <a:gd name="connsiteX12" fmla="*/ 3595773 w 5308830"/>
                <a:gd name="connsiteY12" fmla="*/ 643510 h 4311738"/>
                <a:gd name="connsiteX13" fmla="*/ 2525523 w 5308830"/>
                <a:gd name="connsiteY13" fmla="*/ 838172 h 4311738"/>
                <a:gd name="connsiteX14" fmla="*/ 1571767 w 5308830"/>
                <a:gd name="connsiteY14" fmla="*/ 1374000 h 4311738"/>
                <a:gd name="connsiteX15" fmla="*/ 916173 w 5308830"/>
                <a:gd name="connsiteY15" fmla="*/ 2141277 h 4311738"/>
                <a:gd name="connsiteX16" fmla="*/ 681254 w 5308830"/>
                <a:gd name="connsiteY16" fmla="*/ 3022671 h 4311738"/>
                <a:gd name="connsiteX17" fmla="*/ 1069115 w 5308830"/>
                <a:gd name="connsiteY17" fmla="*/ 3823519 h 4311738"/>
                <a:gd name="connsiteX18" fmla="*/ 1277807 w 5308830"/>
                <a:gd name="connsiteY18" fmla="*/ 4100764 h 4311738"/>
                <a:gd name="connsiteX19" fmla="*/ 1373308 w 5308830"/>
                <a:gd name="connsiteY19" fmla="*/ 4228488 h 4311738"/>
                <a:gd name="connsiteX20" fmla="*/ 1441062 w 5308830"/>
                <a:gd name="connsiteY20" fmla="*/ 4311738 h 4311738"/>
                <a:gd name="connsiteX21" fmla="*/ 602176 w 5308830"/>
                <a:gd name="connsiteY21" fmla="*/ 4311738 h 4311738"/>
                <a:gd name="connsiteX22" fmla="*/ 583893 w 5308830"/>
                <a:gd name="connsiteY22" fmla="*/ 4287205 h 4311738"/>
                <a:gd name="connsiteX23" fmla="*/ 0 w 5308830"/>
                <a:gd name="connsiteY23" fmla="*/ 3022564 h 4311738"/>
                <a:gd name="connsiteX24" fmla="*/ 3595773 w 5308830"/>
                <a:gd name="connsiteY24" fmla="*/ 0 h 431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08830" h="4311738">
                  <a:moveTo>
                    <a:pt x="5308830" y="3880900"/>
                  </a:moveTo>
                  <a:lnTo>
                    <a:pt x="5308830" y="4311738"/>
                  </a:lnTo>
                  <a:lnTo>
                    <a:pt x="4763109" y="4311738"/>
                  </a:lnTo>
                  <a:lnTo>
                    <a:pt x="4929066" y="4189789"/>
                  </a:lnTo>
                  <a:cubicBezTo>
                    <a:pt x="5003230" y="4134367"/>
                    <a:pt x="5074975" y="4079340"/>
                    <a:pt x="5142959" y="4024320"/>
                  </a:cubicBezTo>
                  <a:close/>
                  <a:moveTo>
                    <a:pt x="3595773" y="0"/>
                  </a:moveTo>
                  <a:cubicBezTo>
                    <a:pt x="4261231" y="0"/>
                    <a:pt x="4825666" y="190293"/>
                    <a:pt x="5271266" y="516192"/>
                  </a:cubicBezTo>
                  <a:lnTo>
                    <a:pt x="5308830" y="546905"/>
                  </a:lnTo>
                  <a:lnTo>
                    <a:pt x="5308830" y="1498438"/>
                  </a:lnTo>
                  <a:lnTo>
                    <a:pt x="5289422" y="1468062"/>
                  </a:lnTo>
                  <a:cubicBezTo>
                    <a:pt x="5247242" y="1408963"/>
                    <a:pt x="5202313" y="1352510"/>
                    <a:pt x="5154710" y="1298924"/>
                  </a:cubicBezTo>
                  <a:cubicBezTo>
                    <a:pt x="4970772" y="1091928"/>
                    <a:pt x="4750500" y="931159"/>
                    <a:pt x="4499685" y="821118"/>
                  </a:cubicBezTo>
                  <a:cubicBezTo>
                    <a:pt x="4231156" y="703248"/>
                    <a:pt x="3926977" y="643510"/>
                    <a:pt x="3595773" y="643510"/>
                  </a:cubicBezTo>
                  <a:cubicBezTo>
                    <a:pt x="3245836" y="643510"/>
                    <a:pt x="2875688" y="710757"/>
                    <a:pt x="2525523" y="838172"/>
                  </a:cubicBezTo>
                  <a:cubicBezTo>
                    <a:pt x="2179105" y="964084"/>
                    <a:pt x="1849265" y="1149415"/>
                    <a:pt x="1571767" y="1374000"/>
                  </a:cubicBezTo>
                  <a:cubicBezTo>
                    <a:pt x="1294611" y="1598264"/>
                    <a:pt x="1067980" y="1863603"/>
                    <a:pt x="916173" y="2141277"/>
                  </a:cubicBezTo>
                  <a:cubicBezTo>
                    <a:pt x="760280" y="2426459"/>
                    <a:pt x="681254" y="2723010"/>
                    <a:pt x="681254" y="3022671"/>
                  </a:cubicBezTo>
                  <a:cubicBezTo>
                    <a:pt x="681254" y="3309032"/>
                    <a:pt x="800134" y="3475166"/>
                    <a:pt x="1069115" y="3823519"/>
                  </a:cubicBezTo>
                  <a:cubicBezTo>
                    <a:pt x="1136445" y="3910714"/>
                    <a:pt x="1206047" y="4000912"/>
                    <a:pt x="1277807" y="4100764"/>
                  </a:cubicBezTo>
                  <a:cubicBezTo>
                    <a:pt x="1309528" y="4144925"/>
                    <a:pt x="1341351" y="4187490"/>
                    <a:pt x="1373308" y="4228488"/>
                  </a:cubicBezTo>
                  <a:lnTo>
                    <a:pt x="1441062" y="4311738"/>
                  </a:lnTo>
                  <a:lnTo>
                    <a:pt x="602176" y="4311738"/>
                  </a:lnTo>
                  <a:lnTo>
                    <a:pt x="583893" y="4287205"/>
                  </a:lnTo>
                  <a:cubicBezTo>
                    <a:pt x="281395" y="3892133"/>
                    <a:pt x="0" y="3570338"/>
                    <a:pt x="0" y="3022564"/>
                  </a:cubicBezTo>
                  <a:cubicBezTo>
                    <a:pt x="0" y="1353193"/>
                    <a:pt x="1810660" y="0"/>
                    <a:pt x="3595773"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uphemia"/>
                <a:ea typeface="+mn-ea"/>
                <a:cs typeface="+mn-cs"/>
              </a:endParaRPr>
            </a:p>
          </p:txBody>
        </p:sp>
      </p:grpSp>
      <p:grpSp>
        <p:nvGrpSpPr>
          <p:cNvPr id="83" name="Group 82">
            <a:extLst>
              <a:ext uri="{FF2B5EF4-FFF2-40B4-BE49-F238E27FC236}">
                <a16:creationId xmlns:a16="http://schemas.microsoft.com/office/drawing/2014/main" id="{61D22245-3D67-419C-A6B5-DD0EB0D839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23758" y="0"/>
            <a:ext cx="5081407" cy="3133064"/>
            <a:chOff x="5907711" y="0"/>
            <a:chExt cx="5081407" cy="3133064"/>
          </a:xfrm>
          <a:solidFill>
            <a:schemeClr val="accent5">
              <a:alpha val="5000"/>
            </a:schemeClr>
          </a:solidFill>
        </p:grpSpPr>
        <p:sp>
          <p:nvSpPr>
            <p:cNvPr id="84" name="Freeform: Shape 83">
              <a:extLst>
                <a:ext uri="{FF2B5EF4-FFF2-40B4-BE49-F238E27FC236}">
                  <a16:creationId xmlns:a16="http://schemas.microsoft.com/office/drawing/2014/main" id="{E3A64720-9AA0-4796-8E62-15672228C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9200" y="0"/>
              <a:ext cx="5069918" cy="3111852"/>
            </a:xfrm>
            <a:custGeom>
              <a:avLst/>
              <a:gdLst>
                <a:gd name="connsiteX0" fmla="*/ 145909 w 5069918"/>
                <a:gd name="connsiteY0" fmla="*/ 0 h 3111852"/>
                <a:gd name="connsiteX1" fmla="*/ 205279 w 5069918"/>
                <a:gd name="connsiteY1" fmla="*/ 0 h 3111852"/>
                <a:gd name="connsiteX2" fmla="*/ 202868 w 5069918"/>
                <a:gd name="connsiteY2" fmla="*/ 5043 h 3111852"/>
                <a:gd name="connsiteX3" fmla="*/ 191273 w 5069918"/>
                <a:gd name="connsiteY3" fmla="*/ 30818 h 3111852"/>
                <a:gd name="connsiteX4" fmla="*/ 169129 w 5069918"/>
                <a:gd name="connsiteY4" fmla="*/ 82781 h 3111852"/>
                <a:gd name="connsiteX5" fmla="*/ 148381 w 5069918"/>
                <a:gd name="connsiteY5" fmla="*/ 135320 h 3111852"/>
                <a:gd name="connsiteX6" fmla="*/ 80903 w 5069918"/>
                <a:gd name="connsiteY6" fmla="*/ 350499 h 3111852"/>
                <a:gd name="connsiteX7" fmla="*/ 26154 w 5069918"/>
                <a:gd name="connsiteY7" fmla="*/ 796339 h 3111852"/>
                <a:gd name="connsiteX8" fmla="*/ 49170 w 5069918"/>
                <a:gd name="connsiteY8" fmla="*/ 1018931 h 3111852"/>
                <a:gd name="connsiteX9" fmla="*/ 119437 w 5069918"/>
                <a:gd name="connsiteY9" fmla="*/ 1231804 h 3111852"/>
                <a:gd name="connsiteX10" fmla="*/ 143672 w 5069918"/>
                <a:gd name="connsiteY10" fmla="*/ 1282696 h 3111852"/>
                <a:gd name="connsiteX11" fmla="*/ 170611 w 5069918"/>
                <a:gd name="connsiteY11" fmla="*/ 1332436 h 3111852"/>
                <a:gd name="connsiteX12" fmla="*/ 230330 w 5069918"/>
                <a:gd name="connsiteY12" fmla="*/ 1428867 h 3111852"/>
                <a:gd name="connsiteX13" fmla="*/ 296237 w 5069918"/>
                <a:gd name="connsiteY13" fmla="*/ 1522004 h 3111852"/>
                <a:gd name="connsiteX14" fmla="*/ 366853 w 5069918"/>
                <a:gd name="connsiteY14" fmla="*/ 1612506 h 3111852"/>
                <a:gd name="connsiteX15" fmla="*/ 513838 w 5069918"/>
                <a:gd name="connsiteY15" fmla="*/ 1791535 h 3111852"/>
                <a:gd name="connsiteX16" fmla="*/ 587330 w 5069918"/>
                <a:gd name="connsiteY16" fmla="*/ 1882283 h 3111852"/>
                <a:gd name="connsiteX17" fmla="*/ 658817 w 5069918"/>
                <a:gd name="connsiteY17" fmla="*/ 1974186 h 3111852"/>
                <a:gd name="connsiteX18" fmla="*/ 730305 w 5069918"/>
                <a:gd name="connsiteY18" fmla="*/ 2062959 h 3111852"/>
                <a:gd name="connsiteX19" fmla="*/ 805018 w 5069918"/>
                <a:gd name="connsiteY19" fmla="*/ 2148685 h 3111852"/>
                <a:gd name="connsiteX20" fmla="*/ 963424 w 5069918"/>
                <a:gd name="connsiteY20" fmla="*/ 2310337 h 3111852"/>
                <a:gd name="connsiteX21" fmla="*/ 1319204 w 5069918"/>
                <a:gd name="connsiteY21" fmla="*/ 2580196 h 3111852"/>
                <a:gd name="connsiteX22" fmla="*/ 1515882 w 5069918"/>
                <a:gd name="connsiteY22" fmla="*/ 2681651 h 3111852"/>
                <a:gd name="connsiteX23" fmla="*/ 1723456 w 5069918"/>
                <a:gd name="connsiteY23" fmla="*/ 2758319 h 3111852"/>
                <a:gd name="connsiteX24" fmla="*/ 1939662 w 5069918"/>
                <a:gd name="connsiteY24" fmla="*/ 2811269 h 3111852"/>
                <a:gd name="connsiteX25" fmla="*/ 2162581 w 5069918"/>
                <a:gd name="connsiteY25" fmla="*/ 2840916 h 3111852"/>
                <a:gd name="connsiteX26" fmla="*/ 2389597 w 5069918"/>
                <a:gd name="connsiteY26" fmla="*/ 2850221 h 3111852"/>
                <a:gd name="connsiteX27" fmla="*/ 2446002 w 5069918"/>
                <a:gd name="connsiteY27" fmla="*/ 2849808 h 3111852"/>
                <a:gd name="connsiteX28" fmla="*/ 2473638 w 5069918"/>
                <a:gd name="connsiteY28" fmla="*/ 2849151 h 3111852"/>
                <a:gd name="connsiteX29" fmla="*/ 2501187 w 5069918"/>
                <a:gd name="connsiteY29" fmla="*/ 2847832 h 3111852"/>
                <a:gd name="connsiteX30" fmla="*/ 2610685 w 5069918"/>
                <a:gd name="connsiteY30" fmla="*/ 2838774 h 3111852"/>
                <a:gd name="connsiteX31" fmla="*/ 3033071 w 5069918"/>
                <a:gd name="connsiteY31" fmla="*/ 2730979 h 3111852"/>
                <a:gd name="connsiteX32" fmla="*/ 3232974 w 5069918"/>
                <a:gd name="connsiteY32" fmla="*/ 2637430 h 3111852"/>
                <a:gd name="connsiteX33" fmla="*/ 3425990 w 5069918"/>
                <a:gd name="connsiteY33" fmla="*/ 2523622 h 3111852"/>
                <a:gd name="connsiteX34" fmla="*/ 3613601 w 5069918"/>
                <a:gd name="connsiteY34" fmla="*/ 2394827 h 3111852"/>
                <a:gd name="connsiteX35" fmla="*/ 3706185 w 5069918"/>
                <a:gd name="connsiteY35" fmla="*/ 2326642 h 3111852"/>
                <a:gd name="connsiteX36" fmla="*/ 3799729 w 5069918"/>
                <a:gd name="connsiteY36" fmla="*/ 2255904 h 3111852"/>
                <a:gd name="connsiteX37" fmla="*/ 4175561 w 5069918"/>
                <a:gd name="connsiteY37" fmla="*/ 1976821 h 3111852"/>
                <a:gd name="connsiteX38" fmla="*/ 4517132 w 5069918"/>
                <a:gd name="connsiteY38" fmla="*/ 1683080 h 3111852"/>
                <a:gd name="connsiteX39" fmla="*/ 4659758 w 5069918"/>
                <a:gd name="connsiteY39" fmla="*/ 1519452 h 3111852"/>
                <a:gd name="connsiteX40" fmla="*/ 4773178 w 5069918"/>
                <a:gd name="connsiteY40" fmla="*/ 1340423 h 3111852"/>
                <a:gd name="connsiteX41" fmla="*/ 4892092 w 5069918"/>
                <a:gd name="connsiteY41" fmla="*/ 938311 h 3111852"/>
                <a:gd name="connsiteX42" fmla="*/ 4898804 w 5069918"/>
                <a:gd name="connsiteY42" fmla="*/ 831503 h 3111852"/>
                <a:gd name="connsiteX43" fmla="*/ 4899153 w 5069918"/>
                <a:gd name="connsiteY43" fmla="*/ 776988 h 3111852"/>
                <a:gd name="connsiteX44" fmla="*/ 4898456 w 5069918"/>
                <a:gd name="connsiteY44" fmla="*/ 721484 h 3111852"/>
                <a:gd name="connsiteX45" fmla="*/ 4886774 w 5069918"/>
                <a:gd name="connsiteY45" fmla="*/ 499635 h 3111852"/>
                <a:gd name="connsiteX46" fmla="*/ 4815896 w 5069918"/>
                <a:gd name="connsiteY46" fmla="*/ 59970 h 3111852"/>
                <a:gd name="connsiteX47" fmla="*/ 4798654 w 5069918"/>
                <a:gd name="connsiteY47" fmla="*/ 0 h 3111852"/>
                <a:gd name="connsiteX48" fmla="*/ 4909441 w 5069918"/>
                <a:gd name="connsiteY48" fmla="*/ 0 h 3111852"/>
                <a:gd name="connsiteX49" fmla="*/ 4921297 w 5069918"/>
                <a:gd name="connsiteY49" fmla="*/ 34112 h 3111852"/>
                <a:gd name="connsiteX50" fmla="*/ 5027482 w 5069918"/>
                <a:gd name="connsiteY50" fmla="*/ 483740 h 3111852"/>
                <a:gd name="connsiteX51" fmla="*/ 5058082 w 5069918"/>
                <a:gd name="connsiteY51" fmla="*/ 712837 h 3111852"/>
                <a:gd name="connsiteX52" fmla="*/ 5063486 w 5069918"/>
                <a:gd name="connsiteY52" fmla="*/ 770400 h 3111852"/>
                <a:gd name="connsiteX53" fmla="*/ 5067846 w 5069918"/>
                <a:gd name="connsiteY53" fmla="*/ 829033 h 3111852"/>
                <a:gd name="connsiteX54" fmla="*/ 5069414 w 5069918"/>
                <a:gd name="connsiteY54" fmla="*/ 948521 h 3111852"/>
                <a:gd name="connsiteX55" fmla="*/ 5040732 w 5069918"/>
                <a:gd name="connsiteY55" fmla="*/ 1188571 h 3111852"/>
                <a:gd name="connsiteX56" fmla="*/ 4964102 w 5069918"/>
                <a:gd name="connsiteY56" fmla="*/ 1421620 h 3111852"/>
                <a:gd name="connsiteX57" fmla="*/ 4689486 w 5069918"/>
                <a:gd name="connsiteY57" fmla="*/ 1828757 h 3111852"/>
                <a:gd name="connsiteX58" fmla="*/ 4333792 w 5069918"/>
                <a:gd name="connsiteY58" fmla="*/ 2155355 h 3111852"/>
                <a:gd name="connsiteX59" fmla="*/ 3965196 w 5069918"/>
                <a:gd name="connsiteY59" fmla="*/ 2446790 h 3111852"/>
                <a:gd name="connsiteX60" fmla="*/ 3873745 w 5069918"/>
                <a:gd name="connsiteY60" fmla="*/ 2519916 h 3111852"/>
                <a:gd name="connsiteX61" fmla="*/ 3779416 w 5069918"/>
                <a:gd name="connsiteY61" fmla="*/ 2593454 h 3111852"/>
                <a:gd name="connsiteX62" fmla="*/ 3582739 w 5069918"/>
                <a:gd name="connsiteY62" fmla="*/ 2735343 h 3111852"/>
                <a:gd name="connsiteX63" fmla="*/ 3371851 w 5069918"/>
                <a:gd name="connsiteY63" fmla="*/ 2865126 h 3111852"/>
                <a:gd name="connsiteX64" fmla="*/ 3143614 w 5069918"/>
                <a:gd name="connsiteY64" fmla="*/ 2974568 h 3111852"/>
                <a:gd name="connsiteX65" fmla="*/ 2643552 w 5069918"/>
                <a:gd name="connsiteY65" fmla="*/ 3101304 h 3111852"/>
                <a:gd name="connsiteX66" fmla="*/ 2514264 w 5069918"/>
                <a:gd name="connsiteY66" fmla="*/ 3110445 h 3111852"/>
                <a:gd name="connsiteX67" fmla="*/ 2481920 w 5069918"/>
                <a:gd name="connsiteY67" fmla="*/ 3111598 h 3111852"/>
                <a:gd name="connsiteX68" fmla="*/ 2449664 w 5069918"/>
                <a:gd name="connsiteY68" fmla="*/ 3111763 h 3111852"/>
                <a:gd name="connsiteX69" fmla="*/ 2386284 w 5069918"/>
                <a:gd name="connsiteY69" fmla="*/ 3111022 h 3111852"/>
                <a:gd name="connsiteX70" fmla="*/ 2260658 w 5069918"/>
                <a:gd name="connsiteY70" fmla="*/ 3106080 h 3111852"/>
                <a:gd name="connsiteX71" fmla="*/ 2134945 w 5069918"/>
                <a:gd name="connsiteY71" fmla="*/ 3094716 h 3111852"/>
                <a:gd name="connsiteX72" fmla="*/ 1884564 w 5069918"/>
                <a:gd name="connsiteY72" fmla="*/ 3054200 h 3111852"/>
                <a:gd name="connsiteX73" fmla="*/ 1639764 w 5069918"/>
                <a:gd name="connsiteY73" fmla="*/ 2984286 h 3111852"/>
                <a:gd name="connsiteX74" fmla="*/ 1407081 w 5069918"/>
                <a:gd name="connsiteY74" fmla="*/ 2882913 h 3111852"/>
                <a:gd name="connsiteX75" fmla="*/ 1193491 w 5069918"/>
                <a:gd name="connsiteY75" fmla="*/ 2750989 h 3111852"/>
                <a:gd name="connsiteX76" fmla="*/ 836141 w 5069918"/>
                <a:gd name="connsiteY76" fmla="*/ 2418627 h 3111852"/>
                <a:gd name="connsiteX77" fmla="*/ 690812 w 5069918"/>
                <a:gd name="connsiteY77" fmla="*/ 2230210 h 3111852"/>
                <a:gd name="connsiteX78" fmla="*/ 562397 w 5069918"/>
                <a:gd name="connsiteY78" fmla="*/ 2033725 h 3111852"/>
                <a:gd name="connsiteX79" fmla="*/ 502504 w 5069918"/>
                <a:gd name="connsiteY79" fmla="*/ 1936223 h 3111852"/>
                <a:gd name="connsiteX80" fmla="*/ 440258 w 5069918"/>
                <a:gd name="connsiteY80" fmla="*/ 1840368 h 3111852"/>
                <a:gd name="connsiteX81" fmla="*/ 310360 w 5069918"/>
                <a:gd name="connsiteY81" fmla="*/ 1649481 h 3111852"/>
                <a:gd name="connsiteX82" fmla="*/ 246806 w 5069918"/>
                <a:gd name="connsiteY82" fmla="*/ 1552391 h 3111852"/>
                <a:gd name="connsiteX83" fmla="*/ 186303 w 5069918"/>
                <a:gd name="connsiteY83" fmla="*/ 1453160 h 3111852"/>
                <a:gd name="connsiteX84" fmla="*/ 84390 w 5069918"/>
                <a:gd name="connsiteY84" fmla="*/ 1244980 h 3111852"/>
                <a:gd name="connsiteX85" fmla="*/ 20139 w 5069918"/>
                <a:gd name="connsiteY85" fmla="*/ 1024037 h 3111852"/>
                <a:gd name="connsiteX86" fmla="*/ 0 w 5069918"/>
                <a:gd name="connsiteY86" fmla="*/ 796339 h 3111852"/>
                <a:gd name="connsiteX87" fmla="*/ 102773 w 5069918"/>
                <a:gd name="connsiteY87" fmla="*/ 121376 h 311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5069918" h="3111852">
                  <a:moveTo>
                    <a:pt x="145909" y="0"/>
                  </a:moveTo>
                  <a:lnTo>
                    <a:pt x="205279" y="0"/>
                  </a:lnTo>
                  <a:lnTo>
                    <a:pt x="202868" y="5043"/>
                  </a:lnTo>
                  <a:lnTo>
                    <a:pt x="191273" y="30818"/>
                  </a:lnTo>
                  <a:cubicBezTo>
                    <a:pt x="183688" y="48029"/>
                    <a:pt x="176016" y="65240"/>
                    <a:pt x="169129" y="82781"/>
                  </a:cubicBezTo>
                  <a:cubicBezTo>
                    <a:pt x="162242" y="100321"/>
                    <a:pt x="154658" y="117615"/>
                    <a:pt x="148381" y="135320"/>
                  </a:cubicBezTo>
                  <a:cubicBezTo>
                    <a:pt x="121529" y="205646"/>
                    <a:pt x="98775" y="277455"/>
                    <a:pt x="80903" y="350499"/>
                  </a:cubicBezTo>
                  <a:cubicBezTo>
                    <a:pt x="44636" y="496258"/>
                    <a:pt x="26067" y="646299"/>
                    <a:pt x="26154" y="796339"/>
                  </a:cubicBezTo>
                  <a:cubicBezTo>
                    <a:pt x="26590" y="871114"/>
                    <a:pt x="34001" y="945722"/>
                    <a:pt x="49170" y="1018931"/>
                  </a:cubicBezTo>
                  <a:cubicBezTo>
                    <a:pt x="65124" y="1091975"/>
                    <a:pt x="88226" y="1163454"/>
                    <a:pt x="119437" y="1231804"/>
                  </a:cubicBezTo>
                  <a:cubicBezTo>
                    <a:pt x="126847" y="1249016"/>
                    <a:pt x="135478" y="1265815"/>
                    <a:pt x="143672" y="1282696"/>
                  </a:cubicBezTo>
                  <a:cubicBezTo>
                    <a:pt x="152565" y="1299331"/>
                    <a:pt x="161021" y="1316130"/>
                    <a:pt x="170611" y="1332436"/>
                  </a:cubicBezTo>
                  <a:cubicBezTo>
                    <a:pt x="188919" y="1365375"/>
                    <a:pt x="209319" y="1397327"/>
                    <a:pt x="230330" y="1428867"/>
                  </a:cubicBezTo>
                  <a:cubicBezTo>
                    <a:pt x="251253" y="1460489"/>
                    <a:pt x="273658" y="1491288"/>
                    <a:pt x="296237" y="1522004"/>
                  </a:cubicBezTo>
                  <a:cubicBezTo>
                    <a:pt x="319165" y="1552474"/>
                    <a:pt x="342966" y="1582531"/>
                    <a:pt x="366853" y="1612506"/>
                  </a:cubicBezTo>
                  <a:cubicBezTo>
                    <a:pt x="414714" y="1672540"/>
                    <a:pt x="464756" y="1731337"/>
                    <a:pt x="513838" y="1791535"/>
                  </a:cubicBezTo>
                  <a:cubicBezTo>
                    <a:pt x="538509" y="1821510"/>
                    <a:pt x="563094" y="1851732"/>
                    <a:pt x="587330" y="1882283"/>
                  </a:cubicBezTo>
                  <a:cubicBezTo>
                    <a:pt x="611479" y="1912588"/>
                    <a:pt x="635453" y="1944787"/>
                    <a:pt x="658817" y="1974186"/>
                  </a:cubicBezTo>
                  <a:cubicBezTo>
                    <a:pt x="682008" y="2004326"/>
                    <a:pt x="706330" y="2033560"/>
                    <a:pt x="730305" y="2062959"/>
                  </a:cubicBezTo>
                  <a:cubicBezTo>
                    <a:pt x="754977" y="2091864"/>
                    <a:pt x="779474" y="2120768"/>
                    <a:pt x="805018" y="2148685"/>
                  </a:cubicBezTo>
                  <a:cubicBezTo>
                    <a:pt x="855757" y="2204847"/>
                    <a:pt x="908500" y="2258951"/>
                    <a:pt x="963424" y="2310337"/>
                  </a:cubicBezTo>
                  <a:cubicBezTo>
                    <a:pt x="1073444" y="2412862"/>
                    <a:pt x="1192183" y="2504353"/>
                    <a:pt x="1319204" y="2580196"/>
                  </a:cubicBezTo>
                  <a:cubicBezTo>
                    <a:pt x="1382846" y="2617913"/>
                    <a:pt x="1448143" y="2652500"/>
                    <a:pt x="1515882" y="2681651"/>
                  </a:cubicBezTo>
                  <a:cubicBezTo>
                    <a:pt x="1583184" y="2711626"/>
                    <a:pt x="1652666" y="2736908"/>
                    <a:pt x="1723456" y="2758319"/>
                  </a:cubicBezTo>
                  <a:cubicBezTo>
                    <a:pt x="1794246" y="2779812"/>
                    <a:pt x="1866431" y="2797188"/>
                    <a:pt x="1939662" y="2811269"/>
                  </a:cubicBezTo>
                  <a:cubicBezTo>
                    <a:pt x="2012981" y="2825104"/>
                    <a:pt x="2087519" y="2834574"/>
                    <a:pt x="2162581" y="2840916"/>
                  </a:cubicBezTo>
                  <a:cubicBezTo>
                    <a:pt x="2237643" y="2847338"/>
                    <a:pt x="2313489" y="2850139"/>
                    <a:pt x="2389597" y="2850221"/>
                  </a:cubicBezTo>
                  <a:cubicBezTo>
                    <a:pt x="2408602" y="2850221"/>
                    <a:pt x="2427869" y="2850550"/>
                    <a:pt x="2446002" y="2849808"/>
                  </a:cubicBezTo>
                  <a:lnTo>
                    <a:pt x="2473638" y="2849151"/>
                  </a:lnTo>
                  <a:lnTo>
                    <a:pt x="2501187" y="2847832"/>
                  </a:lnTo>
                  <a:cubicBezTo>
                    <a:pt x="2537890" y="2846268"/>
                    <a:pt x="2574418" y="2842809"/>
                    <a:pt x="2610685" y="2838774"/>
                  </a:cubicBezTo>
                  <a:cubicBezTo>
                    <a:pt x="2755926" y="2821975"/>
                    <a:pt x="2897244" y="2785164"/>
                    <a:pt x="3033071" y="2730979"/>
                  </a:cubicBezTo>
                  <a:cubicBezTo>
                    <a:pt x="3101158" y="2704132"/>
                    <a:pt x="3167589" y="2672263"/>
                    <a:pt x="3232974" y="2637430"/>
                  </a:cubicBezTo>
                  <a:cubicBezTo>
                    <a:pt x="3298446" y="2602760"/>
                    <a:pt x="3362697" y="2564303"/>
                    <a:pt x="3425990" y="2523622"/>
                  </a:cubicBezTo>
                  <a:cubicBezTo>
                    <a:pt x="3489282" y="2482859"/>
                    <a:pt x="3551529" y="2439461"/>
                    <a:pt x="3613601" y="2394827"/>
                  </a:cubicBezTo>
                  <a:cubicBezTo>
                    <a:pt x="3644549" y="2372511"/>
                    <a:pt x="3675411" y="2349617"/>
                    <a:pt x="3706185" y="2326642"/>
                  </a:cubicBezTo>
                  <a:lnTo>
                    <a:pt x="3799729" y="2255904"/>
                  </a:lnTo>
                  <a:cubicBezTo>
                    <a:pt x="3926402" y="2160954"/>
                    <a:pt x="4053597" y="2070123"/>
                    <a:pt x="4175561" y="1976821"/>
                  </a:cubicBezTo>
                  <a:cubicBezTo>
                    <a:pt x="4297526" y="1883601"/>
                    <a:pt x="4414084" y="1787582"/>
                    <a:pt x="4517132" y="1683080"/>
                  </a:cubicBezTo>
                  <a:cubicBezTo>
                    <a:pt x="4568480" y="1630705"/>
                    <a:pt x="4616604" y="1576438"/>
                    <a:pt x="4659758" y="1519452"/>
                  </a:cubicBezTo>
                  <a:cubicBezTo>
                    <a:pt x="4702650" y="1462383"/>
                    <a:pt x="4741184" y="1402845"/>
                    <a:pt x="4773178" y="1340423"/>
                  </a:cubicBezTo>
                  <a:cubicBezTo>
                    <a:pt x="4837865" y="1215829"/>
                    <a:pt x="4877446" y="1079787"/>
                    <a:pt x="4892092" y="938311"/>
                  </a:cubicBezTo>
                  <a:cubicBezTo>
                    <a:pt x="4895666" y="902982"/>
                    <a:pt x="4897845" y="867325"/>
                    <a:pt x="4898804" y="831503"/>
                  </a:cubicBezTo>
                  <a:cubicBezTo>
                    <a:pt x="4899066" y="813633"/>
                    <a:pt x="4899414" y="795764"/>
                    <a:pt x="4899153" y="776988"/>
                  </a:cubicBezTo>
                  <a:cubicBezTo>
                    <a:pt x="4898979" y="758460"/>
                    <a:pt x="4899066" y="740012"/>
                    <a:pt x="4898456" y="721484"/>
                  </a:cubicBezTo>
                  <a:cubicBezTo>
                    <a:pt x="4896974" y="647452"/>
                    <a:pt x="4893226" y="573502"/>
                    <a:pt x="4886774" y="499635"/>
                  </a:cubicBezTo>
                  <a:cubicBezTo>
                    <a:pt x="4873610" y="351981"/>
                    <a:pt x="4851030" y="204740"/>
                    <a:pt x="4815896" y="59970"/>
                  </a:cubicBezTo>
                  <a:lnTo>
                    <a:pt x="4798654" y="0"/>
                  </a:lnTo>
                  <a:lnTo>
                    <a:pt x="4909441" y="0"/>
                  </a:lnTo>
                  <a:lnTo>
                    <a:pt x="4921297" y="34112"/>
                  </a:lnTo>
                  <a:cubicBezTo>
                    <a:pt x="4966630" y="181436"/>
                    <a:pt x="5002460" y="331724"/>
                    <a:pt x="5027482" y="483740"/>
                  </a:cubicBezTo>
                  <a:cubicBezTo>
                    <a:pt x="5040123" y="559749"/>
                    <a:pt x="5050323" y="636170"/>
                    <a:pt x="5058082" y="712837"/>
                  </a:cubicBezTo>
                  <a:cubicBezTo>
                    <a:pt x="5060261" y="732025"/>
                    <a:pt x="5061743" y="751213"/>
                    <a:pt x="5063486" y="770400"/>
                  </a:cubicBezTo>
                  <a:cubicBezTo>
                    <a:pt x="5065318" y="789340"/>
                    <a:pt x="5066625" y="809186"/>
                    <a:pt x="5067846" y="829033"/>
                  </a:cubicBezTo>
                  <a:cubicBezTo>
                    <a:pt x="5069851" y="868643"/>
                    <a:pt x="5070461" y="908500"/>
                    <a:pt x="5069414" y="948521"/>
                  </a:cubicBezTo>
                  <a:cubicBezTo>
                    <a:pt x="5067060" y="1028483"/>
                    <a:pt x="5057820" y="1109021"/>
                    <a:pt x="5040732" y="1188571"/>
                  </a:cubicBezTo>
                  <a:cubicBezTo>
                    <a:pt x="5023123" y="1268038"/>
                    <a:pt x="4997578" y="1346435"/>
                    <a:pt x="4964102" y="1421620"/>
                  </a:cubicBezTo>
                  <a:cubicBezTo>
                    <a:pt x="4897409" y="1572485"/>
                    <a:pt x="4799942" y="1709020"/>
                    <a:pt x="4689486" y="1828757"/>
                  </a:cubicBezTo>
                  <a:cubicBezTo>
                    <a:pt x="4579116" y="1949234"/>
                    <a:pt x="4456716" y="2054888"/>
                    <a:pt x="4333792" y="2155355"/>
                  </a:cubicBezTo>
                  <a:cubicBezTo>
                    <a:pt x="4210520" y="2255657"/>
                    <a:pt x="4085853" y="2350524"/>
                    <a:pt x="3965196" y="2446790"/>
                  </a:cubicBezTo>
                  <a:lnTo>
                    <a:pt x="3873745" y="2519916"/>
                  </a:lnTo>
                  <a:cubicBezTo>
                    <a:pt x="3842621" y="2544539"/>
                    <a:pt x="3811324" y="2569162"/>
                    <a:pt x="3779416" y="2593454"/>
                  </a:cubicBezTo>
                  <a:cubicBezTo>
                    <a:pt x="3715862" y="2642123"/>
                    <a:pt x="3650652" y="2689804"/>
                    <a:pt x="3582739" y="2735343"/>
                  </a:cubicBezTo>
                  <a:cubicBezTo>
                    <a:pt x="3514913" y="2780800"/>
                    <a:pt x="3445170" y="2824939"/>
                    <a:pt x="3371851" y="2865126"/>
                  </a:cubicBezTo>
                  <a:cubicBezTo>
                    <a:pt x="3298533" y="2905230"/>
                    <a:pt x="3222687" y="2942452"/>
                    <a:pt x="3143614" y="2974568"/>
                  </a:cubicBezTo>
                  <a:cubicBezTo>
                    <a:pt x="2985994" y="3039625"/>
                    <a:pt x="2815732" y="3083105"/>
                    <a:pt x="2643552" y="3101304"/>
                  </a:cubicBezTo>
                  <a:cubicBezTo>
                    <a:pt x="2600484" y="3105587"/>
                    <a:pt x="2557331" y="3109046"/>
                    <a:pt x="2514264" y="3110445"/>
                  </a:cubicBezTo>
                  <a:lnTo>
                    <a:pt x="2481920" y="3111598"/>
                  </a:lnTo>
                  <a:lnTo>
                    <a:pt x="2449664" y="3111763"/>
                  </a:lnTo>
                  <a:cubicBezTo>
                    <a:pt x="2427869" y="3112092"/>
                    <a:pt x="2407207" y="3111434"/>
                    <a:pt x="2386284" y="3111022"/>
                  </a:cubicBezTo>
                  <a:cubicBezTo>
                    <a:pt x="2344525" y="3110528"/>
                    <a:pt x="2302505" y="3108140"/>
                    <a:pt x="2260658" y="3106080"/>
                  </a:cubicBezTo>
                  <a:cubicBezTo>
                    <a:pt x="2218725" y="3102787"/>
                    <a:pt x="2176791" y="3099740"/>
                    <a:pt x="2134945" y="3094716"/>
                  </a:cubicBezTo>
                  <a:cubicBezTo>
                    <a:pt x="2051165" y="3085246"/>
                    <a:pt x="1967473" y="3072317"/>
                    <a:pt x="1884564" y="3054200"/>
                  </a:cubicBezTo>
                  <a:cubicBezTo>
                    <a:pt x="1801657" y="3036084"/>
                    <a:pt x="1719708" y="3012778"/>
                    <a:pt x="1639764" y="2984286"/>
                  </a:cubicBezTo>
                  <a:cubicBezTo>
                    <a:pt x="1559820" y="2955710"/>
                    <a:pt x="1481969" y="2921618"/>
                    <a:pt x="1407081" y="2882913"/>
                  </a:cubicBezTo>
                  <a:cubicBezTo>
                    <a:pt x="1332455" y="2843633"/>
                    <a:pt x="1260794" y="2799741"/>
                    <a:pt x="1193491" y="2750989"/>
                  </a:cubicBezTo>
                  <a:cubicBezTo>
                    <a:pt x="1058362" y="2653982"/>
                    <a:pt x="939973" y="2540257"/>
                    <a:pt x="836141" y="2418627"/>
                  </a:cubicBezTo>
                  <a:cubicBezTo>
                    <a:pt x="784444" y="2357523"/>
                    <a:pt x="736321" y="2294444"/>
                    <a:pt x="690812" y="2230210"/>
                  </a:cubicBezTo>
                  <a:cubicBezTo>
                    <a:pt x="645217" y="2165978"/>
                    <a:pt x="602674" y="2100345"/>
                    <a:pt x="562397" y="2033725"/>
                  </a:cubicBezTo>
                  <a:cubicBezTo>
                    <a:pt x="541823" y="2000044"/>
                    <a:pt x="522992" y="1968504"/>
                    <a:pt x="502504" y="1936223"/>
                  </a:cubicBezTo>
                  <a:cubicBezTo>
                    <a:pt x="482192" y="1904189"/>
                    <a:pt x="461530" y="1872155"/>
                    <a:pt x="440258" y="1840368"/>
                  </a:cubicBezTo>
                  <a:lnTo>
                    <a:pt x="310360" y="1649481"/>
                  </a:lnTo>
                  <a:cubicBezTo>
                    <a:pt x="288826" y="1617365"/>
                    <a:pt x="267555" y="1585084"/>
                    <a:pt x="246806" y="1552391"/>
                  </a:cubicBezTo>
                  <a:cubicBezTo>
                    <a:pt x="226057" y="1519698"/>
                    <a:pt x="205483" y="1486923"/>
                    <a:pt x="186303" y="1453160"/>
                  </a:cubicBezTo>
                  <a:cubicBezTo>
                    <a:pt x="147857" y="1385962"/>
                    <a:pt x="112550" y="1316790"/>
                    <a:pt x="84390" y="1244980"/>
                  </a:cubicBezTo>
                  <a:cubicBezTo>
                    <a:pt x="55708" y="1173418"/>
                    <a:pt x="34436" y="1099222"/>
                    <a:pt x="20139" y="1024037"/>
                  </a:cubicBezTo>
                  <a:cubicBezTo>
                    <a:pt x="6452" y="948852"/>
                    <a:pt x="0" y="872513"/>
                    <a:pt x="0" y="796339"/>
                  </a:cubicBezTo>
                  <a:cubicBezTo>
                    <a:pt x="850" y="568560"/>
                    <a:pt x="36028" y="341245"/>
                    <a:pt x="102773" y="1213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uphemia"/>
                <a:ea typeface="+mn-ea"/>
                <a:cs typeface="+mn-cs"/>
              </a:endParaRPr>
            </a:p>
          </p:txBody>
        </p:sp>
        <p:sp>
          <p:nvSpPr>
            <p:cNvPr id="85" name="Freeform: Shape 84">
              <a:extLst>
                <a:ext uri="{FF2B5EF4-FFF2-40B4-BE49-F238E27FC236}">
                  <a16:creationId xmlns:a16="http://schemas.microsoft.com/office/drawing/2014/main" id="{31BCBF53-F859-485D-8008-16DE1F4FB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3885" y="1"/>
              <a:ext cx="4960549" cy="2918955"/>
            </a:xfrm>
            <a:custGeom>
              <a:avLst/>
              <a:gdLst>
                <a:gd name="connsiteX0" fmla="*/ 154335 w 4960549"/>
                <a:gd name="connsiteY0" fmla="*/ 0 h 2918955"/>
                <a:gd name="connsiteX1" fmla="*/ 347871 w 4960549"/>
                <a:gd name="connsiteY1" fmla="*/ 0 h 2918955"/>
                <a:gd name="connsiteX2" fmla="*/ 268143 w 4960549"/>
                <a:gd name="connsiteY2" fmla="*/ 165468 h 2918955"/>
                <a:gd name="connsiteX3" fmla="*/ 199554 w 4960549"/>
                <a:gd name="connsiteY3" fmla="*/ 358938 h 2918955"/>
                <a:gd name="connsiteX4" fmla="*/ 142104 w 4960549"/>
                <a:gd name="connsiteY4" fmla="*/ 762944 h 2918955"/>
                <a:gd name="connsiteX5" fmla="*/ 166339 w 4960549"/>
                <a:gd name="connsiteY5" fmla="*/ 960748 h 2918955"/>
                <a:gd name="connsiteX6" fmla="*/ 237914 w 4960549"/>
                <a:gd name="connsiteY6" fmla="*/ 1145787 h 2918955"/>
                <a:gd name="connsiteX7" fmla="*/ 287868 w 4960549"/>
                <a:gd name="connsiteY7" fmla="*/ 1232913 h 2918955"/>
                <a:gd name="connsiteX8" fmla="*/ 345232 w 4960549"/>
                <a:gd name="connsiteY8" fmla="*/ 1317239 h 2918955"/>
                <a:gd name="connsiteX9" fmla="*/ 477745 w 4960549"/>
                <a:gd name="connsiteY9" fmla="*/ 1480209 h 2918955"/>
                <a:gd name="connsiteX10" fmla="*/ 621156 w 4960549"/>
                <a:gd name="connsiteY10" fmla="*/ 1644414 h 2918955"/>
                <a:gd name="connsiteX11" fmla="*/ 692469 w 4960549"/>
                <a:gd name="connsiteY11" fmla="*/ 1730140 h 2918955"/>
                <a:gd name="connsiteX12" fmla="*/ 726731 w 4960549"/>
                <a:gd name="connsiteY12" fmla="*/ 1772220 h 2918955"/>
                <a:gd name="connsiteX13" fmla="*/ 760295 w 4960549"/>
                <a:gd name="connsiteY13" fmla="*/ 1812489 h 2918955"/>
                <a:gd name="connsiteX14" fmla="*/ 1048685 w 4960549"/>
                <a:gd name="connsiteY14" fmla="*/ 2110101 h 2918955"/>
                <a:gd name="connsiteX15" fmla="*/ 1202035 w 4960549"/>
                <a:gd name="connsiteY15" fmla="*/ 2244002 h 2918955"/>
                <a:gd name="connsiteX16" fmla="*/ 1362620 w 4960549"/>
                <a:gd name="connsiteY16" fmla="*/ 2367443 h 2918955"/>
                <a:gd name="connsiteX17" fmla="*/ 1721364 w 4960549"/>
                <a:gd name="connsiteY17" fmla="*/ 2562694 h 2918955"/>
                <a:gd name="connsiteX18" fmla="*/ 1922052 w 4960549"/>
                <a:gd name="connsiteY18" fmla="*/ 2617868 h 2918955"/>
                <a:gd name="connsiteX19" fmla="*/ 1973488 w 4960549"/>
                <a:gd name="connsiteY19" fmla="*/ 2627586 h 2918955"/>
                <a:gd name="connsiteX20" fmla="*/ 2025360 w 4960549"/>
                <a:gd name="connsiteY20" fmla="*/ 2635738 h 2918955"/>
                <a:gd name="connsiteX21" fmla="*/ 2130063 w 4960549"/>
                <a:gd name="connsiteY21" fmla="*/ 2647432 h 2918955"/>
                <a:gd name="connsiteX22" fmla="*/ 2182719 w 4960549"/>
                <a:gd name="connsiteY22" fmla="*/ 2651220 h 2918955"/>
                <a:gd name="connsiteX23" fmla="*/ 2235551 w 4960549"/>
                <a:gd name="connsiteY23" fmla="*/ 2653855 h 2918955"/>
                <a:gd name="connsiteX24" fmla="*/ 2288556 w 4960549"/>
                <a:gd name="connsiteY24" fmla="*/ 2655008 h 2918955"/>
                <a:gd name="connsiteX25" fmla="*/ 2341648 w 4960549"/>
                <a:gd name="connsiteY25" fmla="*/ 2654761 h 2918955"/>
                <a:gd name="connsiteX26" fmla="*/ 2368238 w 4960549"/>
                <a:gd name="connsiteY26" fmla="*/ 2654514 h 2918955"/>
                <a:gd name="connsiteX27" fmla="*/ 2393869 w 4960549"/>
                <a:gd name="connsiteY27" fmla="*/ 2653443 h 2918955"/>
                <a:gd name="connsiteX28" fmla="*/ 2419413 w 4960549"/>
                <a:gd name="connsiteY28" fmla="*/ 2652208 h 2918955"/>
                <a:gd name="connsiteX29" fmla="*/ 2444869 w 4960549"/>
                <a:gd name="connsiteY29" fmla="*/ 2650232 h 2918955"/>
                <a:gd name="connsiteX30" fmla="*/ 2545823 w 4960549"/>
                <a:gd name="connsiteY30" fmla="*/ 2638456 h 2918955"/>
                <a:gd name="connsiteX31" fmla="*/ 2930373 w 4960549"/>
                <a:gd name="connsiteY31" fmla="*/ 2519213 h 2918955"/>
                <a:gd name="connsiteX32" fmla="*/ 3285631 w 4960549"/>
                <a:gd name="connsiteY32" fmla="*/ 2310210 h 2918955"/>
                <a:gd name="connsiteX33" fmla="*/ 3371764 w 4960549"/>
                <a:gd name="connsiteY33" fmla="*/ 2248778 h 2918955"/>
                <a:gd name="connsiteX34" fmla="*/ 3457898 w 4960549"/>
                <a:gd name="connsiteY34" fmla="*/ 2185286 h 2918955"/>
                <a:gd name="connsiteX35" fmla="*/ 3632344 w 4960549"/>
                <a:gd name="connsiteY35" fmla="*/ 2053527 h 2918955"/>
                <a:gd name="connsiteX36" fmla="*/ 3990915 w 4960549"/>
                <a:gd name="connsiteY36" fmla="*/ 1798490 h 2918955"/>
                <a:gd name="connsiteX37" fmla="*/ 4324988 w 4960549"/>
                <a:gd name="connsiteY37" fmla="*/ 1544854 h 2918955"/>
                <a:gd name="connsiteX38" fmla="*/ 4592107 w 4960549"/>
                <a:gd name="connsiteY38" fmla="*/ 1254159 h 2918955"/>
                <a:gd name="connsiteX39" fmla="*/ 4683123 w 4960549"/>
                <a:gd name="connsiteY39" fmla="*/ 1085179 h 2918955"/>
                <a:gd name="connsiteX40" fmla="*/ 4738568 w 4960549"/>
                <a:gd name="connsiteY40" fmla="*/ 900551 h 2918955"/>
                <a:gd name="connsiteX41" fmla="*/ 4753913 w 4960549"/>
                <a:gd name="connsiteY41" fmla="*/ 803708 h 2918955"/>
                <a:gd name="connsiteX42" fmla="*/ 4756441 w 4960549"/>
                <a:gd name="connsiteY42" fmla="*/ 779167 h 2918955"/>
                <a:gd name="connsiteX43" fmla="*/ 4758358 w 4960549"/>
                <a:gd name="connsiteY43" fmla="*/ 754133 h 2918955"/>
                <a:gd name="connsiteX44" fmla="*/ 4761147 w 4960549"/>
                <a:gd name="connsiteY44" fmla="*/ 702417 h 2918955"/>
                <a:gd name="connsiteX45" fmla="*/ 4756353 w 4960549"/>
                <a:gd name="connsiteY45" fmla="*/ 495638 h 2918955"/>
                <a:gd name="connsiteX46" fmla="*/ 4725578 w 4960549"/>
                <a:gd name="connsiteY46" fmla="*/ 291411 h 2918955"/>
                <a:gd name="connsiteX47" fmla="*/ 4673358 w 4960549"/>
                <a:gd name="connsiteY47" fmla="*/ 92042 h 2918955"/>
                <a:gd name="connsiteX48" fmla="*/ 4644342 w 4960549"/>
                <a:gd name="connsiteY48" fmla="*/ 0 h 2918955"/>
                <a:gd name="connsiteX49" fmla="*/ 4862756 w 4960549"/>
                <a:gd name="connsiteY49" fmla="*/ 0 h 2918955"/>
                <a:gd name="connsiteX50" fmla="*/ 4876138 w 4960549"/>
                <a:gd name="connsiteY50" fmla="*/ 45680 h 2918955"/>
                <a:gd name="connsiteX51" fmla="*/ 4911707 w 4960549"/>
                <a:gd name="connsiteY51" fmla="*/ 263329 h 2918955"/>
                <a:gd name="connsiteX52" fmla="*/ 4934809 w 4960549"/>
                <a:gd name="connsiteY52" fmla="*/ 481145 h 2918955"/>
                <a:gd name="connsiteX53" fmla="*/ 4953205 w 4960549"/>
                <a:gd name="connsiteY53" fmla="*/ 698959 h 2918955"/>
                <a:gd name="connsiteX54" fmla="*/ 4956953 w 4960549"/>
                <a:gd name="connsiteY54" fmla="*/ 753557 h 2918955"/>
                <a:gd name="connsiteX55" fmla="*/ 4958611 w 4960549"/>
                <a:gd name="connsiteY55" fmla="*/ 781638 h 2918955"/>
                <a:gd name="connsiteX56" fmla="*/ 4959831 w 4960549"/>
                <a:gd name="connsiteY56" fmla="*/ 810213 h 2918955"/>
                <a:gd name="connsiteX57" fmla="*/ 4958174 w 4960549"/>
                <a:gd name="connsiteY57" fmla="*/ 925338 h 2918955"/>
                <a:gd name="connsiteX58" fmla="*/ 4834030 w 4960549"/>
                <a:gd name="connsiteY58" fmla="*/ 1377519 h 2918955"/>
                <a:gd name="connsiteX59" fmla="*/ 4558106 w 4960549"/>
                <a:gd name="connsiteY59" fmla="*/ 1761515 h 2918955"/>
                <a:gd name="connsiteX60" fmla="*/ 4389937 w 4960549"/>
                <a:gd name="connsiteY60" fmla="*/ 1921603 h 2918955"/>
                <a:gd name="connsiteX61" fmla="*/ 4214618 w 4960549"/>
                <a:gd name="connsiteY61" fmla="*/ 2067115 h 2918955"/>
                <a:gd name="connsiteX62" fmla="*/ 3858489 w 4960549"/>
                <a:gd name="connsiteY62" fmla="*/ 2329316 h 2918955"/>
                <a:gd name="connsiteX63" fmla="*/ 3768868 w 4960549"/>
                <a:gd name="connsiteY63" fmla="*/ 2393301 h 2918955"/>
                <a:gd name="connsiteX64" fmla="*/ 3676806 w 4960549"/>
                <a:gd name="connsiteY64" fmla="*/ 2457698 h 2918955"/>
                <a:gd name="connsiteX65" fmla="*/ 3582477 w 4960549"/>
                <a:gd name="connsiteY65" fmla="*/ 2521272 h 2918955"/>
                <a:gd name="connsiteX66" fmla="*/ 3485185 w 4960549"/>
                <a:gd name="connsiteY66" fmla="*/ 2583035 h 2918955"/>
                <a:gd name="connsiteX67" fmla="*/ 3280923 w 4960549"/>
                <a:gd name="connsiteY67" fmla="*/ 2698983 h 2918955"/>
                <a:gd name="connsiteX68" fmla="*/ 3061230 w 4960549"/>
                <a:gd name="connsiteY68" fmla="*/ 2797555 h 2918955"/>
                <a:gd name="connsiteX69" fmla="*/ 2583137 w 4960549"/>
                <a:gd name="connsiteY69" fmla="*/ 2910950 h 2918955"/>
                <a:gd name="connsiteX70" fmla="*/ 2460038 w 4960549"/>
                <a:gd name="connsiteY70" fmla="*/ 2918280 h 2918955"/>
                <a:gd name="connsiteX71" fmla="*/ 2429263 w 4960549"/>
                <a:gd name="connsiteY71" fmla="*/ 2918938 h 2918955"/>
                <a:gd name="connsiteX72" fmla="*/ 2398576 w 4960549"/>
                <a:gd name="connsiteY72" fmla="*/ 2918774 h 2918955"/>
                <a:gd name="connsiteX73" fmla="*/ 2367977 w 4960549"/>
                <a:gd name="connsiteY73" fmla="*/ 2918444 h 2918955"/>
                <a:gd name="connsiteX74" fmla="*/ 2338249 w 4960549"/>
                <a:gd name="connsiteY74" fmla="*/ 2917374 h 2918955"/>
                <a:gd name="connsiteX75" fmla="*/ 2100770 w 4960549"/>
                <a:gd name="connsiteY75" fmla="*/ 2899503 h 2918955"/>
                <a:gd name="connsiteX76" fmla="*/ 1864776 w 4960549"/>
                <a:gd name="connsiteY76" fmla="*/ 2860141 h 2918955"/>
                <a:gd name="connsiteX77" fmla="*/ 1632964 w 4960549"/>
                <a:gd name="connsiteY77" fmla="*/ 2798461 h 2918955"/>
                <a:gd name="connsiteX78" fmla="*/ 1189219 w 4960549"/>
                <a:gd name="connsiteY78" fmla="*/ 2613010 h 2918955"/>
                <a:gd name="connsiteX79" fmla="*/ 815305 w 4960549"/>
                <a:gd name="connsiteY79" fmla="*/ 2324292 h 2918955"/>
                <a:gd name="connsiteX80" fmla="*/ 663699 w 4960549"/>
                <a:gd name="connsiteY80" fmla="*/ 2150535 h 2918955"/>
                <a:gd name="connsiteX81" fmla="*/ 531274 w 4960549"/>
                <a:gd name="connsiteY81" fmla="*/ 1966565 h 2918955"/>
                <a:gd name="connsiteX82" fmla="*/ 500325 w 4960549"/>
                <a:gd name="connsiteY82" fmla="*/ 1919709 h 2918955"/>
                <a:gd name="connsiteX83" fmla="*/ 470771 w 4960549"/>
                <a:gd name="connsiteY83" fmla="*/ 1874252 h 2918955"/>
                <a:gd name="connsiteX84" fmla="*/ 412448 w 4960549"/>
                <a:gd name="connsiteY84" fmla="*/ 1786137 h 2918955"/>
                <a:gd name="connsiteX85" fmla="*/ 291616 w 4960549"/>
                <a:gd name="connsiteY85" fmla="*/ 1606122 h 2918955"/>
                <a:gd name="connsiteX86" fmla="*/ 173662 w 4960549"/>
                <a:gd name="connsiteY86" fmla="*/ 1415812 h 2918955"/>
                <a:gd name="connsiteX87" fmla="*/ 120483 w 4960549"/>
                <a:gd name="connsiteY87" fmla="*/ 1314934 h 2918955"/>
                <a:gd name="connsiteX88" fmla="*/ 75324 w 4960549"/>
                <a:gd name="connsiteY88" fmla="*/ 1209361 h 2918955"/>
                <a:gd name="connsiteX89" fmla="*/ 40713 w 4960549"/>
                <a:gd name="connsiteY89" fmla="*/ 1099837 h 2918955"/>
                <a:gd name="connsiteX90" fmla="*/ 27811 w 4960549"/>
                <a:gd name="connsiteY90" fmla="*/ 1044004 h 2918955"/>
                <a:gd name="connsiteX91" fmla="*/ 22144 w 4960549"/>
                <a:gd name="connsiteY91" fmla="*/ 1016004 h 2918955"/>
                <a:gd name="connsiteX92" fmla="*/ 17436 w 4960549"/>
                <a:gd name="connsiteY92" fmla="*/ 987923 h 2918955"/>
                <a:gd name="connsiteX93" fmla="*/ 0 w 4960549"/>
                <a:gd name="connsiteY93" fmla="*/ 762944 h 2918955"/>
                <a:gd name="connsiteX94" fmla="*/ 48385 w 4960549"/>
                <a:gd name="connsiteY94" fmla="*/ 324597 h 2918955"/>
                <a:gd name="connsiteX95" fmla="*/ 108474 w 4960549"/>
                <a:gd name="connsiteY95" fmla="*/ 110839 h 2918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4960549" h="2918955">
                  <a:moveTo>
                    <a:pt x="154335" y="0"/>
                  </a:moveTo>
                  <a:lnTo>
                    <a:pt x="347871" y="0"/>
                  </a:lnTo>
                  <a:lnTo>
                    <a:pt x="268143" y="165468"/>
                  </a:lnTo>
                  <a:cubicBezTo>
                    <a:pt x="241575" y="228661"/>
                    <a:pt x="218473" y="293182"/>
                    <a:pt x="199554" y="358938"/>
                  </a:cubicBezTo>
                  <a:cubicBezTo>
                    <a:pt x="161632" y="490121"/>
                    <a:pt x="142016" y="626491"/>
                    <a:pt x="142104" y="762944"/>
                  </a:cubicBezTo>
                  <a:cubicBezTo>
                    <a:pt x="142888" y="829977"/>
                    <a:pt x="149862" y="896516"/>
                    <a:pt x="166339" y="960748"/>
                  </a:cubicBezTo>
                  <a:cubicBezTo>
                    <a:pt x="182555" y="1025063"/>
                    <a:pt x="207750" y="1086579"/>
                    <a:pt x="237914" y="1145787"/>
                  </a:cubicBezTo>
                  <a:cubicBezTo>
                    <a:pt x="253170" y="1175351"/>
                    <a:pt x="270084" y="1204338"/>
                    <a:pt x="287868" y="1232913"/>
                  </a:cubicBezTo>
                  <a:cubicBezTo>
                    <a:pt x="305914" y="1261406"/>
                    <a:pt x="325181" y="1289488"/>
                    <a:pt x="345232" y="1317239"/>
                  </a:cubicBezTo>
                  <a:cubicBezTo>
                    <a:pt x="385858" y="1372578"/>
                    <a:pt x="431017" y="1426270"/>
                    <a:pt x="477745" y="1480209"/>
                  </a:cubicBezTo>
                  <a:cubicBezTo>
                    <a:pt x="524474" y="1534231"/>
                    <a:pt x="573294" y="1588252"/>
                    <a:pt x="621156" y="1644414"/>
                  </a:cubicBezTo>
                  <a:cubicBezTo>
                    <a:pt x="645130" y="1672413"/>
                    <a:pt x="668843" y="1701070"/>
                    <a:pt x="692469" y="1730140"/>
                  </a:cubicBezTo>
                  <a:lnTo>
                    <a:pt x="726731" y="1772220"/>
                  </a:lnTo>
                  <a:cubicBezTo>
                    <a:pt x="737977" y="1785644"/>
                    <a:pt x="748700" y="1799396"/>
                    <a:pt x="760295" y="1812489"/>
                  </a:cubicBezTo>
                  <a:cubicBezTo>
                    <a:pt x="850788" y="1919050"/>
                    <a:pt x="948952" y="2017128"/>
                    <a:pt x="1048685" y="2110101"/>
                  </a:cubicBezTo>
                  <a:cubicBezTo>
                    <a:pt x="1098814" y="2156382"/>
                    <a:pt x="1149814" y="2201097"/>
                    <a:pt x="1202035" y="2244002"/>
                  </a:cubicBezTo>
                  <a:cubicBezTo>
                    <a:pt x="1254256" y="2286906"/>
                    <a:pt x="1307435" y="2328410"/>
                    <a:pt x="1362620" y="2367443"/>
                  </a:cubicBezTo>
                  <a:cubicBezTo>
                    <a:pt x="1472554" y="2445675"/>
                    <a:pt x="1591118" y="2515590"/>
                    <a:pt x="1721364" y="2562694"/>
                  </a:cubicBezTo>
                  <a:cubicBezTo>
                    <a:pt x="1786314" y="2586246"/>
                    <a:pt x="1853617" y="2604280"/>
                    <a:pt x="1922052" y="2617868"/>
                  </a:cubicBezTo>
                  <a:cubicBezTo>
                    <a:pt x="1939227" y="2621080"/>
                    <a:pt x="1956227" y="2624786"/>
                    <a:pt x="1973488" y="2627586"/>
                  </a:cubicBezTo>
                  <a:lnTo>
                    <a:pt x="2025360" y="2635738"/>
                  </a:lnTo>
                  <a:cubicBezTo>
                    <a:pt x="2060145" y="2640103"/>
                    <a:pt x="2094930" y="2644714"/>
                    <a:pt x="2130063" y="2647432"/>
                  </a:cubicBezTo>
                  <a:cubicBezTo>
                    <a:pt x="2147587" y="2648996"/>
                    <a:pt x="2165109" y="2650479"/>
                    <a:pt x="2182719" y="2651220"/>
                  </a:cubicBezTo>
                  <a:cubicBezTo>
                    <a:pt x="2200330" y="2652043"/>
                    <a:pt x="2217853" y="2653361"/>
                    <a:pt x="2235551" y="2653855"/>
                  </a:cubicBezTo>
                  <a:lnTo>
                    <a:pt x="2288556" y="2655008"/>
                  </a:lnTo>
                  <a:cubicBezTo>
                    <a:pt x="2306166" y="2655419"/>
                    <a:pt x="2323951" y="2654843"/>
                    <a:pt x="2341648" y="2654761"/>
                  </a:cubicBezTo>
                  <a:lnTo>
                    <a:pt x="2368238" y="2654514"/>
                  </a:lnTo>
                  <a:cubicBezTo>
                    <a:pt x="2376869" y="2654267"/>
                    <a:pt x="2385325" y="2653773"/>
                    <a:pt x="2393869" y="2653443"/>
                  </a:cubicBezTo>
                  <a:cubicBezTo>
                    <a:pt x="2402412" y="2653031"/>
                    <a:pt x="2410956" y="2652785"/>
                    <a:pt x="2419413" y="2652208"/>
                  </a:cubicBezTo>
                  <a:lnTo>
                    <a:pt x="2444869" y="2650232"/>
                  </a:lnTo>
                  <a:cubicBezTo>
                    <a:pt x="2478782" y="2647679"/>
                    <a:pt x="2512433" y="2643397"/>
                    <a:pt x="2545823" y="2638456"/>
                  </a:cubicBezTo>
                  <a:cubicBezTo>
                    <a:pt x="2679470" y="2617539"/>
                    <a:pt x="2807973" y="2576612"/>
                    <a:pt x="2930373" y="2519213"/>
                  </a:cubicBezTo>
                  <a:cubicBezTo>
                    <a:pt x="3053210" y="2462475"/>
                    <a:pt x="3170117" y="2389842"/>
                    <a:pt x="3285631" y="2310210"/>
                  </a:cubicBezTo>
                  <a:cubicBezTo>
                    <a:pt x="3314487" y="2290364"/>
                    <a:pt x="3343169" y="2269612"/>
                    <a:pt x="3371764" y="2248778"/>
                  </a:cubicBezTo>
                  <a:cubicBezTo>
                    <a:pt x="3400534" y="2227943"/>
                    <a:pt x="3429216" y="2206779"/>
                    <a:pt x="3457898" y="2185286"/>
                  </a:cubicBezTo>
                  <a:lnTo>
                    <a:pt x="3632344" y="2053527"/>
                  </a:lnTo>
                  <a:cubicBezTo>
                    <a:pt x="3752043" y="1963848"/>
                    <a:pt x="3872873" y="1880345"/>
                    <a:pt x="3990915" y="1798490"/>
                  </a:cubicBezTo>
                  <a:cubicBezTo>
                    <a:pt x="4108869" y="1716634"/>
                    <a:pt x="4222377" y="1633955"/>
                    <a:pt x="4324988" y="1544854"/>
                  </a:cubicBezTo>
                  <a:cubicBezTo>
                    <a:pt x="4427599" y="1455916"/>
                    <a:pt x="4520271" y="1361132"/>
                    <a:pt x="4592107" y="1254159"/>
                  </a:cubicBezTo>
                  <a:cubicBezTo>
                    <a:pt x="4628025" y="1200715"/>
                    <a:pt x="4658712" y="1144388"/>
                    <a:pt x="4683123" y="1085179"/>
                  </a:cubicBezTo>
                  <a:cubicBezTo>
                    <a:pt x="4707707" y="1026051"/>
                    <a:pt x="4725405" y="964125"/>
                    <a:pt x="4738568" y="900551"/>
                  </a:cubicBezTo>
                  <a:cubicBezTo>
                    <a:pt x="4745107" y="868764"/>
                    <a:pt x="4750338" y="836400"/>
                    <a:pt x="4753913" y="803708"/>
                  </a:cubicBezTo>
                  <a:cubicBezTo>
                    <a:pt x="4754959" y="795555"/>
                    <a:pt x="4755656" y="787320"/>
                    <a:pt x="4756441" y="779167"/>
                  </a:cubicBezTo>
                  <a:cubicBezTo>
                    <a:pt x="4757137" y="770932"/>
                    <a:pt x="4758010" y="762862"/>
                    <a:pt x="4758358" y="754133"/>
                  </a:cubicBezTo>
                  <a:lnTo>
                    <a:pt x="4761147" y="702417"/>
                  </a:lnTo>
                  <a:cubicBezTo>
                    <a:pt x="4763677" y="633409"/>
                    <a:pt x="4762107" y="564317"/>
                    <a:pt x="4756353" y="495638"/>
                  </a:cubicBezTo>
                  <a:cubicBezTo>
                    <a:pt x="4750774" y="426876"/>
                    <a:pt x="4740051" y="358691"/>
                    <a:pt x="4725578" y="291411"/>
                  </a:cubicBezTo>
                  <a:cubicBezTo>
                    <a:pt x="4710932" y="224131"/>
                    <a:pt x="4692625" y="157758"/>
                    <a:pt x="4673358" y="92042"/>
                  </a:cubicBezTo>
                  <a:lnTo>
                    <a:pt x="4644342" y="0"/>
                  </a:lnTo>
                  <a:lnTo>
                    <a:pt x="4862756" y="0"/>
                  </a:lnTo>
                  <a:lnTo>
                    <a:pt x="4876138" y="45680"/>
                  </a:lnTo>
                  <a:cubicBezTo>
                    <a:pt x="4892005" y="117818"/>
                    <a:pt x="4903077" y="190532"/>
                    <a:pt x="4911707" y="263329"/>
                  </a:cubicBezTo>
                  <a:cubicBezTo>
                    <a:pt x="4920513" y="336044"/>
                    <a:pt x="4927575" y="408677"/>
                    <a:pt x="4934809" y="481145"/>
                  </a:cubicBezTo>
                  <a:cubicBezTo>
                    <a:pt x="4941697" y="553694"/>
                    <a:pt x="4947799" y="626244"/>
                    <a:pt x="4953205" y="698959"/>
                  </a:cubicBezTo>
                  <a:lnTo>
                    <a:pt x="4956953" y="753557"/>
                  </a:lnTo>
                  <a:cubicBezTo>
                    <a:pt x="4957651" y="762533"/>
                    <a:pt x="4958087" y="772168"/>
                    <a:pt x="4958611" y="781638"/>
                  </a:cubicBezTo>
                  <a:cubicBezTo>
                    <a:pt x="4959133" y="791108"/>
                    <a:pt x="4959657" y="800661"/>
                    <a:pt x="4959831" y="810213"/>
                  </a:cubicBezTo>
                  <a:cubicBezTo>
                    <a:pt x="4961139" y="848341"/>
                    <a:pt x="4960703" y="886798"/>
                    <a:pt x="4958174" y="925338"/>
                  </a:cubicBezTo>
                  <a:cubicBezTo>
                    <a:pt x="4948759" y="1079578"/>
                    <a:pt x="4904907" y="1234972"/>
                    <a:pt x="4834030" y="1377519"/>
                  </a:cubicBezTo>
                  <a:cubicBezTo>
                    <a:pt x="4763327" y="1520478"/>
                    <a:pt x="4665861" y="1648779"/>
                    <a:pt x="4558106" y="1761515"/>
                  </a:cubicBezTo>
                  <a:cubicBezTo>
                    <a:pt x="4504229" y="1818090"/>
                    <a:pt x="4447650" y="1871123"/>
                    <a:pt x="4389937" y="1921603"/>
                  </a:cubicBezTo>
                  <a:cubicBezTo>
                    <a:pt x="4332223" y="1972083"/>
                    <a:pt x="4273726" y="2020669"/>
                    <a:pt x="4214618" y="2067115"/>
                  </a:cubicBezTo>
                  <a:cubicBezTo>
                    <a:pt x="4096664" y="2160417"/>
                    <a:pt x="3976094" y="2245484"/>
                    <a:pt x="3858489" y="2329316"/>
                  </a:cubicBezTo>
                  <a:lnTo>
                    <a:pt x="3768868" y="2393301"/>
                  </a:lnTo>
                  <a:cubicBezTo>
                    <a:pt x="3738529" y="2414794"/>
                    <a:pt x="3707929" y="2436452"/>
                    <a:pt x="3676806" y="2457698"/>
                  </a:cubicBezTo>
                  <a:cubicBezTo>
                    <a:pt x="3645770" y="2479027"/>
                    <a:pt x="3614385" y="2500273"/>
                    <a:pt x="3582477" y="2521272"/>
                  </a:cubicBezTo>
                  <a:cubicBezTo>
                    <a:pt x="3550483" y="2542107"/>
                    <a:pt x="3518226" y="2562776"/>
                    <a:pt x="3485185" y="2583035"/>
                  </a:cubicBezTo>
                  <a:cubicBezTo>
                    <a:pt x="3419451" y="2623633"/>
                    <a:pt x="3351625" y="2662996"/>
                    <a:pt x="3280923" y="2698983"/>
                  </a:cubicBezTo>
                  <a:cubicBezTo>
                    <a:pt x="3210307" y="2735134"/>
                    <a:pt x="3137251" y="2768732"/>
                    <a:pt x="3061230" y="2797555"/>
                  </a:cubicBezTo>
                  <a:cubicBezTo>
                    <a:pt x="2909886" y="2856024"/>
                    <a:pt x="2747295" y="2895468"/>
                    <a:pt x="2583137" y="2910950"/>
                  </a:cubicBezTo>
                  <a:cubicBezTo>
                    <a:pt x="2542075" y="2914657"/>
                    <a:pt x="2501013" y="2917456"/>
                    <a:pt x="2460038" y="2918280"/>
                  </a:cubicBezTo>
                  <a:lnTo>
                    <a:pt x="2429263" y="2918938"/>
                  </a:lnTo>
                  <a:cubicBezTo>
                    <a:pt x="2419064" y="2919021"/>
                    <a:pt x="2408777" y="2918774"/>
                    <a:pt x="2398576" y="2918774"/>
                  </a:cubicBezTo>
                  <a:lnTo>
                    <a:pt x="2367977" y="2918444"/>
                  </a:lnTo>
                  <a:lnTo>
                    <a:pt x="2338249" y="2917374"/>
                  </a:lnTo>
                  <a:cubicBezTo>
                    <a:pt x="2259089" y="2914985"/>
                    <a:pt x="2179756" y="2909057"/>
                    <a:pt x="2100770" y="2899503"/>
                  </a:cubicBezTo>
                  <a:cubicBezTo>
                    <a:pt x="2021699" y="2890445"/>
                    <a:pt x="1942801" y="2877434"/>
                    <a:pt x="1864776" y="2860141"/>
                  </a:cubicBezTo>
                  <a:cubicBezTo>
                    <a:pt x="1786836" y="2842683"/>
                    <a:pt x="1709508" y="2822013"/>
                    <a:pt x="1632964" y="2798461"/>
                  </a:cubicBezTo>
                  <a:cubicBezTo>
                    <a:pt x="1480138" y="2750946"/>
                    <a:pt x="1329055" y="2691818"/>
                    <a:pt x="1189219" y="2613010"/>
                  </a:cubicBezTo>
                  <a:cubicBezTo>
                    <a:pt x="1049296" y="2534366"/>
                    <a:pt x="924367" y="2434640"/>
                    <a:pt x="815305" y="2324292"/>
                  </a:cubicBezTo>
                  <a:cubicBezTo>
                    <a:pt x="760469" y="2269200"/>
                    <a:pt x="710603" y="2210567"/>
                    <a:pt x="663699" y="2150535"/>
                  </a:cubicBezTo>
                  <a:cubicBezTo>
                    <a:pt x="617059" y="2090255"/>
                    <a:pt x="572684" y="2029069"/>
                    <a:pt x="531274" y="1966565"/>
                  </a:cubicBezTo>
                  <a:cubicBezTo>
                    <a:pt x="520638" y="1951084"/>
                    <a:pt x="510612" y="1935355"/>
                    <a:pt x="500325" y="1919709"/>
                  </a:cubicBezTo>
                  <a:lnTo>
                    <a:pt x="470771" y="1874252"/>
                  </a:lnTo>
                  <a:cubicBezTo>
                    <a:pt x="451853" y="1844853"/>
                    <a:pt x="432238" y="1815701"/>
                    <a:pt x="412448" y="1786137"/>
                  </a:cubicBezTo>
                  <a:lnTo>
                    <a:pt x="291616" y="1606122"/>
                  </a:lnTo>
                  <a:cubicBezTo>
                    <a:pt x="251078" y="1544771"/>
                    <a:pt x="211062" y="1481609"/>
                    <a:pt x="173662" y="1415812"/>
                  </a:cubicBezTo>
                  <a:cubicBezTo>
                    <a:pt x="155005" y="1382872"/>
                    <a:pt x="136960" y="1349355"/>
                    <a:pt x="120483" y="1314934"/>
                  </a:cubicBezTo>
                  <a:cubicBezTo>
                    <a:pt x="104093" y="1280429"/>
                    <a:pt x="88837" y="1245266"/>
                    <a:pt x="75324" y="1209361"/>
                  </a:cubicBezTo>
                  <a:cubicBezTo>
                    <a:pt x="62072" y="1173375"/>
                    <a:pt x="50303" y="1136893"/>
                    <a:pt x="40713" y="1099837"/>
                  </a:cubicBezTo>
                  <a:cubicBezTo>
                    <a:pt x="36180" y="1081308"/>
                    <a:pt x="31560" y="1062697"/>
                    <a:pt x="27811" y="1044004"/>
                  </a:cubicBezTo>
                  <a:lnTo>
                    <a:pt x="22144" y="1016004"/>
                  </a:lnTo>
                  <a:lnTo>
                    <a:pt x="17436" y="987923"/>
                  </a:lnTo>
                  <a:cubicBezTo>
                    <a:pt x="5144" y="912986"/>
                    <a:pt x="0" y="837636"/>
                    <a:pt x="0" y="762944"/>
                  </a:cubicBezTo>
                  <a:cubicBezTo>
                    <a:pt x="349" y="615951"/>
                    <a:pt x="16652" y="468957"/>
                    <a:pt x="48385" y="324597"/>
                  </a:cubicBezTo>
                  <a:cubicBezTo>
                    <a:pt x="64209" y="252459"/>
                    <a:pt x="84238" y="181021"/>
                    <a:pt x="108474" y="11083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uphemia"/>
                <a:ea typeface="+mn-ea"/>
                <a:cs typeface="+mn-cs"/>
              </a:endParaRPr>
            </a:p>
          </p:txBody>
        </p:sp>
        <p:sp>
          <p:nvSpPr>
            <p:cNvPr id="86" name="Freeform: Shape 85">
              <a:extLst>
                <a:ext uri="{FF2B5EF4-FFF2-40B4-BE49-F238E27FC236}">
                  <a16:creationId xmlns:a16="http://schemas.microsoft.com/office/drawing/2014/main" id="{436F5721-88D0-4683-BB23-289611A4A7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86973" y="0"/>
              <a:ext cx="4934374" cy="2888360"/>
            </a:xfrm>
            <a:custGeom>
              <a:avLst/>
              <a:gdLst>
                <a:gd name="connsiteX0" fmla="*/ 179816 w 4934374"/>
                <a:gd name="connsiteY0" fmla="*/ 0 h 2888360"/>
                <a:gd name="connsiteX1" fmla="*/ 666325 w 4934374"/>
                <a:gd name="connsiteY1" fmla="*/ 0 h 2888360"/>
                <a:gd name="connsiteX2" fmla="*/ 626038 w 4934374"/>
                <a:gd name="connsiteY2" fmla="*/ 65170 h 2888360"/>
                <a:gd name="connsiteX3" fmla="*/ 435986 w 4934374"/>
                <a:gd name="connsiteY3" fmla="*/ 779635 h 2888360"/>
                <a:gd name="connsiteX4" fmla="*/ 750530 w 4934374"/>
                <a:gd name="connsiteY4" fmla="*/ 1443043 h 2888360"/>
                <a:gd name="connsiteX5" fmla="*/ 909024 w 4934374"/>
                <a:gd name="connsiteY5" fmla="*/ 1653610 h 2888360"/>
                <a:gd name="connsiteX6" fmla="*/ 2396223 w 4934374"/>
                <a:gd name="connsiteY6" fmla="*/ 2476694 h 2888360"/>
                <a:gd name="connsiteX7" fmla="*/ 3525201 w 4934374"/>
                <a:gd name="connsiteY7" fmla="*/ 1970327 h 2888360"/>
                <a:gd name="connsiteX8" fmla="*/ 3662596 w 4934374"/>
                <a:gd name="connsiteY8" fmla="*/ 1869778 h 2888360"/>
                <a:gd name="connsiteX9" fmla="*/ 4287500 w 4934374"/>
                <a:gd name="connsiteY9" fmla="*/ 1344141 h 2888360"/>
                <a:gd name="connsiteX10" fmla="*/ 4498563 w 4934374"/>
                <a:gd name="connsiteY10" fmla="*/ 779635 h 2888360"/>
                <a:gd name="connsiteX11" fmla="*/ 4376239 w 4934374"/>
                <a:gd name="connsiteY11" fmla="*/ 16511 h 2888360"/>
                <a:gd name="connsiteX12" fmla="*/ 4369703 w 4934374"/>
                <a:gd name="connsiteY12" fmla="*/ 0 h 2888360"/>
                <a:gd name="connsiteX13" fmla="*/ 4823642 w 4934374"/>
                <a:gd name="connsiteY13" fmla="*/ 0 h 2888360"/>
                <a:gd name="connsiteX14" fmla="*/ 4850554 w 4934374"/>
                <a:gd name="connsiteY14" fmla="*/ 89409 h 2888360"/>
                <a:gd name="connsiteX15" fmla="*/ 4934374 w 4934374"/>
                <a:gd name="connsiteY15" fmla="*/ 779553 h 2888360"/>
                <a:gd name="connsiteX16" fmla="*/ 3793540 w 4934374"/>
                <a:gd name="connsiteY16" fmla="*/ 2294701 h 2888360"/>
                <a:gd name="connsiteX17" fmla="*/ 2396135 w 4934374"/>
                <a:gd name="connsiteY17" fmla="*/ 2888360 h 2888360"/>
                <a:gd name="connsiteX18" fmla="*/ 548273 w 4934374"/>
                <a:gd name="connsiteY18" fmla="*/ 1884684 h 2888360"/>
                <a:gd name="connsiteX19" fmla="*/ 0 w 4934374"/>
                <a:gd name="connsiteY19" fmla="*/ 779553 h 2888360"/>
                <a:gd name="connsiteX20" fmla="*/ 137335 w 4934374"/>
                <a:gd name="connsiteY20" fmla="*/ 89409 h 2888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34374" h="2888360">
                  <a:moveTo>
                    <a:pt x="179816" y="0"/>
                  </a:moveTo>
                  <a:lnTo>
                    <a:pt x="666325" y="0"/>
                  </a:lnTo>
                  <a:lnTo>
                    <a:pt x="626038" y="65170"/>
                  </a:lnTo>
                  <a:cubicBezTo>
                    <a:pt x="499976" y="295913"/>
                    <a:pt x="435986" y="536292"/>
                    <a:pt x="435986" y="779635"/>
                  </a:cubicBezTo>
                  <a:cubicBezTo>
                    <a:pt x="435986" y="1024707"/>
                    <a:pt x="538074" y="1167830"/>
                    <a:pt x="750530" y="1443043"/>
                  </a:cubicBezTo>
                  <a:cubicBezTo>
                    <a:pt x="801792" y="1509416"/>
                    <a:pt x="854797" y="1578096"/>
                    <a:pt x="909024" y="1653610"/>
                  </a:cubicBezTo>
                  <a:cubicBezTo>
                    <a:pt x="1323389" y="2230552"/>
                    <a:pt x="1768180" y="2476694"/>
                    <a:pt x="2396223" y="2476694"/>
                  </a:cubicBezTo>
                  <a:cubicBezTo>
                    <a:pt x="2808409" y="2476694"/>
                    <a:pt x="3110835" y="2276173"/>
                    <a:pt x="3525201" y="1970327"/>
                  </a:cubicBezTo>
                  <a:cubicBezTo>
                    <a:pt x="3571493" y="1936152"/>
                    <a:pt x="3617786" y="1902388"/>
                    <a:pt x="3662596" y="1869778"/>
                  </a:cubicBezTo>
                  <a:cubicBezTo>
                    <a:pt x="3905479" y="1692809"/>
                    <a:pt x="4134849" y="1525640"/>
                    <a:pt x="4287500" y="1344141"/>
                  </a:cubicBezTo>
                  <a:cubicBezTo>
                    <a:pt x="4433439" y="1170630"/>
                    <a:pt x="4498563" y="996543"/>
                    <a:pt x="4498563" y="779635"/>
                  </a:cubicBezTo>
                  <a:cubicBezTo>
                    <a:pt x="4498563" y="507799"/>
                    <a:pt x="4456499" y="249674"/>
                    <a:pt x="4376239" y="16511"/>
                  </a:cubicBezTo>
                  <a:lnTo>
                    <a:pt x="4369703" y="0"/>
                  </a:lnTo>
                  <a:lnTo>
                    <a:pt x="4823642" y="0"/>
                  </a:lnTo>
                  <a:lnTo>
                    <a:pt x="4850554" y="89409"/>
                  </a:lnTo>
                  <a:cubicBezTo>
                    <a:pt x="4905864" y="307423"/>
                    <a:pt x="4934374" y="539220"/>
                    <a:pt x="4934374" y="779553"/>
                  </a:cubicBezTo>
                  <a:cubicBezTo>
                    <a:pt x="4934374" y="1521110"/>
                    <a:pt x="4369101" y="1869861"/>
                    <a:pt x="3793540" y="2294701"/>
                  </a:cubicBezTo>
                  <a:cubicBezTo>
                    <a:pt x="3374293" y="2604171"/>
                    <a:pt x="2970389" y="2888360"/>
                    <a:pt x="2396135" y="2888360"/>
                  </a:cubicBezTo>
                  <a:cubicBezTo>
                    <a:pt x="1544564" y="2888360"/>
                    <a:pt x="991670" y="2502058"/>
                    <a:pt x="548273" y="1884684"/>
                  </a:cubicBezTo>
                  <a:cubicBezTo>
                    <a:pt x="282201" y="1514275"/>
                    <a:pt x="0" y="1260227"/>
                    <a:pt x="0" y="779553"/>
                  </a:cubicBezTo>
                  <a:cubicBezTo>
                    <a:pt x="0" y="539220"/>
                    <a:pt x="48876" y="307423"/>
                    <a:pt x="137335" y="8940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uphemia"/>
                <a:ea typeface="+mn-ea"/>
                <a:cs typeface="+mn-cs"/>
              </a:endParaRPr>
            </a:p>
          </p:txBody>
        </p:sp>
        <p:sp>
          <p:nvSpPr>
            <p:cNvPr id="87" name="Freeform: Shape 86">
              <a:extLst>
                <a:ext uri="{FF2B5EF4-FFF2-40B4-BE49-F238E27FC236}">
                  <a16:creationId xmlns:a16="http://schemas.microsoft.com/office/drawing/2014/main" id="{0DC43E93-F81B-4DAE-9F0A-DF9299A8C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86973" y="0"/>
              <a:ext cx="4934374" cy="2888360"/>
            </a:xfrm>
            <a:custGeom>
              <a:avLst/>
              <a:gdLst>
                <a:gd name="connsiteX0" fmla="*/ 179816 w 4934374"/>
                <a:gd name="connsiteY0" fmla="*/ 0 h 2888360"/>
                <a:gd name="connsiteX1" fmla="*/ 767292 w 4934374"/>
                <a:gd name="connsiteY1" fmla="*/ 0 h 2888360"/>
                <a:gd name="connsiteX2" fmla="*/ 703453 w 4934374"/>
                <a:gd name="connsiteY2" fmla="*/ 102886 h 2888360"/>
                <a:gd name="connsiteX3" fmla="*/ 523079 w 4934374"/>
                <a:gd name="connsiteY3" fmla="*/ 779635 h 2888360"/>
                <a:gd name="connsiteX4" fmla="*/ 820885 w 4934374"/>
                <a:gd name="connsiteY4" fmla="*/ 1394539 h 2888360"/>
                <a:gd name="connsiteX5" fmla="*/ 981122 w 4934374"/>
                <a:gd name="connsiteY5" fmla="*/ 1607412 h 2888360"/>
                <a:gd name="connsiteX6" fmla="*/ 1592426 w 4934374"/>
                <a:gd name="connsiteY6" fmla="*/ 2196871 h 2888360"/>
                <a:gd name="connsiteX7" fmla="*/ 2396135 w 4934374"/>
                <a:gd name="connsiteY7" fmla="*/ 2394345 h 2888360"/>
                <a:gd name="connsiteX8" fmla="*/ 2913111 w 4934374"/>
                <a:gd name="connsiteY8" fmla="*/ 2268597 h 2888360"/>
                <a:gd name="connsiteX9" fmla="*/ 3471411 w 4934374"/>
                <a:gd name="connsiteY9" fmla="*/ 1905518 h 2888360"/>
                <a:gd name="connsiteX10" fmla="*/ 3609242 w 4934374"/>
                <a:gd name="connsiteY10" fmla="*/ 1804640 h 2888360"/>
                <a:gd name="connsiteX11" fmla="*/ 4219151 w 4934374"/>
                <a:gd name="connsiteY11" fmla="*/ 1292919 h 2888360"/>
                <a:gd name="connsiteX12" fmla="*/ 4411295 w 4934374"/>
                <a:gd name="connsiteY12" fmla="*/ 779635 h 2888360"/>
                <a:gd name="connsiteX13" fmla="*/ 4294235 w 4934374"/>
                <a:gd name="connsiteY13" fmla="*/ 44685 h 2888360"/>
                <a:gd name="connsiteX14" fmla="*/ 4276624 w 4934374"/>
                <a:gd name="connsiteY14" fmla="*/ 0 h 2888360"/>
                <a:gd name="connsiteX15" fmla="*/ 4823642 w 4934374"/>
                <a:gd name="connsiteY15" fmla="*/ 0 h 2888360"/>
                <a:gd name="connsiteX16" fmla="*/ 4850554 w 4934374"/>
                <a:gd name="connsiteY16" fmla="*/ 89409 h 2888360"/>
                <a:gd name="connsiteX17" fmla="*/ 4934374 w 4934374"/>
                <a:gd name="connsiteY17" fmla="*/ 779553 h 2888360"/>
                <a:gd name="connsiteX18" fmla="*/ 3793540 w 4934374"/>
                <a:gd name="connsiteY18" fmla="*/ 2294701 h 2888360"/>
                <a:gd name="connsiteX19" fmla="*/ 2396135 w 4934374"/>
                <a:gd name="connsiteY19" fmla="*/ 2888360 h 2888360"/>
                <a:gd name="connsiteX20" fmla="*/ 548273 w 4934374"/>
                <a:gd name="connsiteY20" fmla="*/ 1884684 h 2888360"/>
                <a:gd name="connsiteX21" fmla="*/ 0 w 4934374"/>
                <a:gd name="connsiteY21" fmla="*/ 779553 h 2888360"/>
                <a:gd name="connsiteX22" fmla="*/ 137335 w 4934374"/>
                <a:gd name="connsiteY22" fmla="*/ 89409 h 2888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934374" h="2888360">
                  <a:moveTo>
                    <a:pt x="179816" y="0"/>
                  </a:moveTo>
                  <a:lnTo>
                    <a:pt x="767292" y="0"/>
                  </a:lnTo>
                  <a:lnTo>
                    <a:pt x="703453" y="102886"/>
                  </a:lnTo>
                  <a:cubicBezTo>
                    <a:pt x="583756" y="321853"/>
                    <a:pt x="523079" y="549550"/>
                    <a:pt x="523079" y="779635"/>
                  </a:cubicBezTo>
                  <a:cubicBezTo>
                    <a:pt x="523079" y="999508"/>
                    <a:pt x="614356" y="1127068"/>
                    <a:pt x="820885" y="1394539"/>
                  </a:cubicBezTo>
                  <a:cubicBezTo>
                    <a:pt x="872582" y="1461489"/>
                    <a:pt x="926023" y="1530745"/>
                    <a:pt x="981122" y="1607412"/>
                  </a:cubicBezTo>
                  <a:cubicBezTo>
                    <a:pt x="1175968" y="1878671"/>
                    <a:pt x="1375871" y="2071535"/>
                    <a:pt x="1592426" y="2196871"/>
                  </a:cubicBezTo>
                  <a:cubicBezTo>
                    <a:pt x="1821970" y="2329783"/>
                    <a:pt x="2084904" y="2394345"/>
                    <a:pt x="2396135" y="2394345"/>
                  </a:cubicBezTo>
                  <a:cubicBezTo>
                    <a:pt x="2572762" y="2394345"/>
                    <a:pt x="2737009" y="2354405"/>
                    <a:pt x="2913111" y="2268597"/>
                  </a:cubicBezTo>
                  <a:cubicBezTo>
                    <a:pt x="3093922" y="2180483"/>
                    <a:pt x="3272903" y="2052018"/>
                    <a:pt x="3471411" y="1905518"/>
                  </a:cubicBezTo>
                  <a:cubicBezTo>
                    <a:pt x="3517964" y="1871178"/>
                    <a:pt x="3564344" y="1837332"/>
                    <a:pt x="3609242" y="1804640"/>
                  </a:cubicBezTo>
                  <a:cubicBezTo>
                    <a:pt x="3847765" y="1630800"/>
                    <a:pt x="4073038" y="1466594"/>
                    <a:pt x="4219151" y="1292919"/>
                  </a:cubicBezTo>
                  <a:cubicBezTo>
                    <a:pt x="4353843" y="1132832"/>
                    <a:pt x="4411295" y="979332"/>
                    <a:pt x="4411295" y="779635"/>
                  </a:cubicBezTo>
                  <a:cubicBezTo>
                    <a:pt x="4411295" y="517475"/>
                    <a:pt x="4371040" y="268882"/>
                    <a:pt x="4294235" y="44685"/>
                  </a:cubicBezTo>
                  <a:lnTo>
                    <a:pt x="4276624" y="0"/>
                  </a:lnTo>
                  <a:lnTo>
                    <a:pt x="4823642" y="0"/>
                  </a:lnTo>
                  <a:lnTo>
                    <a:pt x="4850554" y="89409"/>
                  </a:lnTo>
                  <a:cubicBezTo>
                    <a:pt x="4905864" y="307423"/>
                    <a:pt x="4934374" y="539220"/>
                    <a:pt x="4934374" y="779553"/>
                  </a:cubicBezTo>
                  <a:cubicBezTo>
                    <a:pt x="4934374" y="1521110"/>
                    <a:pt x="4369101" y="1869861"/>
                    <a:pt x="3793540" y="2294701"/>
                  </a:cubicBezTo>
                  <a:cubicBezTo>
                    <a:pt x="3374293" y="2604171"/>
                    <a:pt x="2970389" y="2888360"/>
                    <a:pt x="2396135" y="2888360"/>
                  </a:cubicBezTo>
                  <a:cubicBezTo>
                    <a:pt x="1544564" y="2888360"/>
                    <a:pt x="991670" y="2502058"/>
                    <a:pt x="548273" y="1884684"/>
                  </a:cubicBezTo>
                  <a:cubicBezTo>
                    <a:pt x="282201" y="1514275"/>
                    <a:pt x="0" y="1260227"/>
                    <a:pt x="0" y="779553"/>
                  </a:cubicBezTo>
                  <a:cubicBezTo>
                    <a:pt x="0" y="539220"/>
                    <a:pt x="48876" y="307423"/>
                    <a:pt x="137335" y="8940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uphemia"/>
                <a:ea typeface="+mn-ea"/>
                <a:cs typeface="+mn-cs"/>
              </a:endParaRPr>
            </a:p>
          </p:txBody>
        </p:sp>
        <p:sp>
          <p:nvSpPr>
            <p:cNvPr id="88" name="Freeform: Shape 87">
              <a:extLst>
                <a:ext uri="{FF2B5EF4-FFF2-40B4-BE49-F238E27FC236}">
                  <a16:creationId xmlns:a16="http://schemas.microsoft.com/office/drawing/2014/main" id="{A2EECE7B-E861-4242-BD71-ADD8F2DD3E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7711" y="0"/>
              <a:ext cx="5069918" cy="3133064"/>
            </a:xfrm>
            <a:custGeom>
              <a:avLst/>
              <a:gdLst>
                <a:gd name="connsiteX0" fmla="*/ 153448 w 5069918"/>
                <a:gd name="connsiteY0" fmla="*/ 0 h 3133064"/>
                <a:gd name="connsiteX1" fmla="*/ 215434 w 5069918"/>
                <a:gd name="connsiteY1" fmla="*/ 0 h 3133064"/>
                <a:gd name="connsiteX2" fmla="*/ 215073 w 5069918"/>
                <a:gd name="connsiteY2" fmla="*/ 727 h 3133064"/>
                <a:gd name="connsiteX3" fmla="*/ 202868 w 5069918"/>
                <a:gd name="connsiteY3" fmla="*/ 26255 h 3133064"/>
                <a:gd name="connsiteX4" fmla="*/ 191273 w 5069918"/>
                <a:gd name="connsiteY4" fmla="*/ 52030 h 3133064"/>
                <a:gd name="connsiteX5" fmla="*/ 169129 w 5069918"/>
                <a:gd name="connsiteY5" fmla="*/ 103993 h 3133064"/>
                <a:gd name="connsiteX6" fmla="*/ 148381 w 5069918"/>
                <a:gd name="connsiteY6" fmla="*/ 156532 h 3133064"/>
                <a:gd name="connsiteX7" fmla="*/ 80903 w 5069918"/>
                <a:gd name="connsiteY7" fmla="*/ 371711 h 3133064"/>
                <a:gd name="connsiteX8" fmla="*/ 26154 w 5069918"/>
                <a:gd name="connsiteY8" fmla="*/ 817551 h 3133064"/>
                <a:gd name="connsiteX9" fmla="*/ 49169 w 5069918"/>
                <a:gd name="connsiteY9" fmla="*/ 1040143 h 3133064"/>
                <a:gd name="connsiteX10" fmla="*/ 119437 w 5069918"/>
                <a:gd name="connsiteY10" fmla="*/ 1253016 h 3133064"/>
                <a:gd name="connsiteX11" fmla="*/ 143672 w 5069918"/>
                <a:gd name="connsiteY11" fmla="*/ 1303908 h 3133064"/>
                <a:gd name="connsiteX12" fmla="*/ 170611 w 5069918"/>
                <a:gd name="connsiteY12" fmla="*/ 1353648 h 3133064"/>
                <a:gd name="connsiteX13" fmla="*/ 230330 w 5069918"/>
                <a:gd name="connsiteY13" fmla="*/ 1450079 h 3133064"/>
                <a:gd name="connsiteX14" fmla="*/ 279545 w 5069918"/>
                <a:gd name="connsiteY14" fmla="*/ 1519627 h 3133064"/>
                <a:gd name="connsiteX15" fmla="*/ 228347 w 5069918"/>
                <a:gd name="connsiteY15" fmla="*/ 1437024 h 3133064"/>
                <a:gd name="connsiteX16" fmla="*/ 175168 w 5069918"/>
                <a:gd name="connsiteY16" fmla="*/ 1336146 h 3133064"/>
                <a:gd name="connsiteX17" fmla="*/ 130009 w 5069918"/>
                <a:gd name="connsiteY17" fmla="*/ 1230573 h 3133064"/>
                <a:gd name="connsiteX18" fmla="*/ 95398 w 5069918"/>
                <a:gd name="connsiteY18" fmla="*/ 1121049 h 3133064"/>
                <a:gd name="connsiteX19" fmla="*/ 82496 w 5069918"/>
                <a:gd name="connsiteY19" fmla="*/ 1065216 h 3133064"/>
                <a:gd name="connsiteX20" fmla="*/ 76829 w 5069918"/>
                <a:gd name="connsiteY20" fmla="*/ 1037216 h 3133064"/>
                <a:gd name="connsiteX21" fmla="*/ 72121 w 5069918"/>
                <a:gd name="connsiteY21" fmla="*/ 1009135 h 3133064"/>
                <a:gd name="connsiteX22" fmla="*/ 54685 w 5069918"/>
                <a:gd name="connsiteY22" fmla="*/ 784156 h 3133064"/>
                <a:gd name="connsiteX23" fmla="*/ 103070 w 5069918"/>
                <a:gd name="connsiteY23" fmla="*/ 345810 h 3133064"/>
                <a:gd name="connsiteX24" fmla="*/ 163159 w 5069918"/>
                <a:gd name="connsiteY24" fmla="*/ 132051 h 3133064"/>
                <a:gd name="connsiteX25" fmla="*/ 217797 w 5069918"/>
                <a:gd name="connsiteY25" fmla="*/ 0 h 3133064"/>
                <a:gd name="connsiteX26" fmla="*/ 848227 w 5069918"/>
                <a:gd name="connsiteY26" fmla="*/ 0 h 3133064"/>
                <a:gd name="connsiteX27" fmla="*/ 771226 w 5069918"/>
                <a:gd name="connsiteY27" fmla="*/ 124098 h 3133064"/>
                <a:gd name="connsiteX28" fmla="*/ 590852 w 5069918"/>
                <a:gd name="connsiteY28" fmla="*/ 800847 h 3133064"/>
                <a:gd name="connsiteX29" fmla="*/ 888658 w 5069918"/>
                <a:gd name="connsiteY29" fmla="*/ 1415751 h 3133064"/>
                <a:gd name="connsiteX30" fmla="*/ 1048895 w 5069918"/>
                <a:gd name="connsiteY30" fmla="*/ 1628624 h 3133064"/>
                <a:gd name="connsiteX31" fmla="*/ 1660199 w 5069918"/>
                <a:gd name="connsiteY31" fmla="*/ 2218083 h 3133064"/>
                <a:gd name="connsiteX32" fmla="*/ 2463908 w 5069918"/>
                <a:gd name="connsiteY32" fmla="*/ 2415557 h 3133064"/>
                <a:gd name="connsiteX33" fmla="*/ 2980884 w 5069918"/>
                <a:gd name="connsiteY33" fmla="*/ 2289809 h 3133064"/>
                <a:gd name="connsiteX34" fmla="*/ 3539184 w 5069918"/>
                <a:gd name="connsiteY34" fmla="*/ 1926730 h 3133064"/>
                <a:gd name="connsiteX35" fmla="*/ 3677015 w 5069918"/>
                <a:gd name="connsiteY35" fmla="*/ 1825852 h 3133064"/>
                <a:gd name="connsiteX36" fmla="*/ 4286924 w 5069918"/>
                <a:gd name="connsiteY36" fmla="*/ 1314131 h 3133064"/>
                <a:gd name="connsiteX37" fmla="*/ 4479068 w 5069918"/>
                <a:gd name="connsiteY37" fmla="*/ 800847 h 3133064"/>
                <a:gd name="connsiteX38" fmla="*/ 4362007 w 5069918"/>
                <a:gd name="connsiteY38" fmla="*/ 65898 h 3133064"/>
                <a:gd name="connsiteX39" fmla="*/ 4336037 w 5069918"/>
                <a:gd name="connsiteY39" fmla="*/ 0 h 3133064"/>
                <a:gd name="connsiteX40" fmla="*/ 4913604 w 5069918"/>
                <a:gd name="connsiteY40" fmla="*/ 0 h 3133064"/>
                <a:gd name="connsiteX41" fmla="*/ 4930823 w 5069918"/>
                <a:gd name="connsiteY41" fmla="*/ 66892 h 3133064"/>
                <a:gd name="connsiteX42" fmla="*/ 4940407 w 5069918"/>
                <a:gd name="connsiteY42" fmla="*/ 125535 h 3133064"/>
                <a:gd name="connsiteX43" fmla="*/ 4982006 w 5069918"/>
                <a:gd name="connsiteY43" fmla="*/ 278378 h 3133064"/>
                <a:gd name="connsiteX44" fmla="*/ 5027482 w 5069918"/>
                <a:gd name="connsiteY44" fmla="*/ 504952 h 3133064"/>
                <a:gd name="connsiteX45" fmla="*/ 5058082 w 5069918"/>
                <a:gd name="connsiteY45" fmla="*/ 734049 h 3133064"/>
                <a:gd name="connsiteX46" fmla="*/ 5063486 w 5069918"/>
                <a:gd name="connsiteY46" fmla="*/ 791612 h 3133064"/>
                <a:gd name="connsiteX47" fmla="*/ 5067846 w 5069918"/>
                <a:gd name="connsiteY47" fmla="*/ 850245 h 3133064"/>
                <a:gd name="connsiteX48" fmla="*/ 5069414 w 5069918"/>
                <a:gd name="connsiteY48" fmla="*/ 969733 h 3133064"/>
                <a:gd name="connsiteX49" fmla="*/ 5040732 w 5069918"/>
                <a:gd name="connsiteY49" fmla="*/ 1209783 h 3133064"/>
                <a:gd name="connsiteX50" fmla="*/ 4964102 w 5069918"/>
                <a:gd name="connsiteY50" fmla="*/ 1442832 h 3133064"/>
                <a:gd name="connsiteX51" fmla="*/ 4689486 w 5069918"/>
                <a:gd name="connsiteY51" fmla="*/ 1849969 h 3133064"/>
                <a:gd name="connsiteX52" fmla="*/ 4333792 w 5069918"/>
                <a:gd name="connsiteY52" fmla="*/ 2176567 h 3133064"/>
                <a:gd name="connsiteX53" fmla="*/ 3965196 w 5069918"/>
                <a:gd name="connsiteY53" fmla="*/ 2468002 h 3133064"/>
                <a:gd name="connsiteX54" fmla="*/ 3873745 w 5069918"/>
                <a:gd name="connsiteY54" fmla="*/ 2541128 h 3133064"/>
                <a:gd name="connsiteX55" fmla="*/ 3779416 w 5069918"/>
                <a:gd name="connsiteY55" fmla="*/ 2614666 h 3133064"/>
                <a:gd name="connsiteX56" fmla="*/ 3582739 w 5069918"/>
                <a:gd name="connsiteY56" fmla="*/ 2756555 h 3133064"/>
                <a:gd name="connsiteX57" fmla="*/ 3371851 w 5069918"/>
                <a:gd name="connsiteY57" fmla="*/ 2886338 h 3133064"/>
                <a:gd name="connsiteX58" fmla="*/ 3143614 w 5069918"/>
                <a:gd name="connsiteY58" fmla="*/ 2995780 h 3133064"/>
                <a:gd name="connsiteX59" fmla="*/ 2643552 w 5069918"/>
                <a:gd name="connsiteY59" fmla="*/ 3122516 h 3133064"/>
                <a:gd name="connsiteX60" fmla="*/ 2514264 w 5069918"/>
                <a:gd name="connsiteY60" fmla="*/ 3131657 h 3133064"/>
                <a:gd name="connsiteX61" fmla="*/ 2481920 w 5069918"/>
                <a:gd name="connsiteY61" fmla="*/ 3132810 h 3133064"/>
                <a:gd name="connsiteX62" fmla="*/ 2449664 w 5069918"/>
                <a:gd name="connsiteY62" fmla="*/ 3132975 h 3133064"/>
                <a:gd name="connsiteX63" fmla="*/ 2386284 w 5069918"/>
                <a:gd name="connsiteY63" fmla="*/ 3132234 h 3133064"/>
                <a:gd name="connsiteX64" fmla="*/ 2260658 w 5069918"/>
                <a:gd name="connsiteY64" fmla="*/ 3127292 h 3133064"/>
                <a:gd name="connsiteX65" fmla="*/ 2134945 w 5069918"/>
                <a:gd name="connsiteY65" fmla="*/ 3115928 h 3133064"/>
                <a:gd name="connsiteX66" fmla="*/ 1884564 w 5069918"/>
                <a:gd name="connsiteY66" fmla="*/ 3075412 h 3133064"/>
                <a:gd name="connsiteX67" fmla="*/ 1639764 w 5069918"/>
                <a:gd name="connsiteY67" fmla="*/ 3005498 h 3133064"/>
                <a:gd name="connsiteX68" fmla="*/ 1407081 w 5069918"/>
                <a:gd name="connsiteY68" fmla="*/ 2904125 h 3133064"/>
                <a:gd name="connsiteX69" fmla="*/ 1193491 w 5069918"/>
                <a:gd name="connsiteY69" fmla="*/ 2772201 h 3133064"/>
                <a:gd name="connsiteX70" fmla="*/ 836141 w 5069918"/>
                <a:gd name="connsiteY70" fmla="*/ 2439839 h 3133064"/>
                <a:gd name="connsiteX71" fmla="*/ 690812 w 5069918"/>
                <a:gd name="connsiteY71" fmla="*/ 2251422 h 3133064"/>
                <a:gd name="connsiteX72" fmla="*/ 562397 w 5069918"/>
                <a:gd name="connsiteY72" fmla="*/ 2054937 h 3133064"/>
                <a:gd name="connsiteX73" fmla="*/ 502504 w 5069918"/>
                <a:gd name="connsiteY73" fmla="*/ 1957435 h 3133064"/>
                <a:gd name="connsiteX74" fmla="*/ 440258 w 5069918"/>
                <a:gd name="connsiteY74" fmla="*/ 1861580 h 3133064"/>
                <a:gd name="connsiteX75" fmla="*/ 310360 w 5069918"/>
                <a:gd name="connsiteY75" fmla="*/ 1670693 h 3133064"/>
                <a:gd name="connsiteX76" fmla="*/ 246806 w 5069918"/>
                <a:gd name="connsiteY76" fmla="*/ 1573603 h 3133064"/>
                <a:gd name="connsiteX77" fmla="*/ 186303 w 5069918"/>
                <a:gd name="connsiteY77" fmla="*/ 1474372 h 3133064"/>
                <a:gd name="connsiteX78" fmla="*/ 84390 w 5069918"/>
                <a:gd name="connsiteY78" fmla="*/ 1266192 h 3133064"/>
                <a:gd name="connsiteX79" fmla="*/ 20139 w 5069918"/>
                <a:gd name="connsiteY79" fmla="*/ 1045249 h 3133064"/>
                <a:gd name="connsiteX80" fmla="*/ 0 w 5069918"/>
                <a:gd name="connsiteY80" fmla="*/ 817551 h 3133064"/>
                <a:gd name="connsiteX81" fmla="*/ 102773 w 5069918"/>
                <a:gd name="connsiteY81" fmla="*/ 142588 h 313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069918" h="3133064">
                  <a:moveTo>
                    <a:pt x="153448" y="0"/>
                  </a:moveTo>
                  <a:lnTo>
                    <a:pt x="215434" y="0"/>
                  </a:lnTo>
                  <a:lnTo>
                    <a:pt x="215073" y="727"/>
                  </a:lnTo>
                  <a:lnTo>
                    <a:pt x="202868" y="26255"/>
                  </a:lnTo>
                  <a:lnTo>
                    <a:pt x="191273" y="52030"/>
                  </a:lnTo>
                  <a:cubicBezTo>
                    <a:pt x="183688" y="69241"/>
                    <a:pt x="176016" y="86452"/>
                    <a:pt x="169129" y="103993"/>
                  </a:cubicBezTo>
                  <a:cubicBezTo>
                    <a:pt x="162242" y="121533"/>
                    <a:pt x="154658" y="138827"/>
                    <a:pt x="148381" y="156532"/>
                  </a:cubicBezTo>
                  <a:cubicBezTo>
                    <a:pt x="121529" y="226858"/>
                    <a:pt x="98775" y="298667"/>
                    <a:pt x="80903" y="371711"/>
                  </a:cubicBezTo>
                  <a:cubicBezTo>
                    <a:pt x="44636" y="517470"/>
                    <a:pt x="26067" y="667511"/>
                    <a:pt x="26154" y="817551"/>
                  </a:cubicBezTo>
                  <a:cubicBezTo>
                    <a:pt x="26589" y="892326"/>
                    <a:pt x="34000" y="966934"/>
                    <a:pt x="49169" y="1040143"/>
                  </a:cubicBezTo>
                  <a:cubicBezTo>
                    <a:pt x="65123" y="1113187"/>
                    <a:pt x="88226" y="1184666"/>
                    <a:pt x="119437" y="1253016"/>
                  </a:cubicBezTo>
                  <a:cubicBezTo>
                    <a:pt x="126847" y="1270228"/>
                    <a:pt x="135478" y="1287027"/>
                    <a:pt x="143672" y="1303908"/>
                  </a:cubicBezTo>
                  <a:cubicBezTo>
                    <a:pt x="152565" y="1320543"/>
                    <a:pt x="161021" y="1337342"/>
                    <a:pt x="170611" y="1353648"/>
                  </a:cubicBezTo>
                  <a:cubicBezTo>
                    <a:pt x="188919" y="1386587"/>
                    <a:pt x="209319" y="1418539"/>
                    <a:pt x="230330" y="1450079"/>
                  </a:cubicBezTo>
                  <a:lnTo>
                    <a:pt x="279545" y="1519627"/>
                  </a:lnTo>
                  <a:lnTo>
                    <a:pt x="228347" y="1437024"/>
                  </a:lnTo>
                  <a:cubicBezTo>
                    <a:pt x="209690" y="1404084"/>
                    <a:pt x="191645" y="1370567"/>
                    <a:pt x="175168" y="1336146"/>
                  </a:cubicBezTo>
                  <a:cubicBezTo>
                    <a:pt x="158778" y="1301641"/>
                    <a:pt x="143522" y="1266478"/>
                    <a:pt x="130009" y="1230573"/>
                  </a:cubicBezTo>
                  <a:cubicBezTo>
                    <a:pt x="116757" y="1194587"/>
                    <a:pt x="104988" y="1158105"/>
                    <a:pt x="95398" y="1121049"/>
                  </a:cubicBezTo>
                  <a:cubicBezTo>
                    <a:pt x="90865" y="1102520"/>
                    <a:pt x="86245" y="1083909"/>
                    <a:pt x="82496" y="1065216"/>
                  </a:cubicBezTo>
                  <a:lnTo>
                    <a:pt x="76829" y="1037216"/>
                  </a:lnTo>
                  <a:lnTo>
                    <a:pt x="72121" y="1009135"/>
                  </a:lnTo>
                  <a:cubicBezTo>
                    <a:pt x="59829" y="934198"/>
                    <a:pt x="54685" y="858847"/>
                    <a:pt x="54685" y="784156"/>
                  </a:cubicBezTo>
                  <a:cubicBezTo>
                    <a:pt x="55033" y="637163"/>
                    <a:pt x="71337" y="490169"/>
                    <a:pt x="103070" y="345810"/>
                  </a:cubicBezTo>
                  <a:cubicBezTo>
                    <a:pt x="118894" y="273671"/>
                    <a:pt x="138923" y="202233"/>
                    <a:pt x="163159" y="132051"/>
                  </a:cubicBezTo>
                  <a:lnTo>
                    <a:pt x="217797" y="0"/>
                  </a:lnTo>
                  <a:lnTo>
                    <a:pt x="848227" y="0"/>
                  </a:lnTo>
                  <a:lnTo>
                    <a:pt x="771226" y="124098"/>
                  </a:lnTo>
                  <a:cubicBezTo>
                    <a:pt x="651529" y="343066"/>
                    <a:pt x="590852" y="570762"/>
                    <a:pt x="590852" y="800847"/>
                  </a:cubicBezTo>
                  <a:cubicBezTo>
                    <a:pt x="590852" y="1020720"/>
                    <a:pt x="682129" y="1148280"/>
                    <a:pt x="888658" y="1415751"/>
                  </a:cubicBezTo>
                  <a:cubicBezTo>
                    <a:pt x="940355" y="1482701"/>
                    <a:pt x="993796" y="1551957"/>
                    <a:pt x="1048895" y="1628624"/>
                  </a:cubicBezTo>
                  <a:cubicBezTo>
                    <a:pt x="1243741" y="1899883"/>
                    <a:pt x="1443644" y="2092747"/>
                    <a:pt x="1660199" y="2218083"/>
                  </a:cubicBezTo>
                  <a:cubicBezTo>
                    <a:pt x="1889743" y="2350995"/>
                    <a:pt x="2152677" y="2415557"/>
                    <a:pt x="2463908" y="2415557"/>
                  </a:cubicBezTo>
                  <a:cubicBezTo>
                    <a:pt x="2640535" y="2415557"/>
                    <a:pt x="2804782" y="2375617"/>
                    <a:pt x="2980884" y="2289809"/>
                  </a:cubicBezTo>
                  <a:cubicBezTo>
                    <a:pt x="3161695" y="2201695"/>
                    <a:pt x="3340676" y="2073230"/>
                    <a:pt x="3539184" y="1926730"/>
                  </a:cubicBezTo>
                  <a:cubicBezTo>
                    <a:pt x="3585737" y="1892390"/>
                    <a:pt x="3632117" y="1858544"/>
                    <a:pt x="3677015" y="1825852"/>
                  </a:cubicBezTo>
                  <a:cubicBezTo>
                    <a:pt x="3915538" y="1652012"/>
                    <a:pt x="4140811" y="1487806"/>
                    <a:pt x="4286924" y="1314131"/>
                  </a:cubicBezTo>
                  <a:cubicBezTo>
                    <a:pt x="4421616" y="1154044"/>
                    <a:pt x="4479068" y="1000544"/>
                    <a:pt x="4479068" y="800847"/>
                  </a:cubicBezTo>
                  <a:cubicBezTo>
                    <a:pt x="4479068" y="538687"/>
                    <a:pt x="4438813" y="290094"/>
                    <a:pt x="4362007" y="65898"/>
                  </a:cubicBezTo>
                  <a:lnTo>
                    <a:pt x="4336037" y="0"/>
                  </a:lnTo>
                  <a:lnTo>
                    <a:pt x="4913604" y="0"/>
                  </a:lnTo>
                  <a:lnTo>
                    <a:pt x="4930823" y="66892"/>
                  </a:lnTo>
                  <a:lnTo>
                    <a:pt x="4940407" y="125535"/>
                  </a:lnTo>
                  <a:lnTo>
                    <a:pt x="4982006" y="278378"/>
                  </a:lnTo>
                  <a:cubicBezTo>
                    <a:pt x="4999758" y="353368"/>
                    <a:pt x="5014971" y="428944"/>
                    <a:pt x="5027482" y="504952"/>
                  </a:cubicBezTo>
                  <a:cubicBezTo>
                    <a:pt x="5040123" y="580961"/>
                    <a:pt x="5050323" y="657382"/>
                    <a:pt x="5058082" y="734049"/>
                  </a:cubicBezTo>
                  <a:cubicBezTo>
                    <a:pt x="5060261" y="753237"/>
                    <a:pt x="5061743" y="772425"/>
                    <a:pt x="5063486" y="791612"/>
                  </a:cubicBezTo>
                  <a:cubicBezTo>
                    <a:pt x="5065318" y="810552"/>
                    <a:pt x="5066625" y="830398"/>
                    <a:pt x="5067846" y="850245"/>
                  </a:cubicBezTo>
                  <a:cubicBezTo>
                    <a:pt x="5069851" y="889855"/>
                    <a:pt x="5070461" y="929712"/>
                    <a:pt x="5069414" y="969733"/>
                  </a:cubicBezTo>
                  <a:cubicBezTo>
                    <a:pt x="5067060" y="1049695"/>
                    <a:pt x="5057820" y="1130233"/>
                    <a:pt x="5040732" y="1209783"/>
                  </a:cubicBezTo>
                  <a:cubicBezTo>
                    <a:pt x="5023123" y="1289250"/>
                    <a:pt x="4997578" y="1367647"/>
                    <a:pt x="4964102" y="1442832"/>
                  </a:cubicBezTo>
                  <a:cubicBezTo>
                    <a:pt x="4897409" y="1593697"/>
                    <a:pt x="4799942" y="1730232"/>
                    <a:pt x="4689486" y="1849969"/>
                  </a:cubicBezTo>
                  <a:cubicBezTo>
                    <a:pt x="4579116" y="1970446"/>
                    <a:pt x="4456716" y="2076100"/>
                    <a:pt x="4333792" y="2176567"/>
                  </a:cubicBezTo>
                  <a:cubicBezTo>
                    <a:pt x="4210520" y="2276869"/>
                    <a:pt x="4085853" y="2371736"/>
                    <a:pt x="3965196" y="2468002"/>
                  </a:cubicBezTo>
                  <a:lnTo>
                    <a:pt x="3873745" y="2541128"/>
                  </a:lnTo>
                  <a:cubicBezTo>
                    <a:pt x="3842621" y="2565751"/>
                    <a:pt x="3811324" y="2590374"/>
                    <a:pt x="3779416" y="2614666"/>
                  </a:cubicBezTo>
                  <a:cubicBezTo>
                    <a:pt x="3715862" y="2663335"/>
                    <a:pt x="3650652" y="2711016"/>
                    <a:pt x="3582739" y="2756555"/>
                  </a:cubicBezTo>
                  <a:cubicBezTo>
                    <a:pt x="3514913" y="2802012"/>
                    <a:pt x="3445170" y="2846151"/>
                    <a:pt x="3371851" y="2886338"/>
                  </a:cubicBezTo>
                  <a:cubicBezTo>
                    <a:pt x="3298533" y="2926442"/>
                    <a:pt x="3222687" y="2963664"/>
                    <a:pt x="3143614" y="2995780"/>
                  </a:cubicBezTo>
                  <a:cubicBezTo>
                    <a:pt x="2985994" y="3060837"/>
                    <a:pt x="2815732" y="3104317"/>
                    <a:pt x="2643552" y="3122516"/>
                  </a:cubicBezTo>
                  <a:cubicBezTo>
                    <a:pt x="2600484" y="3126799"/>
                    <a:pt x="2557331" y="3130258"/>
                    <a:pt x="2514264" y="3131657"/>
                  </a:cubicBezTo>
                  <a:lnTo>
                    <a:pt x="2481920" y="3132810"/>
                  </a:lnTo>
                  <a:lnTo>
                    <a:pt x="2449664" y="3132975"/>
                  </a:lnTo>
                  <a:cubicBezTo>
                    <a:pt x="2427868" y="3133304"/>
                    <a:pt x="2407207" y="3132646"/>
                    <a:pt x="2386284" y="3132234"/>
                  </a:cubicBezTo>
                  <a:cubicBezTo>
                    <a:pt x="2344524" y="3131740"/>
                    <a:pt x="2302505" y="3129352"/>
                    <a:pt x="2260658" y="3127292"/>
                  </a:cubicBezTo>
                  <a:cubicBezTo>
                    <a:pt x="2218725" y="3123999"/>
                    <a:pt x="2176791" y="3120952"/>
                    <a:pt x="2134945" y="3115928"/>
                  </a:cubicBezTo>
                  <a:cubicBezTo>
                    <a:pt x="2051165" y="3106458"/>
                    <a:pt x="1967473" y="3093529"/>
                    <a:pt x="1884564" y="3075412"/>
                  </a:cubicBezTo>
                  <a:cubicBezTo>
                    <a:pt x="1801657" y="3057296"/>
                    <a:pt x="1719708" y="3033990"/>
                    <a:pt x="1639764" y="3005498"/>
                  </a:cubicBezTo>
                  <a:cubicBezTo>
                    <a:pt x="1559820" y="2976922"/>
                    <a:pt x="1481969" y="2942830"/>
                    <a:pt x="1407081" y="2904125"/>
                  </a:cubicBezTo>
                  <a:cubicBezTo>
                    <a:pt x="1332455" y="2864845"/>
                    <a:pt x="1260794" y="2820953"/>
                    <a:pt x="1193491" y="2772201"/>
                  </a:cubicBezTo>
                  <a:cubicBezTo>
                    <a:pt x="1058362" y="2675194"/>
                    <a:pt x="939973" y="2561469"/>
                    <a:pt x="836141" y="2439839"/>
                  </a:cubicBezTo>
                  <a:cubicBezTo>
                    <a:pt x="784444" y="2378735"/>
                    <a:pt x="736321" y="2315656"/>
                    <a:pt x="690812" y="2251422"/>
                  </a:cubicBezTo>
                  <a:cubicBezTo>
                    <a:pt x="645217" y="2187190"/>
                    <a:pt x="602674" y="2121557"/>
                    <a:pt x="562397" y="2054937"/>
                  </a:cubicBezTo>
                  <a:cubicBezTo>
                    <a:pt x="541823" y="2021256"/>
                    <a:pt x="522992" y="1989716"/>
                    <a:pt x="502504" y="1957435"/>
                  </a:cubicBezTo>
                  <a:cubicBezTo>
                    <a:pt x="482192" y="1925401"/>
                    <a:pt x="461530" y="1893367"/>
                    <a:pt x="440258" y="1861580"/>
                  </a:cubicBezTo>
                  <a:lnTo>
                    <a:pt x="310360" y="1670693"/>
                  </a:lnTo>
                  <a:cubicBezTo>
                    <a:pt x="288826" y="1638577"/>
                    <a:pt x="267555" y="1606296"/>
                    <a:pt x="246806" y="1573603"/>
                  </a:cubicBezTo>
                  <a:cubicBezTo>
                    <a:pt x="226057" y="1540910"/>
                    <a:pt x="205483" y="1508135"/>
                    <a:pt x="186303" y="1474372"/>
                  </a:cubicBezTo>
                  <a:cubicBezTo>
                    <a:pt x="147857" y="1407174"/>
                    <a:pt x="112550" y="1338002"/>
                    <a:pt x="84390" y="1266192"/>
                  </a:cubicBezTo>
                  <a:cubicBezTo>
                    <a:pt x="55708" y="1194630"/>
                    <a:pt x="34436" y="1120434"/>
                    <a:pt x="20139" y="1045249"/>
                  </a:cubicBezTo>
                  <a:cubicBezTo>
                    <a:pt x="6452" y="970064"/>
                    <a:pt x="0" y="893725"/>
                    <a:pt x="0" y="817551"/>
                  </a:cubicBezTo>
                  <a:cubicBezTo>
                    <a:pt x="850" y="589772"/>
                    <a:pt x="36028" y="362457"/>
                    <a:pt x="102773" y="14258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uphemia"/>
                <a:ea typeface="+mn-ea"/>
                <a:cs typeface="+mn-cs"/>
              </a:endParaRPr>
            </a:p>
          </p:txBody>
        </p:sp>
      </p:grpSp>
      <p:pic>
        <p:nvPicPr>
          <p:cNvPr id="18438" name="Picture 2" descr="KL Deemed to be University Logo">
            <a:extLst>
              <a:ext uri="{FF2B5EF4-FFF2-40B4-BE49-F238E27FC236}">
                <a16:creationId xmlns:a16="http://schemas.microsoft.com/office/drawing/2014/main" id="{1A838995-DB2E-42B4-95AD-D125845BCF8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75305" y="591126"/>
            <a:ext cx="2378315" cy="71690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046B0BC3-C96E-48A7-B883-4C9CB97651A8}"/>
              </a:ext>
            </a:extLst>
          </p:cNvPr>
          <p:cNvSpPr>
            <a:spLocks noGrp="1"/>
          </p:cNvSpPr>
          <p:nvPr>
            <p:ph type="dt" sz="quarter" idx="10"/>
          </p:nvPr>
        </p:nvSpPr>
        <p:spPr>
          <a:xfrm>
            <a:off x="804672" y="6356350"/>
            <a:ext cx="2743200" cy="365125"/>
          </a:xfrm>
        </p:spPr>
        <p:txBody>
          <a:bodyPr vert="horz" lIns="91440" tIns="45720" rIns="91440" bIns="45720" rtlCol="0"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DA99F02E-E5F1-4921-A802-627C60B1E8E4}" type="datetime3">
              <a:rPr kumimoji="0" lang="en-US" sz="1200" b="0" i="0" u="none" strike="noStrike" kern="1200" cap="none" spc="0" normalizeH="0" baseline="0" noProof="0" smtClean="0">
                <a:ln>
                  <a:noFill/>
                </a:ln>
                <a:solidFill>
                  <a:srgbClr val="514843">
                    <a:tint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2 December 2022</a:t>
            </a:fld>
            <a:endParaRPr kumimoji="0" lang="en-US" sz="1200" b="0" i="0" u="none" strike="noStrike" kern="1200" cap="none" spc="0" normalizeH="0" baseline="0" noProof="0">
              <a:ln>
                <a:noFill/>
              </a:ln>
              <a:solidFill>
                <a:srgbClr val="514843">
                  <a:tint val="75000"/>
                </a:srgbClr>
              </a:solidFill>
              <a:effectLst/>
              <a:uLnTx/>
              <a:uFillTx/>
              <a:latin typeface="Euphemia"/>
              <a:ea typeface="+mn-ea"/>
              <a:cs typeface="+mn-cs"/>
            </a:endParaRPr>
          </a:p>
        </p:txBody>
      </p:sp>
      <p:sp>
        <p:nvSpPr>
          <p:cNvPr id="5" name="Footer Placeholder 4">
            <a:extLst>
              <a:ext uri="{FF2B5EF4-FFF2-40B4-BE49-F238E27FC236}">
                <a16:creationId xmlns:a16="http://schemas.microsoft.com/office/drawing/2014/main" id="{42D8A040-B8B5-4D3B-91E8-C36473781C5D}"/>
              </a:ext>
            </a:extLst>
          </p:cNvPr>
          <p:cNvSpPr>
            <a:spLocks noGrp="1"/>
          </p:cNvSpPr>
          <p:nvPr>
            <p:ph type="ftr" sz="quarter" idx="11"/>
          </p:nvPr>
        </p:nvSpPr>
        <p:spPr>
          <a:xfrm>
            <a:off x="2636451" y="6347328"/>
            <a:ext cx="4114800" cy="365125"/>
          </a:xfrm>
        </p:spPr>
        <p:txBody>
          <a:bodyPr vert="horz" lIns="91440" tIns="45720" rIns="91440" bIns="45720" rtlCol="0"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514843">
                    <a:tint val="75000"/>
                  </a:srgbClr>
                </a:solidFill>
                <a:effectLst/>
                <a:uLnTx/>
                <a:uFillTx/>
                <a:latin typeface="Euphemia"/>
                <a:ea typeface="+mn-ea"/>
                <a:cs typeface="+mn-cs"/>
              </a:rPr>
              <a:t>QUANTITATIVE APTITUDE &amp; REASONING DIVISION</a:t>
            </a:r>
          </a:p>
        </p:txBody>
      </p:sp>
      <p:sp>
        <p:nvSpPr>
          <p:cNvPr id="18437" name="Slide Number Placeholder 5">
            <a:extLst>
              <a:ext uri="{FF2B5EF4-FFF2-40B4-BE49-F238E27FC236}">
                <a16:creationId xmlns:a16="http://schemas.microsoft.com/office/drawing/2014/main" id="{B77661B1-99E9-479D-ABDB-086C4AC0FBC6}"/>
              </a:ext>
            </a:extLst>
          </p:cNvPr>
          <p:cNvSpPr>
            <a:spLocks noGrp="1" noChangeArrowheads="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90000"/>
              </a:lnSpc>
              <a:spcBef>
                <a:spcPct val="0"/>
              </a:spcBef>
              <a:spcAft>
                <a:spcPts val="600"/>
              </a:spcAft>
              <a:buClrTx/>
              <a:buSzTx/>
              <a:buFontTx/>
              <a:buNone/>
              <a:tabLst/>
              <a:defRPr/>
            </a:pPr>
            <a:fld id="{FDF42D02-EA7C-4C7B-84FD-71E7541EA00B}" type="slidenum">
              <a:rPr kumimoji="0" lang="en-US" altLang="en-US" sz="1200" b="0" i="0" u="none" strike="noStrike" kern="1200" cap="none" spc="0" normalizeH="0" baseline="0" noProof="0" smtClean="0">
                <a:ln>
                  <a:noFill/>
                </a:ln>
                <a:solidFill>
                  <a:srgbClr val="514843">
                    <a:tint val="75000"/>
                  </a:srgbClr>
                </a:solidFill>
                <a:effectLst/>
                <a:uLnTx/>
                <a:uFillTx/>
                <a:latin typeface="Euphemia"/>
                <a:ea typeface="+mn-ea"/>
                <a:cs typeface="Arial" panose="020B0604020202020204" pitchFamily="34" charset="0"/>
              </a:rPr>
              <a:pPr marL="0" marR="0" lvl="0" indent="0" algn="r" defTabSz="914400" rtl="0" eaLnBrk="1" fontAlgn="base" latinLnBrk="0" hangingPunct="1">
                <a:lnSpc>
                  <a:spcPct val="90000"/>
                </a:lnSpc>
                <a:spcBef>
                  <a:spcPct val="0"/>
                </a:spcBef>
                <a:spcAft>
                  <a:spcPts val="600"/>
                </a:spcAft>
                <a:buClrTx/>
                <a:buSzTx/>
                <a:buFontTx/>
                <a:buNone/>
                <a:tabLst/>
                <a:defRPr/>
              </a:pPr>
              <a:t>2</a:t>
            </a:fld>
            <a:endParaRPr kumimoji="0" lang="en-US" altLang="en-US" sz="1200" b="0" i="0" u="none" strike="noStrike" kern="1200" cap="none" spc="0" normalizeH="0" baseline="0" noProof="0">
              <a:ln>
                <a:noFill/>
              </a:ln>
              <a:solidFill>
                <a:srgbClr val="514843">
                  <a:tint val="75000"/>
                </a:srgbClr>
              </a:solidFill>
              <a:effectLst/>
              <a:uLnTx/>
              <a:uFillTx/>
              <a:latin typeface="Euphemia"/>
              <a:ea typeface="+mn-ea"/>
              <a:cs typeface="Arial" panose="020B0604020202020204" pitchFamily="34" charset="0"/>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38287"/>
            <a:ext cx="10830560" cy="3266920"/>
          </a:xfrm>
          <a:prstGeom prst="rect">
            <a:avLst/>
          </a:prstGeom>
          <a:noFill/>
        </p:spPr>
        <p:txBody>
          <a:bodyPr wrap="square">
            <a:spAutoFit/>
          </a:bodyPr>
          <a:lstStyle/>
          <a:p>
            <a:pPr marL="228600" lvl="0" indent="-228600" fontAlgn="base">
              <a:lnSpc>
                <a:spcPct val="150000"/>
              </a:lnSpc>
              <a:spcBef>
                <a:spcPts val="1800"/>
              </a:spcBef>
              <a:spcAft>
                <a:spcPct val="0"/>
              </a:spcAft>
            </a:pPr>
            <a:r>
              <a:rPr lang="en-US" altLang="en-US" sz="2000" b="1" dirty="0">
                <a:solidFill>
                  <a:srgbClr val="FF0000"/>
                </a:solidFill>
                <a:latin typeface="Cambria" panose="02040503050406030204" pitchFamily="18" charset="0"/>
              </a:rPr>
              <a:t>Expression : </a:t>
            </a:r>
            <a:r>
              <a:rPr lang="en-US" altLang="en-US" sz="2000" b="1" dirty="0">
                <a:solidFill>
                  <a:srgbClr val="514843"/>
                </a:solidFill>
                <a:latin typeface="Cambria" panose="02040503050406030204" pitchFamily="18" charset="0"/>
              </a:rPr>
              <a:t>An Algebraic Structure which involves Variables and constants, apply the arithmetic operation is called Expression.</a:t>
            </a:r>
          </a:p>
          <a:p>
            <a:pPr marL="228600" lvl="0" indent="-228600" fontAlgn="base">
              <a:lnSpc>
                <a:spcPct val="150000"/>
              </a:lnSpc>
              <a:spcBef>
                <a:spcPts val="1800"/>
              </a:spcBef>
              <a:spcAft>
                <a:spcPct val="0"/>
              </a:spcAft>
            </a:pPr>
            <a:r>
              <a:rPr lang="en-US" altLang="en-US" sz="2000" b="1" dirty="0">
                <a:solidFill>
                  <a:srgbClr val="FF0000"/>
                </a:solidFill>
                <a:latin typeface="Cambria" panose="02040503050406030204" pitchFamily="18" charset="0"/>
              </a:rPr>
              <a:t>Equation : </a:t>
            </a:r>
            <a:r>
              <a:rPr lang="en-US" altLang="en-US" sz="2000" b="1" dirty="0">
                <a:solidFill>
                  <a:srgbClr val="514843"/>
                </a:solidFill>
                <a:latin typeface="Cambria" panose="02040503050406030204" pitchFamily="18" charset="0"/>
              </a:rPr>
              <a:t>Expression = 0 is called Equation or Equating any two expressions is called Equation.</a:t>
            </a:r>
          </a:p>
          <a:p>
            <a:pPr marL="228600" lvl="0" indent="-228600" fontAlgn="base">
              <a:lnSpc>
                <a:spcPct val="150000"/>
              </a:lnSpc>
              <a:spcBef>
                <a:spcPts val="1800"/>
              </a:spcBef>
              <a:spcAft>
                <a:spcPct val="0"/>
              </a:spcAft>
            </a:pPr>
            <a:r>
              <a:rPr lang="en-US" altLang="en-US" sz="2000" b="1" dirty="0">
                <a:solidFill>
                  <a:srgbClr val="FF0000"/>
                </a:solidFill>
                <a:latin typeface="Cambria" panose="02040503050406030204" pitchFamily="18" charset="0"/>
              </a:rPr>
              <a:t>Simple Equation : </a:t>
            </a:r>
            <a:r>
              <a:rPr lang="en-US" altLang="en-US" sz="2000" b="1" dirty="0">
                <a:solidFill>
                  <a:srgbClr val="514843"/>
                </a:solidFill>
                <a:latin typeface="Cambria" panose="02040503050406030204" pitchFamily="18" charset="0"/>
              </a:rPr>
              <a:t>An equation involving the variables the maximum of order is 1 then it is called Simple Equation.</a:t>
            </a:r>
          </a:p>
        </p:txBody>
      </p:sp>
    </p:spTree>
    <p:extLst>
      <p:ext uri="{BB962C8B-B14F-4D97-AF65-F5344CB8AC3E}">
        <p14:creationId xmlns:p14="http://schemas.microsoft.com/office/powerpoint/2010/main" val="3017127361"/>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2479974"/>
          </a:xfrm>
          <a:prstGeom prst="rect">
            <a:avLst/>
          </a:prstGeom>
          <a:noFill/>
        </p:spPr>
        <p:txBody>
          <a:bodyPr wrap="square">
            <a:spAutoFit/>
          </a:bodyPr>
          <a:lstStyle/>
          <a:p>
            <a:pPr marL="0" marR="0" lvl="0" indent="0" algn="just" defTabSz="914400" rtl="0" eaLnBrk="0" fontAlgn="base" latinLnBrk="0" hangingPunct="0">
              <a:lnSpc>
                <a:spcPct val="150000"/>
              </a:lnSpc>
              <a:spcBef>
                <a:spcPts val="1800"/>
              </a:spcBef>
              <a:spcAft>
                <a:spcPts val="0"/>
              </a:spcAft>
              <a:buClrTx/>
              <a:buSzTx/>
              <a:buFont typeface="Wingdings" panose="05000000000000000000" pitchFamily="2" charset="2"/>
              <a:buNone/>
              <a:tabLst/>
              <a:defRPr/>
            </a:pPr>
            <a:r>
              <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Calibri" panose="020F0502020204030204" pitchFamily="34" charset="0"/>
                <a:cs typeface="Times New Roman" panose="02020603050405020304" pitchFamily="18" charset="0"/>
              </a:rPr>
              <a:t>1. An amount of Rs. 5,600 is divided among A, B and C. The sum of the  shares of  ‘B’ and ‘C’ is equal to thrice the share of  “A” and the sum of the shares of “A” and “C” is equal to Nine – Fifth of the share of B. What is the share of ‘C’ ?</a:t>
            </a:r>
            <a:endParaRPr kumimoji="0" lang="en-IN" sz="2400" b="0" i="0" u="none" strike="noStrike" kern="1200" cap="none" spc="0" normalizeH="0" baseline="0" noProof="0" dirty="0">
              <a:ln>
                <a:noFill/>
              </a:ln>
              <a:solidFill>
                <a:srgbClr val="514843"/>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0" algn="just" defTabSz="914400" rtl="0" eaLnBrk="0" fontAlgn="base" latinLnBrk="0" hangingPunct="0">
              <a:lnSpc>
                <a:spcPct val="150000"/>
              </a:lnSpc>
              <a:spcBef>
                <a:spcPts val="1800"/>
              </a:spcBef>
              <a:spcAft>
                <a:spcPts val="0"/>
              </a:spcAft>
              <a:buClrTx/>
              <a:buSzTx/>
              <a:buFont typeface="Wingdings" panose="05000000000000000000" pitchFamily="2" charset="2"/>
              <a:buNone/>
              <a:tabLst/>
              <a:defRPr/>
            </a:pPr>
            <a:r>
              <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Calibri" panose="020F0502020204030204" pitchFamily="34" charset="0"/>
                <a:cs typeface="Times New Roman" panose="02020603050405020304" pitchFamily="18" charset="0"/>
              </a:rPr>
              <a:t>	a.. Rs. 1,400 		b. Rs. 2,400		c. Rs. 2,200 	        d. Rs. 2,000</a:t>
            </a:r>
            <a:endParaRPr kumimoji="0" lang="en-IN" sz="2400" b="0" i="0" u="none" strike="noStrike" kern="1200" cap="none" spc="0" normalizeH="0" baseline="0" noProof="0" dirty="0">
              <a:ln>
                <a:noFill/>
              </a:ln>
              <a:solidFill>
                <a:srgbClr val="514843"/>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81679524"/>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3033972"/>
          </a:xfrm>
          <a:prstGeom prst="rect">
            <a:avLst/>
          </a:prstGeom>
          <a:noFill/>
        </p:spPr>
        <p:txBody>
          <a:bodyPr wrap="square">
            <a:spAutoFit/>
          </a:bodyPr>
          <a:lstStyle/>
          <a:p>
            <a:pPr marL="0" marR="0" lvl="0" indent="0" algn="just" defTabSz="914400" rtl="0" eaLnBrk="0" fontAlgn="base" latinLnBrk="0" hangingPunct="0">
              <a:lnSpc>
                <a:spcPct val="150000"/>
              </a:lnSpc>
              <a:spcBef>
                <a:spcPts val="1800"/>
              </a:spcBef>
              <a:spcAft>
                <a:spcPts val="0"/>
              </a:spcAft>
              <a:buClrTx/>
              <a:buSzTx/>
              <a:buFont typeface="Wingdings" panose="05000000000000000000" pitchFamily="2" charset="2"/>
              <a:buNone/>
              <a:tabLst/>
              <a:defRPr/>
            </a:pPr>
            <a:r>
              <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Calibri" panose="020F0502020204030204" pitchFamily="34" charset="0"/>
                <a:cs typeface="Times New Roman" panose="02020603050405020304" pitchFamily="18" charset="0"/>
              </a:rPr>
              <a:t>2.</a:t>
            </a:r>
            <a:r>
              <a:rPr kumimoji="0" lang="en-US" sz="2000" b="0" i="0" u="none" strike="noStrike" kern="1200" cap="none" spc="0" normalizeH="0" baseline="0" noProof="0" dirty="0">
                <a:ln>
                  <a:noFill/>
                </a:ln>
                <a:solidFill>
                  <a:srgbClr val="514843"/>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Calibri" panose="020F0502020204030204" pitchFamily="34" charset="0"/>
                <a:cs typeface="Times New Roman" panose="02020603050405020304" pitchFamily="18" charset="0"/>
              </a:rPr>
              <a:t>A and B have some marbles with them.  A says to B, “if you give one marble to me, we will have equal number of marbles”. B Says to A “if you give me one marble, I will have twice the number of marbles you have”. How many marbles do A and B have respectively?</a:t>
            </a:r>
            <a:endParaRPr kumimoji="0" lang="en-IN" sz="2400" b="0" i="0" u="none" strike="noStrike" kern="1200" cap="none" spc="0" normalizeH="0" baseline="0" noProof="0" dirty="0">
              <a:ln>
                <a:noFill/>
              </a:ln>
              <a:solidFill>
                <a:srgbClr val="514843"/>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50000"/>
              </a:lnSpc>
              <a:spcBef>
                <a:spcPts val="1800"/>
              </a:spcBef>
              <a:spcAft>
                <a:spcPts val="0"/>
              </a:spcAft>
              <a:buClrTx/>
              <a:buSzTx/>
              <a:buFont typeface="Wingdings" panose="05000000000000000000" pitchFamily="2" charset="2"/>
              <a:buNone/>
              <a:tabLst/>
              <a:defRPr/>
            </a:pPr>
            <a:r>
              <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Calibri" panose="020F0502020204030204" pitchFamily="34" charset="0"/>
                <a:cs typeface="Times New Roman" panose="02020603050405020304" pitchFamily="18" charset="0"/>
              </a:rPr>
              <a:t>	a. 4,6			b. 5,7 			c. 6, 4  	        d. 7,5	</a:t>
            </a:r>
            <a:endParaRPr kumimoji="0" lang="en-IN" sz="2400" b="0" i="0" u="none" strike="noStrike" kern="1200" cap="none" spc="0" normalizeH="0" baseline="0" noProof="0" dirty="0">
              <a:ln>
                <a:noFill/>
              </a:ln>
              <a:solidFill>
                <a:srgbClr val="514843"/>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94058280"/>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2472793"/>
          </a:xfrm>
          <a:prstGeom prst="rect">
            <a:avLst/>
          </a:prstGeom>
          <a:noFill/>
        </p:spPr>
        <p:txBody>
          <a:bodyPr wrap="square">
            <a:spAutoFit/>
          </a:bodyPr>
          <a:lstStyle/>
          <a:p>
            <a:pPr marL="0" marR="0" lvl="0" indent="0" algn="just"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20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3. </a:t>
            </a:r>
            <a:r>
              <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In two hours A can walk two kilometers less than what B can walk in three hours. In one-hour, A walk one kilometer more than B. How many kilometers can A walk in Five  hours ?</a:t>
            </a:r>
            <a:endParaRPr kumimoji="0" lang="en-IN"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    	a. 25 		b. 16 			c. 20			d. 12	</a:t>
            </a:r>
            <a:endParaRPr kumimoji="0" lang="en-IN"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67779452"/>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1764907"/>
          </a:xfrm>
          <a:prstGeom prst="rect">
            <a:avLst/>
          </a:prstGeom>
          <a:noFill/>
        </p:spPr>
        <p:txBody>
          <a:bodyPr wrap="square">
            <a:spAutoFit/>
          </a:bodyPr>
          <a:lstStyle/>
          <a:p>
            <a:pPr marL="0" marR="0" lvl="0" indent="0" algn="just"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4. A two-digit number “ T ” is added to the number formed by reversing its digits. The sum obtained is 99.  The tens digit of  T  was twice its units digit. Find the tens digit?</a:t>
            </a:r>
            <a:endParaRPr kumimoji="0" lang="en-IN"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endParaRPr>
          </a:p>
          <a:p>
            <a:pPr marL="1428750" lvl="2" indent="-514350" eaLnBrk="0" fontAlgn="base" hangingPunct="0">
              <a:lnSpc>
                <a:spcPct val="150000"/>
              </a:lnSpc>
              <a:spcBef>
                <a:spcPts val="600"/>
              </a:spcBef>
              <a:spcAft>
                <a:spcPct val="0"/>
              </a:spcAft>
              <a:buFont typeface="Wingdings" panose="05000000000000000000" pitchFamily="2" charset="2"/>
              <a:buAutoNum type="alphaLcPeriod"/>
              <a:defRPr/>
            </a:pPr>
            <a:r>
              <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4 		b. 6 		c. 8		d. 2	</a:t>
            </a:r>
          </a:p>
        </p:txBody>
      </p:sp>
    </p:spTree>
    <p:extLst>
      <p:ext uri="{BB962C8B-B14F-4D97-AF65-F5344CB8AC3E}">
        <p14:creationId xmlns:p14="http://schemas.microsoft.com/office/powerpoint/2010/main" val="1787553078"/>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2249142"/>
          </a:xfrm>
          <a:prstGeom prst="rect">
            <a:avLst/>
          </a:prstGeom>
          <a:noFill/>
        </p:spPr>
        <p:txBody>
          <a:bodyPr wrap="square">
            <a:spAutoFit/>
          </a:bodyPr>
          <a:lstStyle/>
          <a:p>
            <a:pPr algn="just">
              <a:lnSpc>
                <a:spcPct val="150000"/>
              </a:lnSpc>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5. On the first day man earns Rs.20 and spends Rs.15 on the next day. He again earns Rs.20 on the third day and spends Rs.15 on the fourth day. If he continuous to save like this, how soon will he have Rs. 60 in hand?</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 On 17</a:t>
            </a:r>
            <a:r>
              <a:rPr lang="en-US" sz="24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day		b. On 27</a:t>
            </a:r>
            <a:r>
              <a:rPr lang="en-US" sz="24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day		c. On 30</a:t>
            </a:r>
            <a:r>
              <a:rPr lang="en-US" sz="24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day	d. On 40</a:t>
            </a:r>
            <a:r>
              <a:rPr lang="en-US" sz="24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day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68471048"/>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1464312"/>
          </a:xfrm>
          <a:prstGeom prst="rect">
            <a:avLst/>
          </a:prstGeom>
          <a:noFill/>
        </p:spPr>
        <p:txBody>
          <a:bodyPr wrap="square">
            <a:spAutoFit/>
          </a:bodyPr>
          <a:lstStyle/>
          <a:p>
            <a:pPr>
              <a:lnSpc>
                <a:spcPct val="200000"/>
              </a:lnSpc>
            </a:pPr>
            <a:r>
              <a:rPr lang="en-US" sz="2400" dirty="0">
                <a:latin typeface="Times New Roman" panose="02020603050405020304" pitchFamily="18" charset="0"/>
                <a:ea typeface="Calibri" panose="020F0502020204030204" pitchFamily="34" charset="0"/>
                <a:cs typeface="Times New Roman" panose="02020603050405020304" pitchFamily="18" charset="0"/>
              </a:rPr>
              <a:t>6</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Number of digits used  numbering the pages in a book having  366 pages is: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200000"/>
              </a:lnSpc>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a.732		b.990		c.1098		d.1305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67387937"/>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1695144"/>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ea typeface="Calibri" panose="020F0502020204030204" pitchFamily="34" charset="0"/>
                <a:cs typeface="Times New Roman" panose="02020603050405020304" pitchFamily="18" charset="0"/>
              </a:rPr>
              <a:t>7</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 boy was asked to multiply a number by 25. He instead multiplied the number by 52 and got the answer 324 plus the correct answer. Multiplied the number is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a.12		b.15		c.25		d.32</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28914880"/>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1695144"/>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ea typeface="Calibri" panose="020F0502020204030204" pitchFamily="34" charset="0"/>
                <a:cs typeface="Times New Roman" panose="02020603050405020304" pitchFamily="18" charset="0"/>
              </a:rPr>
              <a:t>8</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 boy read 3/8</a:t>
            </a:r>
            <a:r>
              <a:rPr lang="en-US" sz="24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of a book on one day and 4/5</a:t>
            </a:r>
            <a:r>
              <a:rPr lang="en-US" sz="24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of the remainder on another day. If there were 30 pages unread, How many pages did the book contain?</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a.240		b.300		c.600		d.250</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69289904"/>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2611292"/>
          </a:xfrm>
          <a:prstGeom prst="rect">
            <a:avLst/>
          </a:prstGeom>
          <a:noFill/>
        </p:spPr>
        <p:txBody>
          <a:bodyPr wrap="square">
            <a:spAutoFit/>
          </a:bodyPr>
          <a:lstStyle/>
          <a:p>
            <a:pPr marL="0" marR="0" lvl="0" indent="0" algn="just"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lang="en-US" sz="2400" dirty="0">
                <a:solidFill>
                  <a:srgbClr val="514843"/>
                </a:solidFill>
                <a:latin typeface="Times New Roman" panose="02020603050405020304" pitchFamily="18" charset="0"/>
                <a:cs typeface="Times New Roman" panose="02020603050405020304" pitchFamily="18" charset="0"/>
              </a:rPr>
              <a:t>9</a:t>
            </a:r>
            <a:r>
              <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 Rakesh wanted to buy a book costing Rs. 270 he had notes of Rs. 10, Rs. 20 and   Rs. 100 only. In how many  ways can he pays for the book such that he uses at least one note of each denomination ?	</a:t>
            </a:r>
            <a:endParaRPr kumimoji="0" lang="en-IN"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200000"/>
              </a:lnSpc>
              <a:spcBef>
                <a:spcPts val="1800"/>
              </a:spcBef>
              <a:spcAft>
                <a:spcPct val="0"/>
              </a:spcAft>
              <a:buClrTx/>
              <a:buSzTx/>
              <a:buFont typeface="Wingdings" panose="05000000000000000000" pitchFamily="2" charset="2"/>
              <a:buNone/>
              <a:tabLst/>
              <a:defRPr/>
            </a:pPr>
            <a:r>
              <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	a.9 		b. 10 		c. 11			d. 12</a:t>
            </a:r>
            <a:endParaRPr kumimoji="0" lang="en-IN"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61149809"/>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3026791"/>
          </a:xfrm>
          <a:prstGeom prst="rect">
            <a:avLst/>
          </a:prstGeom>
          <a:noFill/>
        </p:spPr>
        <p:txBody>
          <a:bodyPr wrap="square">
            <a:spAutoFit/>
          </a:bodyPr>
          <a:lstStyle/>
          <a:p>
            <a:pPr marL="0" marR="0" lvl="0" indent="0" algn="just"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lang="en-US" altLang="en-US" sz="2400" dirty="0">
                <a:solidFill>
                  <a:srgbClr val="514843"/>
                </a:solidFill>
                <a:latin typeface="Cambria" pitchFamily="18" charset="0"/>
              </a:rPr>
              <a:t>10</a:t>
            </a:r>
            <a:r>
              <a:rPr kumimoji="0" lang="en-US" altLang="en-US" sz="2400" b="0" i="0" u="none" strike="noStrike" kern="1200" cap="none" spc="0" normalizeH="0" baseline="0" noProof="0" dirty="0">
                <a:ln>
                  <a:noFill/>
                </a:ln>
                <a:solidFill>
                  <a:srgbClr val="514843"/>
                </a:solidFill>
                <a:effectLst/>
                <a:uLnTx/>
                <a:uFillTx/>
                <a:latin typeface="Cambria" pitchFamily="18" charset="0"/>
                <a:ea typeface="+mn-ea"/>
                <a:cs typeface="+mn-cs"/>
              </a:rPr>
              <a:t>. </a:t>
            </a:r>
            <a:r>
              <a:rPr kumimoji="0" lang="en-US" sz="2400" b="0" i="0" u="none" strike="noStrike" kern="1200" cap="none" spc="0" normalizeH="0" baseline="0" noProof="0" dirty="0">
                <a:ln>
                  <a:noFill/>
                </a:ln>
                <a:solidFill>
                  <a:srgbClr val="514843"/>
                </a:solidFill>
                <a:effectLst/>
                <a:uLnTx/>
                <a:uFillTx/>
                <a:latin typeface="Times New Roman" pitchFamily="18" charset="0"/>
                <a:ea typeface="+mn-ea"/>
                <a:cs typeface="Times New Roman" pitchFamily="18" charset="0"/>
              </a:rPr>
              <a:t>A father has Six children he distributes some toffees among them equally. Each of them eats 4 toffees. The total number of toffees remaining with them was thrice the number of toffees each of them initially had. Find the initial number of toffees with the father?</a:t>
            </a:r>
            <a:endParaRPr kumimoji="0" lang="en-IN" sz="2400" b="0" i="0" u="none" strike="noStrike" kern="1200" cap="none" spc="0" normalizeH="0" baseline="0" noProof="0" dirty="0">
              <a:ln>
                <a:noFill/>
              </a:ln>
              <a:solidFill>
                <a:srgbClr val="514843"/>
              </a:solidFill>
              <a:effectLst/>
              <a:uLnTx/>
              <a:uFillTx/>
              <a:latin typeface="Times New Roman" pitchFamily="18" charset="0"/>
              <a:ea typeface="+mn-ea"/>
              <a:cs typeface="Times New Roman" pitchFamily="18" charset="0"/>
            </a:endParaRPr>
          </a:p>
          <a:p>
            <a:pPr marL="0" marR="0" lvl="0" indent="0" algn="just"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2400" b="0" i="0" u="none" strike="noStrike" kern="1200" cap="none" spc="0" normalizeH="0" baseline="0" noProof="0" dirty="0">
                <a:ln>
                  <a:noFill/>
                </a:ln>
                <a:solidFill>
                  <a:srgbClr val="514843"/>
                </a:solidFill>
                <a:effectLst/>
                <a:uLnTx/>
                <a:uFillTx/>
                <a:latin typeface="Times New Roman" pitchFamily="18" charset="0"/>
                <a:ea typeface="+mn-ea"/>
                <a:cs typeface="Times New Roman" pitchFamily="18" charset="0"/>
              </a:rPr>
              <a:t> 	a. 48 		b. 42 		c. 36			d. 54</a:t>
            </a:r>
            <a:endParaRPr kumimoji="0" lang="en-IN" sz="2400" b="0" i="0" u="none" strike="noStrike" kern="1200" cap="none" spc="0" normalizeH="0" baseline="0" noProof="0" dirty="0">
              <a:ln>
                <a:noFill/>
              </a:ln>
              <a:solidFill>
                <a:srgbClr val="514843"/>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4242097078"/>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2426626"/>
          </a:xfrm>
          <a:prstGeom prst="rect">
            <a:avLst/>
          </a:prstGeom>
          <a:noFill/>
        </p:spPr>
        <p:txBody>
          <a:bodyPr wrap="square">
            <a:spAutoFit/>
          </a:bodyPr>
          <a:lstStyle/>
          <a:p>
            <a:pPr marL="0" marR="0" lvl="0" indent="0" algn="just" defTabSz="914400" rtl="0" eaLnBrk="0" fontAlgn="base" latinLnBrk="0" hangingPunct="0">
              <a:lnSpc>
                <a:spcPct val="200000"/>
              </a:lnSpc>
              <a:spcBef>
                <a:spcPts val="1800"/>
              </a:spcBef>
              <a:spcAft>
                <a:spcPct val="0"/>
              </a:spcAft>
              <a:buClrTx/>
              <a:buSzTx/>
              <a:buFont typeface="Wingdings" panose="05000000000000000000" pitchFamily="2" charset="2"/>
              <a:buNone/>
              <a:tabLst/>
              <a:defRPr/>
            </a:pPr>
            <a:r>
              <a:rPr lang="en-US" altLang="en-US" sz="2400" dirty="0">
                <a:solidFill>
                  <a:srgbClr val="514843"/>
                </a:solidFill>
                <a:latin typeface="Cambria" pitchFamily="18" charset="0"/>
              </a:rPr>
              <a:t>11</a:t>
            </a:r>
            <a:r>
              <a:rPr kumimoji="0" lang="en-US" altLang="en-US" sz="2400" b="0" i="0" u="none" strike="noStrike" kern="1200" cap="none" spc="0" normalizeH="0" baseline="0" noProof="0" dirty="0">
                <a:ln>
                  <a:noFill/>
                </a:ln>
                <a:solidFill>
                  <a:srgbClr val="514843"/>
                </a:solidFill>
                <a:effectLst/>
                <a:uLnTx/>
                <a:uFillTx/>
                <a:latin typeface="Cambria" pitchFamily="18" charset="0"/>
                <a:ea typeface="+mn-ea"/>
                <a:cs typeface="+mn-cs"/>
              </a:rPr>
              <a:t>. </a:t>
            </a:r>
            <a:r>
              <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In a groups of cows and ducks, the number of legs are 48 more than twice the number of  heads. What is the number of cows in the group?</a:t>
            </a:r>
            <a:endParaRPr kumimoji="0" lang="en-IN"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200000"/>
              </a:lnSpc>
              <a:spcBef>
                <a:spcPts val="1800"/>
              </a:spcBef>
              <a:spcAft>
                <a:spcPct val="0"/>
              </a:spcAft>
              <a:buClrTx/>
              <a:buSzTx/>
              <a:buFont typeface="Wingdings" panose="05000000000000000000" pitchFamily="2" charset="2"/>
              <a:buNone/>
              <a:tabLst/>
              <a:defRPr/>
            </a:pPr>
            <a:r>
              <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	a.6		b.8			c.10			d.24</a:t>
            </a:r>
            <a:endParaRPr kumimoji="0" lang="en-IN"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417188677"/>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3026341"/>
          </a:xfrm>
          <a:prstGeom prst="rect">
            <a:avLst/>
          </a:prstGeom>
          <a:noFill/>
        </p:spPr>
        <p:txBody>
          <a:bodyPr wrap="square">
            <a:spAutoFit/>
          </a:bodyPr>
          <a:lstStyle/>
          <a:p>
            <a:pPr marL="0" marR="0" lvl="0" indent="0" algn="just"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lang="en-US" altLang="en-US" sz="2000" dirty="0">
                <a:solidFill>
                  <a:srgbClr val="514843"/>
                </a:solidFill>
                <a:latin typeface="Cambria" panose="02040503050406030204" pitchFamily="18" charset="0"/>
              </a:rPr>
              <a:t>12</a:t>
            </a:r>
            <a:r>
              <a:rPr kumimoji="0" lang="en-US" altLang="en-US" sz="2000" b="0" i="0" u="none" strike="noStrike" kern="1200" cap="none" spc="0" normalizeH="0" baseline="0" noProof="0" dirty="0">
                <a:ln>
                  <a:noFill/>
                </a:ln>
                <a:solidFill>
                  <a:srgbClr val="514843"/>
                </a:solidFill>
                <a:effectLst/>
                <a:uLnTx/>
                <a:uFillTx/>
                <a:latin typeface="Cambria" panose="02040503050406030204" pitchFamily="18" charset="0"/>
                <a:ea typeface="+mn-ea"/>
                <a:cs typeface="+mn-cs"/>
              </a:rPr>
              <a:t>.</a:t>
            </a:r>
            <a:r>
              <a:rPr kumimoji="0" lang="en-US" altLang="en-US" sz="20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The total expenses of a hostel consist of two parts. One part is fixed and the other part varies directly with the number of occupants. When it had 180 occupants, its total expense was Rs. 1,92,000. When it had 240  occupants, its total expense was              Rs. 2,16,000. Find its total expense when it had 270 occupants?  (in Rs.)</a:t>
            </a:r>
            <a:endParaRPr kumimoji="0" lang="en-IN" alt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alt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	a. 2,28,000 	b. 2,36,000  		c. 2,32,000  		d. 2,24,000</a:t>
            </a:r>
            <a:endParaRPr kumimoji="0" lang="en-US" altLang="en-US" sz="2400" b="0" i="0" u="none" strike="noStrike" kern="1200" cap="none" spc="0" normalizeH="0" baseline="0" noProof="0" dirty="0">
              <a:ln>
                <a:noFill/>
              </a:ln>
              <a:solidFill>
                <a:srgbClr val="514843"/>
              </a:solidFill>
              <a:effectLst/>
              <a:uLnTx/>
              <a:uFillTx/>
              <a:latin typeface="Cambria" panose="02040503050406030204" pitchFamily="18" charset="0"/>
              <a:ea typeface="+mn-ea"/>
              <a:cs typeface="+mn-cs"/>
            </a:endParaRPr>
          </a:p>
        </p:txBody>
      </p:sp>
    </p:spTree>
    <p:extLst>
      <p:ext uri="{BB962C8B-B14F-4D97-AF65-F5344CB8AC3E}">
        <p14:creationId xmlns:p14="http://schemas.microsoft.com/office/powerpoint/2010/main" val="2113270038"/>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2317558"/>
          </a:xfrm>
          <a:prstGeom prst="rect">
            <a:avLst/>
          </a:prstGeom>
          <a:noFill/>
        </p:spPr>
        <p:txBody>
          <a:bodyPr wrap="square">
            <a:spAutoFit/>
          </a:bodyPr>
          <a:lstStyle/>
          <a:p>
            <a:pPr marL="0" marR="0" lvl="0" indent="0" algn="just"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altLang="en-US" sz="2000" b="0" i="0" u="none" strike="noStrike" kern="1200" cap="none" spc="0" normalizeH="0" baseline="0" noProof="0" dirty="0">
                <a:ln>
                  <a:noFill/>
                </a:ln>
                <a:solidFill>
                  <a:srgbClr val="514843"/>
                </a:solidFill>
                <a:effectLst/>
                <a:uLnTx/>
                <a:uFillTx/>
                <a:latin typeface="Cambria" pitchFamily="18" charset="0"/>
                <a:ea typeface="+mn-ea"/>
                <a:cs typeface="+mn-cs"/>
              </a:rPr>
              <a:t>13. </a:t>
            </a:r>
            <a:r>
              <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A test consists of 50m questions. Each correct answer fetches 1 mark.  For each wrong answer ½ mark is deducted. A candidate who wrote this test attempted all the questions. He scored 41 marks. Find the number of questions how correctly answered?</a:t>
            </a:r>
            <a:endParaRPr kumimoji="0" lang="en-IN" sz="24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endParaRPr>
          </a:p>
          <a:p>
            <a:pPr marL="228600" marR="0" lvl="0" indent="0" algn="just" defTabSz="914400" rtl="0" eaLnBrk="0" fontAlgn="base" latinLnBrk="0" hangingPunct="0">
              <a:lnSpc>
                <a:spcPct val="90000"/>
              </a:lnSpc>
              <a:spcBef>
                <a:spcPts val="1800"/>
              </a:spcBef>
              <a:spcAft>
                <a:spcPts val="0"/>
              </a:spcAft>
              <a:buClrTx/>
              <a:buSzTx/>
              <a:buFont typeface="Wingdings" panose="05000000000000000000" pitchFamily="2" charset="2"/>
              <a:buNone/>
              <a:tabLst/>
              <a:defRPr/>
            </a:pPr>
            <a:r>
              <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Calibri" panose="020F0502020204030204" pitchFamily="34" charset="0"/>
                <a:cs typeface="Times New Roman" panose="02020603050405020304" pitchFamily="18" charset="0"/>
              </a:rPr>
              <a:t>	a. 46 		b. 42 			c. 48			d. 44</a:t>
            </a:r>
          </a:p>
        </p:txBody>
      </p:sp>
    </p:spTree>
    <p:extLst>
      <p:ext uri="{BB962C8B-B14F-4D97-AF65-F5344CB8AC3E}">
        <p14:creationId xmlns:p14="http://schemas.microsoft.com/office/powerpoint/2010/main" val="4156473418"/>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2317558"/>
          </a:xfrm>
          <a:prstGeom prst="rect">
            <a:avLst/>
          </a:prstGeom>
          <a:noFill/>
        </p:spPr>
        <p:txBody>
          <a:bodyPr wrap="square">
            <a:spAutoFit/>
          </a:bodyPr>
          <a:lstStyle/>
          <a:p>
            <a:pPr marL="0" marR="0" lvl="0" indent="0" algn="just"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altLang="en-US" sz="2400" b="0" i="0" u="none" strike="noStrike" kern="1200" cap="none" spc="0" normalizeH="0" baseline="0" noProof="0" dirty="0">
                <a:ln>
                  <a:noFill/>
                </a:ln>
                <a:solidFill>
                  <a:srgbClr val="514843"/>
                </a:solidFill>
                <a:effectLst/>
                <a:uLnTx/>
                <a:uFillTx/>
                <a:latin typeface="Cambria" pitchFamily="18" charset="0"/>
                <a:ea typeface="+mn-ea"/>
                <a:cs typeface="+mn-cs"/>
              </a:rPr>
              <a:t>14.</a:t>
            </a:r>
            <a:r>
              <a:rPr kumimoji="0" lang="en-IN" sz="2400" b="0" i="0" u="none" strike="noStrike" kern="1200" cap="none" spc="0" normalizeH="0" baseline="0" noProof="0" dirty="0">
                <a:ln>
                  <a:noFill/>
                </a:ln>
                <a:solidFill>
                  <a:srgbClr val="514843"/>
                </a:solidFill>
                <a:effectLst/>
                <a:uLnTx/>
                <a:uFillTx/>
                <a:latin typeface="Euphemia"/>
                <a:ea typeface="+mn-ea"/>
                <a:cs typeface="+mn-cs"/>
              </a:rPr>
              <a:t> </a:t>
            </a:r>
            <a:r>
              <a:rPr kumimoji="0" lang="en-IN" sz="2400" b="0" i="0" u="none" strike="noStrike" kern="1200" cap="none" spc="0" normalizeH="0" baseline="0" noProof="0" dirty="0">
                <a:ln>
                  <a:noFill/>
                </a:ln>
                <a:solidFill>
                  <a:srgbClr val="514843"/>
                </a:solidFill>
                <a:effectLst/>
                <a:uLnTx/>
                <a:uFillTx/>
                <a:latin typeface="Times New Roman" panose="02020603050405020304" pitchFamily="18" charset="0"/>
                <a:cs typeface="Times New Roman" panose="02020603050405020304" pitchFamily="18" charset="0"/>
              </a:rPr>
              <a:t>The cost of 10 kg of apples is equal to the cost of 24 kg of rice. The cost of 6 kg of flour equals the cost of 2 kg of rice. The cost of each kg of flour is Rs.20.50. Find the total cost of 4 kg of apples, 3 kg of rice and 5 kg of flour?</a:t>
            </a:r>
          </a:p>
          <a:p>
            <a:pPr marL="0" marR="0" lvl="0" indent="0" algn="just" defTabSz="914400" rtl="0" eaLnBrk="0" fontAlgn="base" latinLnBrk="0" hangingPunct="0">
              <a:lnSpc>
                <a:spcPct val="90000"/>
              </a:lnSpc>
              <a:spcBef>
                <a:spcPts val="1800"/>
              </a:spcBef>
              <a:spcAft>
                <a:spcPct val="0"/>
              </a:spcAft>
              <a:buClrTx/>
              <a:buSzTx/>
              <a:buFont typeface="Wingdings" panose="05000000000000000000" pitchFamily="2" charset="2"/>
              <a:buNone/>
              <a:tabLst/>
              <a:defRPr/>
            </a:pPr>
            <a:r>
              <a:rPr kumimoji="0" lang="en-IN" sz="2400" b="0" i="0" u="none" strike="noStrike" kern="1200" cap="none" spc="0" normalizeH="0" baseline="0" noProof="0" dirty="0">
                <a:ln>
                  <a:noFill/>
                </a:ln>
                <a:solidFill>
                  <a:srgbClr val="514843"/>
                </a:solidFill>
                <a:effectLst/>
                <a:uLnTx/>
                <a:uFillTx/>
                <a:latin typeface="Euphemia"/>
                <a:ea typeface="+mn-ea"/>
                <a:cs typeface="+mn-cs"/>
              </a:rPr>
              <a:t>	a. </a:t>
            </a:r>
            <a:r>
              <a:rPr kumimoji="0" lang="en-IN" sz="2400" b="0" i="0" u="none" strike="noStrike" kern="1200" cap="none" spc="0" normalizeH="0" baseline="0" noProof="0" dirty="0">
                <a:ln>
                  <a:noFill/>
                </a:ln>
                <a:solidFill>
                  <a:srgbClr val="514843"/>
                </a:solidFill>
                <a:effectLst/>
                <a:uLnTx/>
                <a:uFillTx/>
                <a:latin typeface="Times New Roman" panose="02020603050405020304" pitchFamily="18" charset="0"/>
                <a:cs typeface="Times New Roman" panose="02020603050405020304" pitchFamily="18" charset="0"/>
              </a:rPr>
              <a:t>Rs.849.40       b. Rs.877.40     c. Rs.901.60           d. Rs.815.20</a:t>
            </a:r>
          </a:p>
        </p:txBody>
      </p:sp>
    </p:spTree>
    <p:extLst>
      <p:ext uri="{BB962C8B-B14F-4D97-AF65-F5344CB8AC3E}">
        <p14:creationId xmlns:p14="http://schemas.microsoft.com/office/powerpoint/2010/main" val="1855952285"/>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2249142"/>
          </a:xfrm>
          <a:prstGeom prst="rect">
            <a:avLst/>
          </a:prstGeom>
          <a:noFill/>
        </p:spPr>
        <p:txBody>
          <a:bodyPr wrap="square">
            <a:spAutoFit/>
          </a:bodyPr>
          <a:lstStyle/>
          <a:p>
            <a:pPr algn="just">
              <a:lnSpc>
                <a:spcPct val="150000"/>
              </a:lnSpc>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15. In a regular week, there are 5 working </a:t>
            </a:r>
            <a:r>
              <a:rPr lang="en-US" sz="2400">
                <a:effectLst/>
                <a:latin typeface="Times New Roman" panose="02020603050405020304" pitchFamily="18" charset="0"/>
                <a:ea typeface="Calibri" panose="020F0502020204030204" pitchFamily="34" charset="0"/>
                <a:cs typeface="Times New Roman" panose="02020603050405020304" pitchFamily="18" charset="0"/>
              </a:rPr>
              <a:t>days and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working hours are 8 for each day. A man gets Rs.2.40 per hour for regular work and Rs.3.20 per hours for overtime. If he earns Rs.432 in 4 weeks, then how many hours does he work for?</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a.160		b.175		c.180		d.195</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58974087"/>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1687578"/>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16</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Twenty years from now, Sreedhar will be Six times as old as he was twenty years ago. What is the present age of Sreedhar ? </a:t>
            </a:r>
            <a:endParaRPr lang="en-IN" sz="3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457200" algn="just">
              <a:lnSpc>
                <a:spcPct val="150000"/>
              </a:lnSpc>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20 years		b. 24 years	c. 28 years 		d. 32 years</a:t>
            </a:r>
            <a:r>
              <a:rPr lang="en-US" sz="2400" dirty="0">
                <a:effectLst/>
                <a:latin typeface="Arial" panose="020B0604020202020204" pitchFamily="34" charset="0"/>
                <a:ea typeface="Times New Roman" panose="02020603050405020304" pitchFamily="18" charset="0"/>
              </a:rPr>
              <a:t>	</a:t>
            </a:r>
            <a:endParaRPr lang="en-IN" sz="3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43156713"/>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1687963"/>
          </a:xfrm>
          <a:prstGeom prst="rect">
            <a:avLst/>
          </a:prstGeom>
          <a:noFill/>
        </p:spPr>
        <p:txBody>
          <a:bodyPr wrap="square">
            <a:spAutoFit/>
          </a:bodyPr>
          <a:lstStyle/>
          <a:p>
            <a:pPr algn="just">
              <a:lnSpc>
                <a:spcPct val="150000"/>
              </a:lnSpc>
            </a:pPr>
            <a:r>
              <a:rPr lang="en-US" sz="2400" dirty="0">
                <a:latin typeface="Arial" panose="020B0604020202020204" pitchFamily="34" charset="0"/>
                <a:ea typeface="Times New Roman" panose="02020603050405020304" pitchFamily="18" charset="0"/>
              </a:rPr>
              <a:t>17</a:t>
            </a:r>
            <a:r>
              <a:rPr lang="en-US" sz="2400" dirty="0">
                <a:effectLst/>
                <a:latin typeface="Arial" panose="020B0604020202020204" pitchFamily="34"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age of a father is Six times the age of his Son Twenty years from now, father’s age will be twice as old as son’s age.  What is the father’s present age ?  (in years)</a:t>
            </a:r>
            <a:endParaRPr lang="en-IN" sz="3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457200" algn="just">
              <a:lnSpc>
                <a:spcPct val="15000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a.25 years 	b. 40 years	c. 30 years		d. 20 years</a:t>
            </a:r>
            <a:endParaRPr lang="en-IN" sz="3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0242334"/>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24560" y="1609407"/>
            <a:ext cx="10830560" cy="1687963"/>
          </a:xfrm>
          <a:prstGeom prst="rect">
            <a:avLst/>
          </a:prstGeom>
          <a:noFill/>
        </p:spPr>
        <p:txBody>
          <a:bodyPr wrap="square">
            <a:spAutoFit/>
          </a:bodyPr>
          <a:lstStyle/>
          <a:p>
            <a:pPr algn="just">
              <a:lnSpc>
                <a:spcPct val="15000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18.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Mrudhula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gave birth to twins when she was twenty years old.  After X years, the sum of the ages of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Mrudhula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and her twin children is 50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years.What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is the value of X ?</a:t>
            </a:r>
            <a:endParaRPr lang="en-IN" sz="3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 5 		b. 10 		c. 15	  	d.20	</a:t>
            </a:r>
            <a:endPar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46352456"/>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1687963"/>
          </a:xfrm>
          <a:prstGeom prst="rect">
            <a:avLst/>
          </a:prstGeom>
          <a:noFill/>
        </p:spPr>
        <p:txBody>
          <a:bodyPr wrap="square">
            <a:spAutoFit/>
          </a:bodyPr>
          <a:lstStyle/>
          <a:p>
            <a:pPr algn="just">
              <a:lnSpc>
                <a:spcPct val="15000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19. Five years ago, a father was thrice as old as his son fifteen years hence he will be twice as old as his son. Find the present age of his son (in years)</a:t>
            </a:r>
            <a:endParaRPr lang="en-IN" sz="3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 20 		b. 15 		c. 30	  		d. 25</a:t>
            </a:r>
            <a:endPar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00284464"/>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1687578"/>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20</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Alok’s age is twice that of his son. His wife is 30 years older that his son. When his son was born he was 35 years old. Find his wife’s present age (in years)?</a:t>
            </a:r>
            <a:endParaRPr lang="en-IN" sz="3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457200" algn="just">
              <a:lnSpc>
                <a:spcPct val="150000"/>
              </a:lnSpc>
            </a:pPr>
            <a:r>
              <a:rPr lang="en-US" sz="2400" dirty="0">
                <a:effectLst/>
                <a:latin typeface="Arial" panose="020B0604020202020204" pitchFamily="34" charset="0"/>
                <a:ea typeface="Times New Roman" panose="02020603050405020304" pitchFamily="18" charset="0"/>
              </a:rPr>
              <a:t>	a. 55 			b. 65 			c. 70	  		d. 60	</a:t>
            </a:r>
            <a:endParaRPr lang="en-IN" sz="3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1812285"/>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600" b="1" dirty="0">
                <a:solidFill>
                  <a:schemeClr val="tx2"/>
                </a:solidFill>
                <a:latin typeface="Cambria" panose="02040503050406030204" pitchFamily="18" charset="0"/>
                <a:ea typeface="Cambria" panose="02040503050406030204" pitchFamily="18" charset="0"/>
                <a:cs typeface="Cambria" panose="02040503050406030204" pitchFamily="18" charset="0"/>
              </a:rPr>
              <a:t>SIMPLE EQUATIONS</a:t>
            </a:r>
            <a:endParaRPr lang="en-US" altLang="en-US" sz="3500" b="1" dirty="0">
              <a:solidFill>
                <a:srgbClr val="00B0F0"/>
              </a:solidFill>
              <a:latin typeface="Cambria" panose="02040503050406030204" pitchFamily="18" charset="0"/>
              <a:ea typeface="Cambria" panose="02040503050406030204" pitchFamily="18" charset="0"/>
              <a:cs typeface="Cambria" panose="02040503050406030204" pitchFamily="18" charset="0"/>
            </a:endParaRP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578927"/>
            <a:ext cx="10830560" cy="415498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endParaRPr kumimoji="0" lang="en-IN" altLang="en-US" sz="2400" b="0" i="0" u="none" strike="noStrike" kern="1200" cap="none" spc="0" normalizeH="0" baseline="0" noProof="0" dirty="0">
              <a:ln>
                <a:noFill/>
              </a:ln>
              <a:solidFill>
                <a:srgbClr val="514843"/>
              </a:solidFill>
              <a:effectLst/>
              <a:uLnTx/>
              <a:uFillTx/>
              <a:latin typeface="Cambria" panose="020405030504060302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endParaRPr kumimoji="0" lang="en-IN" altLang="en-US" sz="2400" b="0" i="0" u="none" strike="noStrike" kern="1200" cap="none" spc="0" normalizeH="0" baseline="0" noProof="0" dirty="0">
              <a:ln>
                <a:noFill/>
              </a:ln>
              <a:solidFill>
                <a:srgbClr val="514843"/>
              </a:solidFill>
              <a:effectLst/>
              <a:uLnTx/>
              <a:uFillTx/>
              <a:latin typeface="Cambria" panose="020405030504060302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endParaRPr kumimoji="0" lang="en-IN" altLang="en-US" sz="2400" b="0" i="0" u="none" strike="noStrike" kern="1200" cap="none" spc="0" normalizeH="0" baseline="0" noProof="0" dirty="0">
              <a:ln>
                <a:noFill/>
              </a:ln>
              <a:solidFill>
                <a:srgbClr val="514843"/>
              </a:solidFill>
              <a:effectLst/>
              <a:uLnTx/>
              <a:uFillTx/>
              <a:latin typeface="Cambria" panose="020405030504060302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IN" altLang="en-US" sz="2400" b="0" i="0" u="none" strike="noStrike" kern="1200" cap="none" spc="0" normalizeH="0" baseline="0" noProof="0" dirty="0">
                <a:ln>
                  <a:noFill/>
                </a:ln>
                <a:solidFill>
                  <a:srgbClr val="514843"/>
                </a:solidFill>
                <a:effectLst/>
                <a:uLnTx/>
                <a:uFillTx/>
                <a:latin typeface="Cambria" panose="02040503050406030204" pitchFamily="18" charset="0"/>
                <a:ea typeface="+mn-ea"/>
                <a:cs typeface="Times New Roman" panose="02020603050405020304" pitchFamily="18" charset="0"/>
              </a:rPr>
              <a:t> </a:t>
            </a:r>
            <a:br>
              <a:rPr kumimoji="0" lang="en-IN" altLang="en-US" sz="2400" b="0" i="0" u="none" strike="noStrike" kern="1200" cap="none" spc="0" normalizeH="0" baseline="0" noProof="0" dirty="0">
                <a:ln>
                  <a:noFill/>
                </a:ln>
                <a:solidFill>
                  <a:srgbClr val="514843"/>
                </a:solidFill>
                <a:effectLst/>
                <a:uLnTx/>
                <a:uFillTx/>
                <a:latin typeface="Cambria" panose="02040503050406030204" pitchFamily="18" charset="0"/>
                <a:ea typeface="+mn-ea"/>
                <a:cs typeface="Times New Roman" panose="02020603050405020304" pitchFamily="18" charset="0"/>
              </a:rPr>
            </a:br>
            <a:endParaRPr kumimoji="0" lang="en-IN" altLang="en-US" sz="2400" b="0" i="0" u="none" strike="noStrike" kern="1200" cap="none" spc="0" normalizeH="0" baseline="0" noProof="0" dirty="0">
              <a:ln>
                <a:noFill/>
              </a:ln>
              <a:solidFill>
                <a:srgbClr val="514843"/>
              </a:solidFill>
              <a:effectLst/>
              <a:uLnTx/>
              <a:uFillTx/>
              <a:latin typeface="Cambria" panose="020405030504060302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514843"/>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F4E9899E-4327-546B-DCBA-A8A95A51BA7B}"/>
              </a:ext>
            </a:extLst>
          </p:cNvPr>
          <p:cNvGraphicFramePr>
            <a:graphicFrameLocks noGrp="1"/>
          </p:cNvGraphicFramePr>
          <p:nvPr>
            <p:extLst>
              <p:ext uri="{D42A27DB-BD31-4B8C-83A1-F6EECF244321}">
                <p14:modId xmlns:p14="http://schemas.microsoft.com/office/powerpoint/2010/main" val="4049527610"/>
              </p:ext>
            </p:extLst>
          </p:nvPr>
        </p:nvGraphicFramePr>
        <p:xfrm>
          <a:off x="1127760" y="2316480"/>
          <a:ext cx="10342882" cy="1850200"/>
        </p:xfrm>
        <a:graphic>
          <a:graphicData uri="http://schemas.openxmlformats.org/drawingml/2006/table">
            <a:tbl>
              <a:tblPr firstRow="1" firstCol="1" bandRow="1"/>
              <a:tblGrid>
                <a:gridCol w="1079323">
                  <a:extLst>
                    <a:ext uri="{9D8B030D-6E8A-4147-A177-3AD203B41FA5}">
                      <a16:colId xmlns:a16="http://schemas.microsoft.com/office/drawing/2014/main" val="2520679209"/>
                    </a:ext>
                  </a:extLst>
                </a:gridCol>
                <a:gridCol w="1028523">
                  <a:extLst>
                    <a:ext uri="{9D8B030D-6E8A-4147-A177-3AD203B41FA5}">
                      <a16:colId xmlns:a16="http://schemas.microsoft.com/office/drawing/2014/main" val="3274111825"/>
                    </a:ext>
                  </a:extLst>
                </a:gridCol>
                <a:gridCol w="1028523">
                  <a:extLst>
                    <a:ext uri="{9D8B030D-6E8A-4147-A177-3AD203B41FA5}">
                      <a16:colId xmlns:a16="http://schemas.microsoft.com/office/drawing/2014/main" val="3641945858"/>
                    </a:ext>
                  </a:extLst>
                </a:gridCol>
                <a:gridCol w="1028523">
                  <a:extLst>
                    <a:ext uri="{9D8B030D-6E8A-4147-A177-3AD203B41FA5}">
                      <a16:colId xmlns:a16="http://schemas.microsoft.com/office/drawing/2014/main" val="3633432498"/>
                    </a:ext>
                  </a:extLst>
                </a:gridCol>
                <a:gridCol w="1029665">
                  <a:extLst>
                    <a:ext uri="{9D8B030D-6E8A-4147-A177-3AD203B41FA5}">
                      <a16:colId xmlns:a16="http://schemas.microsoft.com/office/drawing/2014/main" val="1407769044"/>
                    </a:ext>
                  </a:extLst>
                </a:gridCol>
                <a:gridCol w="1029665">
                  <a:extLst>
                    <a:ext uri="{9D8B030D-6E8A-4147-A177-3AD203B41FA5}">
                      <a16:colId xmlns:a16="http://schemas.microsoft.com/office/drawing/2014/main" val="241850587"/>
                    </a:ext>
                  </a:extLst>
                </a:gridCol>
                <a:gridCol w="1029665">
                  <a:extLst>
                    <a:ext uri="{9D8B030D-6E8A-4147-A177-3AD203B41FA5}">
                      <a16:colId xmlns:a16="http://schemas.microsoft.com/office/drawing/2014/main" val="2962288842"/>
                    </a:ext>
                  </a:extLst>
                </a:gridCol>
                <a:gridCol w="1029665">
                  <a:extLst>
                    <a:ext uri="{9D8B030D-6E8A-4147-A177-3AD203B41FA5}">
                      <a16:colId xmlns:a16="http://schemas.microsoft.com/office/drawing/2014/main" val="1947727852"/>
                    </a:ext>
                  </a:extLst>
                </a:gridCol>
                <a:gridCol w="1029665">
                  <a:extLst>
                    <a:ext uri="{9D8B030D-6E8A-4147-A177-3AD203B41FA5}">
                      <a16:colId xmlns:a16="http://schemas.microsoft.com/office/drawing/2014/main" val="1128215498"/>
                    </a:ext>
                  </a:extLst>
                </a:gridCol>
                <a:gridCol w="1029665">
                  <a:extLst>
                    <a:ext uri="{9D8B030D-6E8A-4147-A177-3AD203B41FA5}">
                      <a16:colId xmlns:a16="http://schemas.microsoft.com/office/drawing/2014/main" val="4055668094"/>
                    </a:ext>
                  </a:extLst>
                </a:gridCol>
              </a:tblGrid>
              <a:tr h="925100">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1.c</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2.b</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3.a</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4.b</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5.a</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6.b</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7.a</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8.a</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9.c</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10.a</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1545835"/>
                  </a:ext>
                </a:extLst>
              </a:tr>
              <a:tr h="925100">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11.d</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12.a</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13.d</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14.b</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15.b</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16.c</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17.c</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18.b</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19.b</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2800" dirty="0">
                          <a:effectLst/>
                          <a:latin typeface="Calibri" panose="020F0502020204030204" pitchFamily="34" charset="0"/>
                          <a:ea typeface="Calibri" panose="020F0502020204030204" pitchFamily="34" charset="0"/>
                          <a:cs typeface="Times New Roman" panose="02020603050405020304" pitchFamily="18" charset="0"/>
                        </a:rPr>
                        <a:t>20.b</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7522190"/>
                  </a:ext>
                </a:extLst>
              </a:tr>
            </a:tbl>
          </a:graphicData>
        </a:graphic>
      </p:graphicFrame>
    </p:spTree>
    <p:extLst>
      <p:ext uri="{BB962C8B-B14F-4D97-AF65-F5344CB8AC3E}">
        <p14:creationId xmlns:p14="http://schemas.microsoft.com/office/powerpoint/2010/main" val="851451189"/>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4D18C57-0B7A-46C9-924D-851C516B3D24}"/>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99F02E-E5F1-4921-A802-627C60B1E8E4}" type="datetime3">
              <a:rPr kumimoji="0" lang="en-US" sz="1200" b="0" i="0" u="none" strike="noStrike" kern="1200" cap="none" spc="0" normalizeH="0" baseline="0" noProof="0" smtClean="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December 2022</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23555" name="Slide Number Placeholder 5">
            <a:extLst>
              <a:ext uri="{FF2B5EF4-FFF2-40B4-BE49-F238E27FC236}">
                <a16:creationId xmlns:a16="http://schemas.microsoft.com/office/drawing/2014/main" id="{1154D792-AFCC-4402-BDAD-82277C92A19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rPr>
              <a:t>59</a:t>
            </a:r>
          </a:p>
        </p:txBody>
      </p:sp>
      <p:pic>
        <p:nvPicPr>
          <p:cNvPr id="23556" name="Picture 2" descr="KL Deemed to be University Logo">
            <a:extLst>
              <a:ext uri="{FF2B5EF4-FFF2-40B4-BE49-F238E27FC236}">
                <a16:creationId xmlns:a16="http://schemas.microsoft.com/office/drawing/2014/main" id="{D39B1652-4574-4799-A626-23F395C3A4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8063" y="127000"/>
            <a:ext cx="3275012"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6">
            <a:extLst>
              <a:ext uri="{FF2B5EF4-FFF2-40B4-BE49-F238E27FC236}">
                <a16:creationId xmlns:a16="http://schemas.microsoft.com/office/drawing/2014/main" id="{48A619B6-9B28-4E1E-8758-0A084C98B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1335088"/>
            <a:ext cx="9980613"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TextBox 7">
            <a:extLst>
              <a:ext uri="{FF2B5EF4-FFF2-40B4-BE49-F238E27FC236}">
                <a16:creationId xmlns:a16="http://schemas.microsoft.com/office/drawing/2014/main" id="{73F17BEC-027B-439D-90B1-6A696A126F9D}"/>
              </a:ext>
            </a:extLst>
          </p:cNvPr>
          <p:cNvSpPr txBox="1">
            <a:spLocks noChangeArrowheads="1"/>
          </p:cNvSpPr>
          <p:nvPr/>
        </p:nvSpPr>
        <p:spPr bwMode="auto">
          <a:xfrm>
            <a:off x="3000375" y="5943600"/>
            <a:ext cx="65024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altLang="en-US" sz="900" b="0" i="0" u="none" strike="noStrike" kern="1200" cap="none" spc="0" normalizeH="0" baseline="0" noProof="0">
                <a:ln>
                  <a:noFill/>
                </a:ln>
                <a:solidFill>
                  <a:srgbClr val="514843"/>
                </a:solidFill>
                <a:effectLst/>
                <a:uLnTx/>
                <a:uFillTx/>
                <a:latin typeface="Arial" panose="020B0604020202020204" pitchFamily="34" charset="0"/>
                <a:ea typeface="+mn-ea"/>
                <a:cs typeface="Arial" panose="020B0604020202020204" pitchFamily="34" charset="0"/>
                <a:hlinkClick r:id="rId4" tooltip="https://www.thebluediamondgallery.com/wooden-tile/t/thank-you.html"/>
              </a:rPr>
              <a:t>This Photo</a:t>
            </a:r>
            <a:r>
              <a:rPr kumimoji="0" lang="en-IN" altLang="en-US" sz="900" b="0" i="0" u="none" strike="noStrike" kern="1200" cap="none" spc="0" normalizeH="0" baseline="0" noProof="0">
                <a:ln>
                  <a:noFill/>
                </a:ln>
                <a:solidFill>
                  <a:srgbClr val="514843"/>
                </a:solidFill>
                <a:effectLst/>
                <a:uLnTx/>
                <a:uFillTx/>
                <a:latin typeface="Arial" panose="020B0604020202020204" pitchFamily="34" charset="0"/>
                <a:ea typeface="+mn-ea"/>
                <a:cs typeface="Arial" panose="020B0604020202020204" pitchFamily="34" charset="0"/>
              </a:rPr>
              <a:t> by Unknown Author is licensed under </a:t>
            </a:r>
            <a:r>
              <a:rPr kumimoji="0" lang="en-IN" altLang="en-US" sz="900" b="0" i="0" u="none" strike="noStrike" kern="1200" cap="none" spc="0" normalizeH="0" baseline="0" noProof="0">
                <a:ln>
                  <a:noFill/>
                </a:ln>
                <a:solidFill>
                  <a:srgbClr val="514843"/>
                </a:solidFill>
                <a:effectLst/>
                <a:uLnTx/>
                <a:uFillTx/>
                <a:latin typeface="Arial" panose="020B0604020202020204" pitchFamily="34" charset="0"/>
                <a:ea typeface="+mn-ea"/>
                <a:cs typeface="Arial" panose="020B0604020202020204" pitchFamily="34" charset="0"/>
                <a:hlinkClick r:id="rId5" tooltip="https://creativecommons.org/licenses/by-sa/3.0/"/>
              </a:rPr>
              <a:t>CC BY-SA</a:t>
            </a:r>
            <a:endParaRPr kumimoji="0" lang="en-IN" altLang="en-US" sz="900" b="0" i="0" u="none" strike="noStrike" kern="1200" cap="none" spc="0" normalizeH="0" baseline="0" noProof="0">
              <a:ln>
                <a:noFill/>
              </a:ln>
              <a:solidFill>
                <a:srgbClr val="514843"/>
              </a:solidFill>
              <a:effectLst/>
              <a:uLnTx/>
              <a:uFillTx/>
              <a:latin typeface="Arial" panose="020B0604020202020204" pitchFamily="34" charset="0"/>
              <a:ea typeface="+mn-ea"/>
              <a:cs typeface="Arial" panose="020B0604020202020204" pitchFamily="34" charset="0"/>
            </a:endParaRPr>
          </a:p>
        </p:txBody>
      </p:sp>
      <p:sp>
        <p:nvSpPr>
          <p:cNvPr id="8" name="Footer Placeholder 4">
            <a:extLst>
              <a:ext uri="{FF2B5EF4-FFF2-40B4-BE49-F238E27FC236}">
                <a16:creationId xmlns:a16="http://schemas.microsoft.com/office/drawing/2014/main" id="{5B58174F-ED6B-41B1-908D-45D8860990EC}"/>
              </a:ext>
            </a:extLst>
          </p:cNvPr>
          <p:cNvSpPr>
            <a:spLocks noGrp="1"/>
          </p:cNvSpPr>
          <p:nvPr>
            <p:ph type="ftr" sz="quarter" idx="11"/>
          </p:nvPr>
        </p:nvSpPr>
        <p:spPr>
          <a:xfrm>
            <a:off x="2933700" y="6259513"/>
            <a:ext cx="6324600" cy="6223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n-cs"/>
              </a:rPr>
              <a:t>QUANTITATIVE APTITUDE &amp; REASONING DIVISION</a:t>
            </a:r>
          </a:p>
        </p:txBody>
      </p:sp>
    </p:spTree>
  </p:cSld>
  <p:clrMapOvr>
    <a:masterClrMapping/>
  </p:clrMapOvr>
  <p:transition spd="med">
    <p:fade/>
  </p:transition>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1736</Words>
  <Application>Microsoft Office PowerPoint</Application>
  <PresentationFormat>Widescreen</PresentationFormat>
  <Paragraphs>172</Paragraphs>
  <Slides>25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Cambria</vt:lpstr>
      <vt:lpstr>Euphemia</vt:lpstr>
      <vt:lpstr>Plantagenet Cherokee</vt:lpstr>
      <vt:lpstr>Times New Roman</vt:lpstr>
      <vt:lpstr>Wingdings</vt:lpstr>
      <vt:lpstr>Academic Literature 16x9</vt:lpstr>
      <vt:lpstr>Welcome TO QUANTITATIVE APTITUDE  &amp; REASONING DIVISION</vt:lpstr>
      <vt:lpstr>SIMPLE EQUATIONS &amp; AGES</vt:lpstr>
      <vt:lpstr>SIMPLE EQUATIONS</vt:lpstr>
      <vt:lpstr>SIMPLE EQUATIONS</vt:lpstr>
      <vt:lpstr>SIMPLE EQUATIONS</vt:lpstr>
      <vt:lpstr>SIMPLE EQUATIONS</vt:lpstr>
      <vt:lpstr>SIMPLE EQUATIONS</vt:lpstr>
      <vt:lpstr>SIMPLE EQUATIONS</vt:lpstr>
      <vt:lpstr>SIMPLE EQUATIONS</vt:lpstr>
      <vt:lpstr>SIMPLE EQUATIONS</vt:lpstr>
      <vt:lpstr>SIMPLE EQUATIONS</vt:lpstr>
      <vt:lpstr>SIMPLE EQUATIONS</vt:lpstr>
      <vt:lpstr>SIMPLE EQUATIONS</vt:lpstr>
      <vt:lpstr>SIMPLE EQUATIONS</vt:lpstr>
      <vt:lpstr>SIMPLE EQUATIONS</vt:lpstr>
      <vt:lpstr>SIMPLE EQUATIONS</vt:lpstr>
      <vt:lpstr>SIMPLE EQUATIONS</vt:lpstr>
      <vt:lpstr>SIMPLE EQUATIONS</vt:lpstr>
      <vt:lpstr>SIMPLE EQUATIONS</vt:lpstr>
      <vt:lpstr>SIMPLE EQUATIONS</vt:lpstr>
      <vt:lpstr>SIMPLE EQUATIONS</vt:lpstr>
      <vt:lpstr>SIMPLE EQUATIONS</vt:lpstr>
      <vt:lpstr>SIMPLE EQUATIONS</vt:lpstr>
      <vt:lpstr>SIMPLE EQUATIONS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QUANTITATIVE APTITUDE  &amp; REASONING DIVISION</dc:title>
  <dc:creator>Sarma SVM</dc:creator>
  <cp:lastModifiedBy>Sarma SVM</cp:lastModifiedBy>
  <cp:revision>16</cp:revision>
  <dcterms:created xsi:type="dcterms:W3CDTF">2022-11-29T05:41:46Z</dcterms:created>
  <dcterms:modified xsi:type="dcterms:W3CDTF">2022-12-02T05:41:15Z</dcterms:modified>
</cp:coreProperties>
</file>