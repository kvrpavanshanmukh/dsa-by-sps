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6"/>
  </p:notesMasterIdLst>
  <p:handoutMasterIdLst>
    <p:handoutMasterId r:id="rId37"/>
  </p:handoutMasterIdLst>
  <p:sldIdLst>
    <p:sldId id="326" r:id="rId2"/>
    <p:sldId id="330" r:id="rId3"/>
    <p:sldId id="257" r:id="rId4"/>
    <p:sldId id="381" r:id="rId5"/>
    <p:sldId id="260" r:id="rId6"/>
    <p:sldId id="262" r:id="rId7"/>
    <p:sldId id="264" r:id="rId8"/>
    <p:sldId id="266" r:id="rId9"/>
    <p:sldId id="268" r:id="rId10"/>
    <p:sldId id="270" r:id="rId11"/>
    <p:sldId id="274" r:id="rId12"/>
    <p:sldId id="278" r:id="rId13"/>
    <p:sldId id="280" r:id="rId14"/>
    <p:sldId id="282" r:id="rId15"/>
    <p:sldId id="283" r:id="rId16"/>
    <p:sldId id="290" r:id="rId17"/>
    <p:sldId id="294" r:id="rId18"/>
    <p:sldId id="298" r:id="rId19"/>
    <p:sldId id="301" r:id="rId20"/>
    <p:sldId id="303" r:id="rId21"/>
    <p:sldId id="304" r:id="rId22"/>
    <p:sldId id="306" r:id="rId23"/>
    <p:sldId id="307" r:id="rId24"/>
    <p:sldId id="309" r:id="rId25"/>
    <p:sldId id="311" r:id="rId26"/>
    <p:sldId id="313" r:id="rId27"/>
    <p:sldId id="315" r:id="rId28"/>
    <p:sldId id="317" r:id="rId29"/>
    <p:sldId id="319" r:id="rId30"/>
    <p:sldId id="321" r:id="rId31"/>
    <p:sldId id="323" r:id="rId32"/>
    <p:sldId id="382" r:id="rId33"/>
    <p:sldId id="378" r:id="rId34"/>
    <p:sldId id="349" r:id="rId3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A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840AC2-ADBB-4A3D-BFF5-40F5152934F8}" v="42" dt="2022-12-05T06:59:46.8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53" autoAdjust="0"/>
    <p:restoredTop sz="96208" autoAdjust="0"/>
  </p:normalViewPr>
  <p:slideViewPr>
    <p:cSldViewPr snapToGrid="0">
      <p:cViewPr varScale="1">
        <p:scale>
          <a:sx n="63" d="100"/>
          <a:sy n="63" d="100"/>
        </p:scale>
        <p:origin x="904"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ara Sreelatha" userId="ef6a9e55797107a3" providerId="LiveId" clId="{4C840AC2-ADBB-4A3D-BFF5-40F5152934F8}"/>
    <pc:docChg chg="undo custSel addSld delSld modSld">
      <pc:chgData name="Edara Sreelatha" userId="ef6a9e55797107a3" providerId="LiveId" clId="{4C840AC2-ADBB-4A3D-BFF5-40F5152934F8}" dt="2022-12-05T07:19:18.923" v="814" actId="20577"/>
      <pc:docMkLst>
        <pc:docMk/>
      </pc:docMkLst>
      <pc:sldChg chg="addSp modSp mod">
        <pc:chgData name="Edara Sreelatha" userId="ef6a9e55797107a3" providerId="LiveId" clId="{4C840AC2-ADBB-4A3D-BFF5-40F5152934F8}" dt="2022-12-05T06:55:59.985" v="642"/>
        <pc:sldMkLst>
          <pc:docMk/>
          <pc:sldMk cId="1161023385" sldId="257"/>
        </pc:sldMkLst>
        <pc:spChg chg="add mod">
          <ac:chgData name="Edara Sreelatha" userId="ef6a9e55797107a3" providerId="LiveId" clId="{4C840AC2-ADBB-4A3D-BFF5-40F5152934F8}" dt="2022-12-05T06:55:37.703" v="640" actId="1076"/>
          <ac:spMkLst>
            <pc:docMk/>
            <pc:sldMk cId="1161023385" sldId="257"/>
            <ac:spMk id="2" creationId="{0A7C93B9-844F-AB9A-6DCF-620D0C07EC4F}"/>
          </ac:spMkLst>
        </pc:spChg>
        <pc:spChg chg="mod">
          <ac:chgData name="Edara Sreelatha" userId="ef6a9e55797107a3" providerId="LiveId" clId="{4C840AC2-ADBB-4A3D-BFF5-40F5152934F8}" dt="2022-12-05T04:32:12.945" v="59" actId="14100"/>
          <ac:spMkLst>
            <pc:docMk/>
            <pc:sldMk cId="1161023385" sldId="257"/>
            <ac:spMk id="9" creationId="{975555DF-C102-47E7-9DD1-9CF183B7524F}"/>
          </ac:spMkLst>
        </pc:spChg>
        <pc:spChg chg="mod">
          <ac:chgData name="Edara Sreelatha" userId="ef6a9e55797107a3" providerId="LiveId" clId="{4C840AC2-ADBB-4A3D-BFF5-40F5152934F8}" dt="2022-12-05T04:33:09.905" v="62" actId="207"/>
          <ac:spMkLst>
            <pc:docMk/>
            <pc:sldMk cId="1161023385" sldId="257"/>
            <ac:spMk id="16" creationId="{4F51AC02-A8D3-4422-8B72-86939A56DB6C}"/>
          </ac:spMkLst>
        </pc:spChg>
        <pc:picChg chg="add mod">
          <ac:chgData name="Edara Sreelatha" userId="ef6a9e55797107a3" providerId="LiveId" clId="{4C840AC2-ADBB-4A3D-BFF5-40F5152934F8}" dt="2022-12-05T06:55:59.985" v="642"/>
          <ac:picMkLst>
            <pc:docMk/>
            <pc:sldMk cId="1161023385" sldId="257"/>
            <ac:picMk id="3" creationId="{102C77F8-AE2E-9A01-C782-3FEDBB8DF9E2}"/>
          </ac:picMkLst>
        </pc:picChg>
      </pc:sldChg>
      <pc:sldChg chg="modSp del mod">
        <pc:chgData name="Edara Sreelatha" userId="ef6a9e55797107a3" providerId="LiveId" clId="{4C840AC2-ADBB-4A3D-BFF5-40F5152934F8}" dt="2022-12-05T06:54:44.839" v="636" actId="47"/>
        <pc:sldMkLst>
          <pc:docMk/>
          <pc:sldMk cId="1764325920" sldId="258"/>
        </pc:sldMkLst>
        <pc:spChg chg="ord">
          <ac:chgData name="Edara Sreelatha" userId="ef6a9e55797107a3" providerId="LiveId" clId="{4C840AC2-ADBB-4A3D-BFF5-40F5152934F8}" dt="2022-12-05T06:29:47.714" v="223" actId="166"/>
          <ac:spMkLst>
            <pc:docMk/>
            <pc:sldMk cId="1764325920" sldId="258"/>
            <ac:spMk id="3" creationId="{17D1817C-0B41-4EB3-8524-0D78BC1BA045}"/>
          </ac:spMkLst>
        </pc:spChg>
      </pc:sldChg>
      <pc:sldChg chg="addSp modSp mod">
        <pc:chgData name="Edara Sreelatha" userId="ef6a9e55797107a3" providerId="LiveId" clId="{4C840AC2-ADBB-4A3D-BFF5-40F5152934F8}" dt="2022-12-05T06:56:10.951" v="643"/>
        <pc:sldMkLst>
          <pc:docMk/>
          <pc:sldMk cId="1683329141" sldId="260"/>
        </pc:sldMkLst>
        <pc:spChg chg="add mod">
          <ac:chgData name="Edara Sreelatha" userId="ef6a9e55797107a3" providerId="LiveId" clId="{4C840AC2-ADBB-4A3D-BFF5-40F5152934F8}" dt="2022-12-05T06:56:10.951" v="643"/>
          <ac:spMkLst>
            <pc:docMk/>
            <pc:sldMk cId="1683329141" sldId="260"/>
            <ac:spMk id="2" creationId="{B263E0D4-6D2F-58D5-F517-DCB7FE12D602}"/>
          </ac:spMkLst>
        </pc:spChg>
        <pc:spChg chg="mod">
          <ac:chgData name="Edara Sreelatha" userId="ef6a9e55797107a3" providerId="LiveId" clId="{4C840AC2-ADBB-4A3D-BFF5-40F5152934F8}" dt="2022-12-05T04:34:46.077" v="68" actId="14100"/>
          <ac:spMkLst>
            <pc:docMk/>
            <pc:sldMk cId="1683329141" sldId="260"/>
            <ac:spMk id="3" creationId="{05EF8031-2D02-4C24-B332-14057E2C45F7}"/>
          </ac:spMkLst>
        </pc:spChg>
        <pc:picChg chg="add mod">
          <ac:chgData name="Edara Sreelatha" userId="ef6a9e55797107a3" providerId="LiveId" clId="{4C840AC2-ADBB-4A3D-BFF5-40F5152934F8}" dt="2022-12-05T06:56:10.951" v="643"/>
          <ac:picMkLst>
            <pc:docMk/>
            <pc:sldMk cId="1683329141" sldId="260"/>
            <ac:picMk id="4" creationId="{2518BEF0-7AAC-6D6C-BAD6-9F55BC95983F}"/>
          </ac:picMkLst>
        </pc:picChg>
      </pc:sldChg>
      <pc:sldChg chg="addSp modSp mod">
        <pc:chgData name="Edara Sreelatha" userId="ef6a9e55797107a3" providerId="LiveId" clId="{4C840AC2-ADBB-4A3D-BFF5-40F5152934F8}" dt="2022-12-05T06:56:14.581" v="644"/>
        <pc:sldMkLst>
          <pc:docMk/>
          <pc:sldMk cId="1587892928" sldId="261"/>
        </pc:sldMkLst>
        <pc:spChg chg="add mod">
          <ac:chgData name="Edara Sreelatha" userId="ef6a9e55797107a3" providerId="LiveId" clId="{4C840AC2-ADBB-4A3D-BFF5-40F5152934F8}" dt="2022-12-05T06:56:14.581" v="644"/>
          <ac:spMkLst>
            <pc:docMk/>
            <pc:sldMk cId="1587892928" sldId="261"/>
            <ac:spMk id="2" creationId="{F6ABB154-8323-AAA0-22B1-E8DD457DD9DC}"/>
          </ac:spMkLst>
        </pc:spChg>
        <pc:spChg chg="mod">
          <ac:chgData name="Edara Sreelatha" userId="ef6a9e55797107a3" providerId="LiveId" clId="{4C840AC2-ADBB-4A3D-BFF5-40F5152934F8}" dt="2022-12-05T04:36:40.627" v="76" actId="27636"/>
          <ac:spMkLst>
            <pc:docMk/>
            <pc:sldMk cId="1587892928" sldId="261"/>
            <ac:spMk id="3" creationId="{A2472B38-B680-4FB4-9F27-9F030293CB69}"/>
          </ac:spMkLst>
        </pc:spChg>
        <pc:picChg chg="add mod">
          <ac:chgData name="Edara Sreelatha" userId="ef6a9e55797107a3" providerId="LiveId" clId="{4C840AC2-ADBB-4A3D-BFF5-40F5152934F8}" dt="2022-12-05T06:56:14.581" v="644"/>
          <ac:picMkLst>
            <pc:docMk/>
            <pc:sldMk cId="1587892928" sldId="261"/>
            <ac:picMk id="4" creationId="{CE209F2E-27E4-480E-6EE9-9C5F3DA9E734}"/>
          </ac:picMkLst>
        </pc:picChg>
      </pc:sldChg>
      <pc:sldChg chg="addSp modSp mod">
        <pc:chgData name="Edara Sreelatha" userId="ef6a9e55797107a3" providerId="LiveId" clId="{4C840AC2-ADBB-4A3D-BFF5-40F5152934F8}" dt="2022-12-05T06:56:16.993" v="645"/>
        <pc:sldMkLst>
          <pc:docMk/>
          <pc:sldMk cId="2798589521" sldId="262"/>
        </pc:sldMkLst>
        <pc:spChg chg="add mod">
          <ac:chgData name="Edara Sreelatha" userId="ef6a9e55797107a3" providerId="LiveId" clId="{4C840AC2-ADBB-4A3D-BFF5-40F5152934F8}" dt="2022-12-05T06:56:16.993" v="645"/>
          <ac:spMkLst>
            <pc:docMk/>
            <pc:sldMk cId="2798589521" sldId="262"/>
            <ac:spMk id="2" creationId="{404CF9FE-37D8-A13F-7D6A-DD1CF6766A28}"/>
          </ac:spMkLst>
        </pc:spChg>
        <pc:spChg chg="mod">
          <ac:chgData name="Edara Sreelatha" userId="ef6a9e55797107a3" providerId="LiveId" clId="{4C840AC2-ADBB-4A3D-BFF5-40F5152934F8}" dt="2022-12-05T04:36:48.815" v="78" actId="14100"/>
          <ac:spMkLst>
            <pc:docMk/>
            <pc:sldMk cId="2798589521" sldId="262"/>
            <ac:spMk id="3" creationId="{2971DA9E-4902-4BF6-B188-4AFB9437B5B6}"/>
          </ac:spMkLst>
        </pc:spChg>
        <pc:picChg chg="add mod">
          <ac:chgData name="Edara Sreelatha" userId="ef6a9e55797107a3" providerId="LiveId" clId="{4C840AC2-ADBB-4A3D-BFF5-40F5152934F8}" dt="2022-12-05T06:56:16.993" v="645"/>
          <ac:picMkLst>
            <pc:docMk/>
            <pc:sldMk cId="2798589521" sldId="262"/>
            <ac:picMk id="4" creationId="{C14052FF-72CB-2740-F583-983FBC78D647}"/>
          </ac:picMkLst>
        </pc:picChg>
      </pc:sldChg>
      <pc:sldChg chg="addSp modSp mod">
        <pc:chgData name="Edara Sreelatha" userId="ef6a9e55797107a3" providerId="LiveId" clId="{4C840AC2-ADBB-4A3D-BFF5-40F5152934F8}" dt="2022-12-05T06:56:18.969" v="646"/>
        <pc:sldMkLst>
          <pc:docMk/>
          <pc:sldMk cId="1568770757" sldId="263"/>
        </pc:sldMkLst>
        <pc:spChg chg="add mod">
          <ac:chgData name="Edara Sreelatha" userId="ef6a9e55797107a3" providerId="LiveId" clId="{4C840AC2-ADBB-4A3D-BFF5-40F5152934F8}" dt="2022-12-05T06:56:18.969" v="646"/>
          <ac:spMkLst>
            <pc:docMk/>
            <pc:sldMk cId="1568770757" sldId="263"/>
            <ac:spMk id="2" creationId="{E1616165-B5E9-27BE-41BE-12F9D686F520}"/>
          </ac:spMkLst>
        </pc:spChg>
        <pc:spChg chg="mod">
          <ac:chgData name="Edara Sreelatha" userId="ef6a9e55797107a3" providerId="LiveId" clId="{4C840AC2-ADBB-4A3D-BFF5-40F5152934F8}" dt="2022-12-05T04:36:56.595" v="80" actId="14100"/>
          <ac:spMkLst>
            <pc:docMk/>
            <pc:sldMk cId="1568770757" sldId="263"/>
            <ac:spMk id="3" creationId="{EC45D21A-C5AC-4D09-A14D-832E2907BCD6}"/>
          </ac:spMkLst>
        </pc:spChg>
        <pc:picChg chg="add mod">
          <ac:chgData name="Edara Sreelatha" userId="ef6a9e55797107a3" providerId="LiveId" clId="{4C840AC2-ADBB-4A3D-BFF5-40F5152934F8}" dt="2022-12-05T06:56:18.969" v="646"/>
          <ac:picMkLst>
            <pc:docMk/>
            <pc:sldMk cId="1568770757" sldId="263"/>
            <ac:picMk id="4" creationId="{42D2C65C-3C4D-5EB8-53C4-525B3AFFEBC9}"/>
          </ac:picMkLst>
        </pc:picChg>
      </pc:sldChg>
      <pc:sldChg chg="addSp modSp mod">
        <pc:chgData name="Edara Sreelatha" userId="ef6a9e55797107a3" providerId="LiveId" clId="{4C840AC2-ADBB-4A3D-BFF5-40F5152934F8}" dt="2022-12-05T06:56:21.267" v="647"/>
        <pc:sldMkLst>
          <pc:docMk/>
          <pc:sldMk cId="3375738660" sldId="264"/>
        </pc:sldMkLst>
        <pc:spChg chg="add mod">
          <ac:chgData name="Edara Sreelatha" userId="ef6a9e55797107a3" providerId="LiveId" clId="{4C840AC2-ADBB-4A3D-BFF5-40F5152934F8}" dt="2022-12-05T06:56:21.267" v="647"/>
          <ac:spMkLst>
            <pc:docMk/>
            <pc:sldMk cId="3375738660" sldId="264"/>
            <ac:spMk id="2" creationId="{E447C8AE-8B09-9037-6E79-1F56E1A95321}"/>
          </ac:spMkLst>
        </pc:spChg>
        <pc:spChg chg="mod">
          <ac:chgData name="Edara Sreelatha" userId="ef6a9e55797107a3" providerId="LiveId" clId="{4C840AC2-ADBB-4A3D-BFF5-40F5152934F8}" dt="2022-12-05T04:37:12.445" v="82" actId="14100"/>
          <ac:spMkLst>
            <pc:docMk/>
            <pc:sldMk cId="3375738660" sldId="264"/>
            <ac:spMk id="3" creationId="{DC5CC12A-AD8A-4A4B-9DDD-33F10B9A21A8}"/>
          </ac:spMkLst>
        </pc:spChg>
        <pc:picChg chg="add mod">
          <ac:chgData name="Edara Sreelatha" userId="ef6a9e55797107a3" providerId="LiveId" clId="{4C840AC2-ADBB-4A3D-BFF5-40F5152934F8}" dt="2022-12-05T06:56:21.267" v="647"/>
          <ac:picMkLst>
            <pc:docMk/>
            <pc:sldMk cId="3375738660" sldId="264"/>
            <ac:picMk id="4" creationId="{2589A6D5-1A69-AE42-0603-FCE73326217B}"/>
          </ac:picMkLst>
        </pc:picChg>
      </pc:sldChg>
      <pc:sldChg chg="addSp modSp mod">
        <pc:chgData name="Edara Sreelatha" userId="ef6a9e55797107a3" providerId="LiveId" clId="{4C840AC2-ADBB-4A3D-BFF5-40F5152934F8}" dt="2022-12-05T06:56:27.511" v="648"/>
        <pc:sldMkLst>
          <pc:docMk/>
          <pc:sldMk cId="3722888030" sldId="265"/>
        </pc:sldMkLst>
        <pc:spChg chg="add mod">
          <ac:chgData name="Edara Sreelatha" userId="ef6a9e55797107a3" providerId="LiveId" clId="{4C840AC2-ADBB-4A3D-BFF5-40F5152934F8}" dt="2022-12-05T06:56:27.511" v="648"/>
          <ac:spMkLst>
            <pc:docMk/>
            <pc:sldMk cId="3722888030" sldId="265"/>
            <ac:spMk id="2" creationId="{BEE8D0B4-7C0F-B4AA-08CD-F7523361A5EE}"/>
          </ac:spMkLst>
        </pc:spChg>
        <pc:spChg chg="mod">
          <ac:chgData name="Edara Sreelatha" userId="ef6a9e55797107a3" providerId="LiveId" clId="{4C840AC2-ADBB-4A3D-BFF5-40F5152934F8}" dt="2022-12-05T04:57:34.487" v="91" actId="14100"/>
          <ac:spMkLst>
            <pc:docMk/>
            <pc:sldMk cId="3722888030" sldId="265"/>
            <ac:spMk id="3" creationId="{BB98890A-5872-4E63-87A7-8D9754F5A141}"/>
          </ac:spMkLst>
        </pc:spChg>
        <pc:picChg chg="add mod">
          <ac:chgData name="Edara Sreelatha" userId="ef6a9e55797107a3" providerId="LiveId" clId="{4C840AC2-ADBB-4A3D-BFF5-40F5152934F8}" dt="2022-12-05T06:56:27.511" v="648"/>
          <ac:picMkLst>
            <pc:docMk/>
            <pc:sldMk cId="3722888030" sldId="265"/>
            <ac:picMk id="4" creationId="{3D4EAB32-CD9D-1B14-3AA0-67ADB7D53BA6}"/>
          </ac:picMkLst>
        </pc:picChg>
      </pc:sldChg>
      <pc:sldChg chg="addSp modSp mod">
        <pc:chgData name="Edara Sreelatha" userId="ef6a9e55797107a3" providerId="LiveId" clId="{4C840AC2-ADBB-4A3D-BFF5-40F5152934F8}" dt="2022-12-05T06:56:29.301" v="649"/>
        <pc:sldMkLst>
          <pc:docMk/>
          <pc:sldMk cId="3977004822" sldId="266"/>
        </pc:sldMkLst>
        <pc:spChg chg="add mod">
          <ac:chgData name="Edara Sreelatha" userId="ef6a9e55797107a3" providerId="LiveId" clId="{4C840AC2-ADBB-4A3D-BFF5-40F5152934F8}" dt="2022-12-05T06:56:29.301" v="649"/>
          <ac:spMkLst>
            <pc:docMk/>
            <pc:sldMk cId="3977004822" sldId="266"/>
            <ac:spMk id="2" creationId="{E3C14D84-6BC6-6B94-F3FF-C7F2E7E2C83B}"/>
          </ac:spMkLst>
        </pc:spChg>
        <pc:spChg chg="mod">
          <ac:chgData name="Edara Sreelatha" userId="ef6a9e55797107a3" providerId="LiveId" clId="{4C840AC2-ADBB-4A3D-BFF5-40F5152934F8}" dt="2022-12-05T04:57:47.276" v="93" actId="14100"/>
          <ac:spMkLst>
            <pc:docMk/>
            <pc:sldMk cId="3977004822" sldId="266"/>
            <ac:spMk id="3" creationId="{E0D06D58-A0C1-4493-8104-5DE35ACADF88}"/>
          </ac:spMkLst>
        </pc:spChg>
        <pc:picChg chg="add mod">
          <ac:chgData name="Edara Sreelatha" userId="ef6a9e55797107a3" providerId="LiveId" clId="{4C840AC2-ADBB-4A3D-BFF5-40F5152934F8}" dt="2022-12-05T06:56:29.301" v="649"/>
          <ac:picMkLst>
            <pc:docMk/>
            <pc:sldMk cId="3977004822" sldId="266"/>
            <ac:picMk id="4" creationId="{6C638795-E181-D33F-073B-97C9860CB928}"/>
          </ac:picMkLst>
        </pc:picChg>
      </pc:sldChg>
      <pc:sldChg chg="addSp modSp mod">
        <pc:chgData name="Edara Sreelatha" userId="ef6a9e55797107a3" providerId="LiveId" clId="{4C840AC2-ADBB-4A3D-BFF5-40F5152934F8}" dt="2022-12-05T06:56:31.157" v="650"/>
        <pc:sldMkLst>
          <pc:docMk/>
          <pc:sldMk cId="1554461583" sldId="267"/>
        </pc:sldMkLst>
        <pc:spChg chg="add mod">
          <ac:chgData name="Edara Sreelatha" userId="ef6a9e55797107a3" providerId="LiveId" clId="{4C840AC2-ADBB-4A3D-BFF5-40F5152934F8}" dt="2022-12-05T06:56:31.157" v="650"/>
          <ac:spMkLst>
            <pc:docMk/>
            <pc:sldMk cId="1554461583" sldId="267"/>
            <ac:spMk id="2" creationId="{EDD69ADA-2BCA-FDEA-32D4-1D0DF65C659E}"/>
          </ac:spMkLst>
        </pc:spChg>
        <pc:spChg chg="mod">
          <ac:chgData name="Edara Sreelatha" userId="ef6a9e55797107a3" providerId="LiveId" clId="{4C840AC2-ADBB-4A3D-BFF5-40F5152934F8}" dt="2022-12-05T05:03:36.935" v="95" actId="27636"/>
          <ac:spMkLst>
            <pc:docMk/>
            <pc:sldMk cId="1554461583" sldId="267"/>
            <ac:spMk id="3" creationId="{AA11A984-25DB-485D-A168-F51CAEF5346E}"/>
          </ac:spMkLst>
        </pc:spChg>
        <pc:picChg chg="add mod">
          <ac:chgData name="Edara Sreelatha" userId="ef6a9e55797107a3" providerId="LiveId" clId="{4C840AC2-ADBB-4A3D-BFF5-40F5152934F8}" dt="2022-12-05T06:56:31.157" v="650"/>
          <ac:picMkLst>
            <pc:docMk/>
            <pc:sldMk cId="1554461583" sldId="267"/>
            <ac:picMk id="4" creationId="{AF3F0DA3-0FFC-DFE8-BE52-01C23DF2C803}"/>
          </ac:picMkLst>
        </pc:picChg>
      </pc:sldChg>
      <pc:sldChg chg="addSp modSp mod">
        <pc:chgData name="Edara Sreelatha" userId="ef6a9e55797107a3" providerId="LiveId" clId="{4C840AC2-ADBB-4A3D-BFF5-40F5152934F8}" dt="2022-12-05T06:56:37.563" v="651"/>
        <pc:sldMkLst>
          <pc:docMk/>
          <pc:sldMk cId="4165030956" sldId="268"/>
        </pc:sldMkLst>
        <pc:spChg chg="add mod">
          <ac:chgData name="Edara Sreelatha" userId="ef6a9e55797107a3" providerId="LiveId" clId="{4C840AC2-ADBB-4A3D-BFF5-40F5152934F8}" dt="2022-12-05T06:56:37.563" v="651"/>
          <ac:spMkLst>
            <pc:docMk/>
            <pc:sldMk cId="4165030956" sldId="268"/>
            <ac:spMk id="2" creationId="{5569CD1F-184D-C960-138F-D0174FA27843}"/>
          </ac:spMkLst>
        </pc:spChg>
        <pc:spChg chg="mod">
          <ac:chgData name="Edara Sreelatha" userId="ef6a9e55797107a3" providerId="LiveId" clId="{4C840AC2-ADBB-4A3D-BFF5-40F5152934F8}" dt="2022-12-05T05:03:42.325" v="96" actId="14100"/>
          <ac:spMkLst>
            <pc:docMk/>
            <pc:sldMk cId="4165030956" sldId="268"/>
            <ac:spMk id="3" creationId="{ACA39CEE-6F56-4AB3-9ECF-10D2EE806383}"/>
          </ac:spMkLst>
        </pc:spChg>
        <pc:picChg chg="add mod">
          <ac:chgData name="Edara Sreelatha" userId="ef6a9e55797107a3" providerId="LiveId" clId="{4C840AC2-ADBB-4A3D-BFF5-40F5152934F8}" dt="2022-12-05T06:56:37.563" v="651"/>
          <ac:picMkLst>
            <pc:docMk/>
            <pc:sldMk cId="4165030956" sldId="268"/>
            <ac:picMk id="4" creationId="{941390C7-408C-CCC5-8039-AF32A0622746}"/>
          </ac:picMkLst>
        </pc:picChg>
      </pc:sldChg>
      <pc:sldChg chg="addSp modSp mod">
        <pc:chgData name="Edara Sreelatha" userId="ef6a9e55797107a3" providerId="LiveId" clId="{4C840AC2-ADBB-4A3D-BFF5-40F5152934F8}" dt="2022-12-05T06:56:41.803" v="652"/>
        <pc:sldMkLst>
          <pc:docMk/>
          <pc:sldMk cId="2205451715" sldId="269"/>
        </pc:sldMkLst>
        <pc:spChg chg="add mod">
          <ac:chgData name="Edara Sreelatha" userId="ef6a9e55797107a3" providerId="LiveId" clId="{4C840AC2-ADBB-4A3D-BFF5-40F5152934F8}" dt="2022-12-05T06:56:41.803" v="652"/>
          <ac:spMkLst>
            <pc:docMk/>
            <pc:sldMk cId="2205451715" sldId="269"/>
            <ac:spMk id="2" creationId="{664C2096-6330-A1D7-BDD1-A2EF06C81FE3}"/>
          </ac:spMkLst>
        </pc:spChg>
        <pc:spChg chg="mod">
          <ac:chgData name="Edara Sreelatha" userId="ef6a9e55797107a3" providerId="LiveId" clId="{4C840AC2-ADBB-4A3D-BFF5-40F5152934F8}" dt="2022-12-05T05:04:08.330" v="101" actId="27636"/>
          <ac:spMkLst>
            <pc:docMk/>
            <pc:sldMk cId="2205451715" sldId="269"/>
            <ac:spMk id="3" creationId="{763B5D51-E1E6-4AC8-B858-BD3C813E4494}"/>
          </ac:spMkLst>
        </pc:spChg>
        <pc:picChg chg="add mod">
          <ac:chgData name="Edara Sreelatha" userId="ef6a9e55797107a3" providerId="LiveId" clId="{4C840AC2-ADBB-4A3D-BFF5-40F5152934F8}" dt="2022-12-05T06:56:41.803" v="652"/>
          <ac:picMkLst>
            <pc:docMk/>
            <pc:sldMk cId="2205451715" sldId="269"/>
            <ac:picMk id="4" creationId="{9F87DF9D-D893-3521-8FC5-B1A2B44474B1}"/>
          </ac:picMkLst>
        </pc:picChg>
      </pc:sldChg>
      <pc:sldChg chg="addSp modSp mod">
        <pc:chgData name="Edara Sreelatha" userId="ef6a9e55797107a3" providerId="LiveId" clId="{4C840AC2-ADBB-4A3D-BFF5-40F5152934F8}" dt="2022-12-05T06:56:45.173" v="653"/>
        <pc:sldMkLst>
          <pc:docMk/>
          <pc:sldMk cId="567729597" sldId="270"/>
        </pc:sldMkLst>
        <pc:spChg chg="add mod">
          <ac:chgData name="Edara Sreelatha" userId="ef6a9e55797107a3" providerId="LiveId" clId="{4C840AC2-ADBB-4A3D-BFF5-40F5152934F8}" dt="2022-12-05T06:56:45.173" v="653"/>
          <ac:spMkLst>
            <pc:docMk/>
            <pc:sldMk cId="567729597" sldId="270"/>
            <ac:spMk id="2" creationId="{DF5891C8-1076-89B6-9F78-B64056A4C6DA}"/>
          </ac:spMkLst>
        </pc:spChg>
        <pc:spChg chg="mod">
          <ac:chgData name="Edara Sreelatha" userId="ef6a9e55797107a3" providerId="LiveId" clId="{4C840AC2-ADBB-4A3D-BFF5-40F5152934F8}" dt="2022-12-05T05:04:23.116" v="103" actId="14100"/>
          <ac:spMkLst>
            <pc:docMk/>
            <pc:sldMk cId="567729597" sldId="270"/>
            <ac:spMk id="3" creationId="{2A9E9A77-516A-45F3-A7C4-F86C4C78C6CC}"/>
          </ac:spMkLst>
        </pc:spChg>
        <pc:picChg chg="add mod">
          <ac:chgData name="Edara Sreelatha" userId="ef6a9e55797107a3" providerId="LiveId" clId="{4C840AC2-ADBB-4A3D-BFF5-40F5152934F8}" dt="2022-12-05T06:56:45.173" v="653"/>
          <ac:picMkLst>
            <pc:docMk/>
            <pc:sldMk cId="567729597" sldId="270"/>
            <ac:picMk id="4" creationId="{64F5B1A3-C4C7-E6D9-E0F2-66483F3338F4}"/>
          </ac:picMkLst>
        </pc:picChg>
      </pc:sldChg>
      <pc:sldChg chg="addSp modSp mod">
        <pc:chgData name="Edara Sreelatha" userId="ef6a9e55797107a3" providerId="LiveId" clId="{4C840AC2-ADBB-4A3D-BFF5-40F5152934F8}" dt="2022-12-05T06:56:47.691" v="654"/>
        <pc:sldMkLst>
          <pc:docMk/>
          <pc:sldMk cId="1572976908" sldId="271"/>
        </pc:sldMkLst>
        <pc:spChg chg="add mod">
          <ac:chgData name="Edara Sreelatha" userId="ef6a9e55797107a3" providerId="LiveId" clId="{4C840AC2-ADBB-4A3D-BFF5-40F5152934F8}" dt="2022-12-05T06:56:47.691" v="654"/>
          <ac:spMkLst>
            <pc:docMk/>
            <pc:sldMk cId="1572976908" sldId="271"/>
            <ac:spMk id="2" creationId="{DA369580-CBD4-DC8D-5E0C-5B994543ADB1}"/>
          </ac:spMkLst>
        </pc:spChg>
        <pc:spChg chg="mod">
          <ac:chgData name="Edara Sreelatha" userId="ef6a9e55797107a3" providerId="LiveId" clId="{4C840AC2-ADBB-4A3D-BFF5-40F5152934F8}" dt="2022-12-05T05:26:48.704" v="105" actId="27636"/>
          <ac:spMkLst>
            <pc:docMk/>
            <pc:sldMk cId="1572976908" sldId="271"/>
            <ac:spMk id="3" creationId="{5F1E4F4A-F118-4147-BF4A-EE9EAACC92E8}"/>
          </ac:spMkLst>
        </pc:spChg>
        <pc:picChg chg="add mod">
          <ac:chgData name="Edara Sreelatha" userId="ef6a9e55797107a3" providerId="LiveId" clId="{4C840AC2-ADBB-4A3D-BFF5-40F5152934F8}" dt="2022-12-05T06:56:47.691" v="654"/>
          <ac:picMkLst>
            <pc:docMk/>
            <pc:sldMk cId="1572976908" sldId="271"/>
            <ac:picMk id="4" creationId="{11D86DA4-AD78-14A3-6A69-BCBBD4F54D85}"/>
          </ac:picMkLst>
        </pc:picChg>
      </pc:sldChg>
      <pc:sldChg chg="addSp modSp mod">
        <pc:chgData name="Edara Sreelatha" userId="ef6a9e55797107a3" providerId="LiveId" clId="{4C840AC2-ADBB-4A3D-BFF5-40F5152934F8}" dt="2022-12-05T06:56:53.246" v="655"/>
        <pc:sldMkLst>
          <pc:docMk/>
          <pc:sldMk cId="2484337027" sldId="274"/>
        </pc:sldMkLst>
        <pc:spChg chg="add mod">
          <ac:chgData name="Edara Sreelatha" userId="ef6a9e55797107a3" providerId="LiveId" clId="{4C840AC2-ADBB-4A3D-BFF5-40F5152934F8}" dt="2022-12-05T06:56:53.246" v="655"/>
          <ac:spMkLst>
            <pc:docMk/>
            <pc:sldMk cId="2484337027" sldId="274"/>
            <ac:spMk id="2" creationId="{2D63B921-F2B1-3E2E-980E-C409EA4AC514}"/>
          </ac:spMkLst>
        </pc:spChg>
        <pc:spChg chg="mod">
          <ac:chgData name="Edara Sreelatha" userId="ef6a9e55797107a3" providerId="LiveId" clId="{4C840AC2-ADBB-4A3D-BFF5-40F5152934F8}" dt="2022-12-05T05:27:02.827" v="108" actId="14100"/>
          <ac:spMkLst>
            <pc:docMk/>
            <pc:sldMk cId="2484337027" sldId="274"/>
            <ac:spMk id="3" creationId="{5DDAEDC5-EA65-493B-B306-E7697FE11DBC}"/>
          </ac:spMkLst>
        </pc:spChg>
        <pc:picChg chg="add mod">
          <ac:chgData name="Edara Sreelatha" userId="ef6a9e55797107a3" providerId="LiveId" clId="{4C840AC2-ADBB-4A3D-BFF5-40F5152934F8}" dt="2022-12-05T06:56:53.246" v="655"/>
          <ac:picMkLst>
            <pc:docMk/>
            <pc:sldMk cId="2484337027" sldId="274"/>
            <ac:picMk id="4" creationId="{8CBF86CA-C49C-EF0E-4E19-F3D7C55B193D}"/>
          </ac:picMkLst>
        </pc:picChg>
      </pc:sldChg>
      <pc:sldChg chg="addSp modSp mod">
        <pc:chgData name="Edara Sreelatha" userId="ef6a9e55797107a3" providerId="LiveId" clId="{4C840AC2-ADBB-4A3D-BFF5-40F5152934F8}" dt="2022-12-05T06:56:57.081" v="656"/>
        <pc:sldMkLst>
          <pc:docMk/>
          <pc:sldMk cId="1756857399" sldId="275"/>
        </pc:sldMkLst>
        <pc:spChg chg="add mod">
          <ac:chgData name="Edara Sreelatha" userId="ef6a9e55797107a3" providerId="LiveId" clId="{4C840AC2-ADBB-4A3D-BFF5-40F5152934F8}" dt="2022-12-05T06:56:57.081" v="656"/>
          <ac:spMkLst>
            <pc:docMk/>
            <pc:sldMk cId="1756857399" sldId="275"/>
            <ac:spMk id="2" creationId="{C8891C32-000E-D0ED-3241-487B1E1B2238}"/>
          </ac:spMkLst>
        </pc:spChg>
        <pc:spChg chg="mod">
          <ac:chgData name="Edara Sreelatha" userId="ef6a9e55797107a3" providerId="LiveId" clId="{4C840AC2-ADBB-4A3D-BFF5-40F5152934F8}" dt="2022-12-05T05:27:07.337" v="110" actId="27636"/>
          <ac:spMkLst>
            <pc:docMk/>
            <pc:sldMk cId="1756857399" sldId="275"/>
            <ac:spMk id="3" creationId="{976FADD3-2B40-48EE-849F-5B72BF80A2E8}"/>
          </ac:spMkLst>
        </pc:spChg>
        <pc:picChg chg="add mod">
          <ac:chgData name="Edara Sreelatha" userId="ef6a9e55797107a3" providerId="LiveId" clId="{4C840AC2-ADBB-4A3D-BFF5-40F5152934F8}" dt="2022-12-05T06:56:57.081" v="656"/>
          <ac:picMkLst>
            <pc:docMk/>
            <pc:sldMk cId="1756857399" sldId="275"/>
            <ac:picMk id="4" creationId="{58768909-2171-87E1-BC58-BB5E4840CC63}"/>
          </ac:picMkLst>
        </pc:picChg>
      </pc:sldChg>
      <pc:sldChg chg="addSp modSp mod">
        <pc:chgData name="Edara Sreelatha" userId="ef6a9e55797107a3" providerId="LiveId" clId="{4C840AC2-ADBB-4A3D-BFF5-40F5152934F8}" dt="2022-12-05T06:56:59.986" v="657"/>
        <pc:sldMkLst>
          <pc:docMk/>
          <pc:sldMk cId="3260527111" sldId="278"/>
        </pc:sldMkLst>
        <pc:spChg chg="add mod">
          <ac:chgData name="Edara Sreelatha" userId="ef6a9e55797107a3" providerId="LiveId" clId="{4C840AC2-ADBB-4A3D-BFF5-40F5152934F8}" dt="2022-12-05T06:56:59.986" v="657"/>
          <ac:spMkLst>
            <pc:docMk/>
            <pc:sldMk cId="3260527111" sldId="278"/>
            <ac:spMk id="2" creationId="{783A054E-E07B-0224-6CAD-24A9BBC67DB5}"/>
          </ac:spMkLst>
        </pc:spChg>
        <pc:spChg chg="mod">
          <ac:chgData name="Edara Sreelatha" userId="ef6a9e55797107a3" providerId="LiveId" clId="{4C840AC2-ADBB-4A3D-BFF5-40F5152934F8}" dt="2022-12-05T05:27:14.567" v="113" actId="20577"/>
          <ac:spMkLst>
            <pc:docMk/>
            <pc:sldMk cId="3260527111" sldId="278"/>
            <ac:spMk id="3" creationId="{8CC45A85-6A35-4245-98C7-22C76A243371}"/>
          </ac:spMkLst>
        </pc:spChg>
        <pc:picChg chg="add mod">
          <ac:chgData name="Edara Sreelatha" userId="ef6a9e55797107a3" providerId="LiveId" clId="{4C840AC2-ADBB-4A3D-BFF5-40F5152934F8}" dt="2022-12-05T06:56:59.986" v="657"/>
          <ac:picMkLst>
            <pc:docMk/>
            <pc:sldMk cId="3260527111" sldId="278"/>
            <ac:picMk id="4" creationId="{29ADAB9B-70A4-5177-4156-783A9CC14A03}"/>
          </ac:picMkLst>
        </pc:picChg>
      </pc:sldChg>
      <pc:sldChg chg="addSp modSp mod">
        <pc:chgData name="Edara Sreelatha" userId="ef6a9e55797107a3" providerId="LiveId" clId="{4C840AC2-ADBB-4A3D-BFF5-40F5152934F8}" dt="2022-12-05T06:57:02.806" v="658"/>
        <pc:sldMkLst>
          <pc:docMk/>
          <pc:sldMk cId="2317869237" sldId="279"/>
        </pc:sldMkLst>
        <pc:spChg chg="add mod">
          <ac:chgData name="Edara Sreelatha" userId="ef6a9e55797107a3" providerId="LiveId" clId="{4C840AC2-ADBB-4A3D-BFF5-40F5152934F8}" dt="2022-12-05T06:57:02.806" v="658"/>
          <ac:spMkLst>
            <pc:docMk/>
            <pc:sldMk cId="2317869237" sldId="279"/>
            <ac:spMk id="2" creationId="{FB8345CC-135B-3D00-0511-891620F81EE4}"/>
          </ac:spMkLst>
        </pc:spChg>
        <pc:spChg chg="mod">
          <ac:chgData name="Edara Sreelatha" userId="ef6a9e55797107a3" providerId="LiveId" clId="{4C840AC2-ADBB-4A3D-BFF5-40F5152934F8}" dt="2022-12-05T05:27:21.836" v="115" actId="6549"/>
          <ac:spMkLst>
            <pc:docMk/>
            <pc:sldMk cId="2317869237" sldId="279"/>
            <ac:spMk id="3" creationId="{F40C4B51-9575-491C-85C1-5EC054C12C94}"/>
          </ac:spMkLst>
        </pc:spChg>
        <pc:picChg chg="add mod">
          <ac:chgData name="Edara Sreelatha" userId="ef6a9e55797107a3" providerId="LiveId" clId="{4C840AC2-ADBB-4A3D-BFF5-40F5152934F8}" dt="2022-12-05T06:57:02.806" v="658"/>
          <ac:picMkLst>
            <pc:docMk/>
            <pc:sldMk cId="2317869237" sldId="279"/>
            <ac:picMk id="4" creationId="{D5BD4098-6D29-75F4-EABA-FEF60FF8192F}"/>
          </ac:picMkLst>
        </pc:picChg>
      </pc:sldChg>
      <pc:sldChg chg="addSp modSp mod">
        <pc:chgData name="Edara Sreelatha" userId="ef6a9e55797107a3" providerId="LiveId" clId="{4C840AC2-ADBB-4A3D-BFF5-40F5152934F8}" dt="2022-12-05T06:57:05.931" v="659"/>
        <pc:sldMkLst>
          <pc:docMk/>
          <pc:sldMk cId="2469201755" sldId="280"/>
        </pc:sldMkLst>
        <pc:spChg chg="add mod">
          <ac:chgData name="Edara Sreelatha" userId="ef6a9e55797107a3" providerId="LiveId" clId="{4C840AC2-ADBB-4A3D-BFF5-40F5152934F8}" dt="2022-12-05T06:57:05.931" v="659"/>
          <ac:spMkLst>
            <pc:docMk/>
            <pc:sldMk cId="2469201755" sldId="280"/>
            <ac:spMk id="2" creationId="{9DAC42E4-20DB-7029-BBE6-46864668C6B8}"/>
          </ac:spMkLst>
        </pc:spChg>
        <pc:spChg chg="mod">
          <ac:chgData name="Edara Sreelatha" userId="ef6a9e55797107a3" providerId="LiveId" clId="{4C840AC2-ADBB-4A3D-BFF5-40F5152934F8}" dt="2022-12-05T05:27:38.175" v="120" actId="6549"/>
          <ac:spMkLst>
            <pc:docMk/>
            <pc:sldMk cId="2469201755" sldId="280"/>
            <ac:spMk id="3" creationId="{FFB0A451-052C-4B54-ADAF-8D1DDFBF284D}"/>
          </ac:spMkLst>
        </pc:spChg>
        <pc:picChg chg="add mod">
          <ac:chgData name="Edara Sreelatha" userId="ef6a9e55797107a3" providerId="LiveId" clId="{4C840AC2-ADBB-4A3D-BFF5-40F5152934F8}" dt="2022-12-05T06:57:05.931" v="659"/>
          <ac:picMkLst>
            <pc:docMk/>
            <pc:sldMk cId="2469201755" sldId="280"/>
            <ac:picMk id="4" creationId="{15BF5B02-6B14-350A-F1A2-55587CAC99B7}"/>
          </ac:picMkLst>
        </pc:picChg>
      </pc:sldChg>
      <pc:sldChg chg="addSp modSp mod">
        <pc:chgData name="Edara Sreelatha" userId="ef6a9e55797107a3" providerId="LiveId" clId="{4C840AC2-ADBB-4A3D-BFF5-40F5152934F8}" dt="2022-12-05T07:13:46.183" v="703" actId="20577"/>
        <pc:sldMkLst>
          <pc:docMk/>
          <pc:sldMk cId="1846930600" sldId="281"/>
        </pc:sldMkLst>
        <pc:spChg chg="add mod">
          <ac:chgData name="Edara Sreelatha" userId="ef6a9e55797107a3" providerId="LiveId" clId="{4C840AC2-ADBB-4A3D-BFF5-40F5152934F8}" dt="2022-12-05T06:57:09.211" v="660"/>
          <ac:spMkLst>
            <pc:docMk/>
            <pc:sldMk cId="1846930600" sldId="281"/>
            <ac:spMk id="2" creationId="{539389A8-ADFC-E547-5666-E844B5A9BAEB}"/>
          </ac:spMkLst>
        </pc:spChg>
        <pc:spChg chg="mod">
          <ac:chgData name="Edara Sreelatha" userId="ef6a9e55797107a3" providerId="LiveId" clId="{4C840AC2-ADBB-4A3D-BFF5-40F5152934F8}" dt="2022-12-05T07:13:46.183" v="703" actId="20577"/>
          <ac:spMkLst>
            <pc:docMk/>
            <pc:sldMk cId="1846930600" sldId="281"/>
            <ac:spMk id="3" creationId="{23BD6340-C31D-4AFE-94B9-417171DBC12B}"/>
          </ac:spMkLst>
        </pc:spChg>
        <pc:picChg chg="add mod">
          <ac:chgData name="Edara Sreelatha" userId="ef6a9e55797107a3" providerId="LiveId" clId="{4C840AC2-ADBB-4A3D-BFF5-40F5152934F8}" dt="2022-12-05T06:57:09.211" v="660"/>
          <ac:picMkLst>
            <pc:docMk/>
            <pc:sldMk cId="1846930600" sldId="281"/>
            <ac:picMk id="4" creationId="{3BA58BD1-40E4-F569-9E4A-AFCB619694EA}"/>
          </ac:picMkLst>
        </pc:picChg>
      </pc:sldChg>
      <pc:sldChg chg="addSp modSp mod">
        <pc:chgData name="Edara Sreelatha" userId="ef6a9e55797107a3" providerId="LiveId" clId="{4C840AC2-ADBB-4A3D-BFF5-40F5152934F8}" dt="2022-12-05T06:57:14.303" v="661"/>
        <pc:sldMkLst>
          <pc:docMk/>
          <pc:sldMk cId="1528261011" sldId="282"/>
        </pc:sldMkLst>
        <pc:spChg chg="add mod">
          <ac:chgData name="Edara Sreelatha" userId="ef6a9e55797107a3" providerId="LiveId" clId="{4C840AC2-ADBB-4A3D-BFF5-40F5152934F8}" dt="2022-12-05T06:57:14.303" v="661"/>
          <ac:spMkLst>
            <pc:docMk/>
            <pc:sldMk cId="1528261011" sldId="282"/>
            <ac:spMk id="2" creationId="{679DD14C-0EBA-DA23-4FF8-56F10BB35527}"/>
          </ac:spMkLst>
        </pc:spChg>
        <pc:spChg chg="mod">
          <ac:chgData name="Edara Sreelatha" userId="ef6a9e55797107a3" providerId="LiveId" clId="{4C840AC2-ADBB-4A3D-BFF5-40F5152934F8}" dt="2022-12-05T05:28:18.595" v="126" actId="20577"/>
          <ac:spMkLst>
            <pc:docMk/>
            <pc:sldMk cId="1528261011" sldId="282"/>
            <ac:spMk id="3" creationId="{77B77D24-3FD5-4836-AACD-3C16F36E09A0}"/>
          </ac:spMkLst>
        </pc:spChg>
        <pc:picChg chg="add mod">
          <ac:chgData name="Edara Sreelatha" userId="ef6a9e55797107a3" providerId="LiveId" clId="{4C840AC2-ADBB-4A3D-BFF5-40F5152934F8}" dt="2022-12-05T06:57:14.303" v="661"/>
          <ac:picMkLst>
            <pc:docMk/>
            <pc:sldMk cId="1528261011" sldId="282"/>
            <ac:picMk id="4" creationId="{B876F040-9E2E-14B6-52D4-14F7F3510344}"/>
          </ac:picMkLst>
        </pc:picChg>
      </pc:sldChg>
      <pc:sldChg chg="addSp modSp mod">
        <pc:chgData name="Edara Sreelatha" userId="ef6a9e55797107a3" providerId="LiveId" clId="{4C840AC2-ADBB-4A3D-BFF5-40F5152934F8}" dt="2022-12-05T06:57:16.701" v="662"/>
        <pc:sldMkLst>
          <pc:docMk/>
          <pc:sldMk cId="1222644013" sldId="283"/>
        </pc:sldMkLst>
        <pc:spChg chg="add mod">
          <ac:chgData name="Edara Sreelatha" userId="ef6a9e55797107a3" providerId="LiveId" clId="{4C840AC2-ADBB-4A3D-BFF5-40F5152934F8}" dt="2022-12-05T06:57:16.701" v="662"/>
          <ac:spMkLst>
            <pc:docMk/>
            <pc:sldMk cId="1222644013" sldId="283"/>
            <ac:spMk id="2" creationId="{0B25A73B-ED7B-D68F-A667-D88F7FDAEEE5}"/>
          </ac:spMkLst>
        </pc:spChg>
        <pc:spChg chg="mod">
          <ac:chgData name="Edara Sreelatha" userId="ef6a9e55797107a3" providerId="LiveId" clId="{4C840AC2-ADBB-4A3D-BFF5-40F5152934F8}" dt="2022-12-05T05:28:25.517" v="128" actId="20577"/>
          <ac:spMkLst>
            <pc:docMk/>
            <pc:sldMk cId="1222644013" sldId="283"/>
            <ac:spMk id="3" creationId="{EE1F658D-C69B-47F8-A8DF-0564BA36DA5B}"/>
          </ac:spMkLst>
        </pc:spChg>
        <pc:picChg chg="add mod">
          <ac:chgData name="Edara Sreelatha" userId="ef6a9e55797107a3" providerId="LiveId" clId="{4C840AC2-ADBB-4A3D-BFF5-40F5152934F8}" dt="2022-12-05T06:57:16.701" v="662"/>
          <ac:picMkLst>
            <pc:docMk/>
            <pc:sldMk cId="1222644013" sldId="283"/>
            <ac:picMk id="4" creationId="{603F02D2-40B6-2DB0-2396-5182F515F72D}"/>
          </ac:picMkLst>
        </pc:picChg>
      </pc:sldChg>
      <pc:sldChg chg="addSp modSp mod">
        <pc:chgData name="Edara Sreelatha" userId="ef6a9e55797107a3" providerId="LiveId" clId="{4C840AC2-ADBB-4A3D-BFF5-40F5152934F8}" dt="2022-12-05T06:57:19.343" v="663"/>
        <pc:sldMkLst>
          <pc:docMk/>
          <pc:sldMk cId="1354389664" sldId="285"/>
        </pc:sldMkLst>
        <pc:spChg chg="add mod">
          <ac:chgData name="Edara Sreelatha" userId="ef6a9e55797107a3" providerId="LiveId" clId="{4C840AC2-ADBB-4A3D-BFF5-40F5152934F8}" dt="2022-12-05T06:57:19.343" v="663"/>
          <ac:spMkLst>
            <pc:docMk/>
            <pc:sldMk cId="1354389664" sldId="285"/>
            <ac:spMk id="2" creationId="{8677B400-26B4-A82C-D1B6-564BBC2837CE}"/>
          </ac:spMkLst>
        </pc:spChg>
        <pc:picChg chg="add mod">
          <ac:chgData name="Edara Sreelatha" userId="ef6a9e55797107a3" providerId="LiveId" clId="{4C840AC2-ADBB-4A3D-BFF5-40F5152934F8}" dt="2022-12-05T06:57:19.343" v="663"/>
          <ac:picMkLst>
            <pc:docMk/>
            <pc:sldMk cId="1354389664" sldId="285"/>
            <ac:picMk id="3" creationId="{D932DA98-1D04-1776-DAD0-B1C6CB1C366C}"/>
          </ac:picMkLst>
        </pc:picChg>
        <pc:picChg chg="mod">
          <ac:chgData name="Edara Sreelatha" userId="ef6a9e55797107a3" providerId="LiveId" clId="{4C840AC2-ADBB-4A3D-BFF5-40F5152934F8}" dt="2022-12-05T05:34:41.620" v="136" actId="14100"/>
          <ac:picMkLst>
            <pc:docMk/>
            <pc:sldMk cId="1354389664" sldId="285"/>
            <ac:picMk id="4" creationId="{4ACA11CC-3568-44DB-BF5D-05D10BF358A3}"/>
          </ac:picMkLst>
        </pc:picChg>
      </pc:sldChg>
      <pc:sldChg chg="addSp modSp mod">
        <pc:chgData name="Edara Sreelatha" userId="ef6a9e55797107a3" providerId="LiveId" clId="{4C840AC2-ADBB-4A3D-BFF5-40F5152934F8}" dt="2022-12-05T06:57:21.697" v="664"/>
        <pc:sldMkLst>
          <pc:docMk/>
          <pc:sldMk cId="931703867" sldId="290"/>
        </pc:sldMkLst>
        <pc:spChg chg="add mod">
          <ac:chgData name="Edara Sreelatha" userId="ef6a9e55797107a3" providerId="LiveId" clId="{4C840AC2-ADBB-4A3D-BFF5-40F5152934F8}" dt="2022-12-05T06:57:21.697" v="664"/>
          <ac:spMkLst>
            <pc:docMk/>
            <pc:sldMk cId="931703867" sldId="290"/>
            <ac:spMk id="2" creationId="{FB7B59B2-77D1-1ED4-AE43-E61FD5C6CEA0}"/>
          </ac:spMkLst>
        </pc:spChg>
        <pc:spChg chg="mod">
          <ac:chgData name="Edara Sreelatha" userId="ef6a9e55797107a3" providerId="LiveId" clId="{4C840AC2-ADBB-4A3D-BFF5-40F5152934F8}" dt="2022-12-05T05:28:49.056" v="135" actId="120"/>
          <ac:spMkLst>
            <pc:docMk/>
            <pc:sldMk cId="931703867" sldId="290"/>
            <ac:spMk id="3" creationId="{292BFA85-7D4A-42D2-B7E9-C18C7E9D002F}"/>
          </ac:spMkLst>
        </pc:spChg>
        <pc:picChg chg="add mod">
          <ac:chgData name="Edara Sreelatha" userId="ef6a9e55797107a3" providerId="LiveId" clId="{4C840AC2-ADBB-4A3D-BFF5-40F5152934F8}" dt="2022-12-05T06:57:21.697" v="664"/>
          <ac:picMkLst>
            <pc:docMk/>
            <pc:sldMk cId="931703867" sldId="290"/>
            <ac:picMk id="4" creationId="{20D2F029-EF1B-9C66-C320-DE6AAD091B35}"/>
          </ac:picMkLst>
        </pc:picChg>
      </pc:sldChg>
      <pc:sldChg chg="addSp modSp">
        <pc:chgData name="Edara Sreelatha" userId="ef6a9e55797107a3" providerId="LiveId" clId="{4C840AC2-ADBB-4A3D-BFF5-40F5152934F8}" dt="2022-12-05T06:57:24.291" v="665"/>
        <pc:sldMkLst>
          <pc:docMk/>
          <pc:sldMk cId="34138554" sldId="291"/>
        </pc:sldMkLst>
        <pc:spChg chg="add mod">
          <ac:chgData name="Edara Sreelatha" userId="ef6a9e55797107a3" providerId="LiveId" clId="{4C840AC2-ADBB-4A3D-BFF5-40F5152934F8}" dt="2022-12-05T06:57:24.291" v="665"/>
          <ac:spMkLst>
            <pc:docMk/>
            <pc:sldMk cId="34138554" sldId="291"/>
            <ac:spMk id="2" creationId="{EB266F07-F953-2F73-3804-4BCC51765359}"/>
          </ac:spMkLst>
        </pc:spChg>
        <pc:picChg chg="add mod">
          <ac:chgData name="Edara Sreelatha" userId="ef6a9e55797107a3" providerId="LiveId" clId="{4C840AC2-ADBB-4A3D-BFF5-40F5152934F8}" dt="2022-12-05T06:57:24.291" v="665"/>
          <ac:picMkLst>
            <pc:docMk/>
            <pc:sldMk cId="34138554" sldId="291"/>
            <ac:picMk id="3" creationId="{2533C0B8-518E-4B84-7064-DDB8B1B4A973}"/>
          </ac:picMkLst>
        </pc:picChg>
      </pc:sldChg>
      <pc:sldChg chg="addSp modSp mod">
        <pc:chgData name="Edara Sreelatha" userId="ef6a9e55797107a3" providerId="LiveId" clId="{4C840AC2-ADBB-4A3D-BFF5-40F5152934F8}" dt="2022-12-05T06:57:26.986" v="666"/>
        <pc:sldMkLst>
          <pc:docMk/>
          <pc:sldMk cId="3941173249" sldId="294"/>
        </pc:sldMkLst>
        <pc:spChg chg="add mod">
          <ac:chgData name="Edara Sreelatha" userId="ef6a9e55797107a3" providerId="LiveId" clId="{4C840AC2-ADBB-4A3D-BFF5-40F5152934F8}" dt="2022-12-05T06:57:26.986" v="666"/>
          <ac:spMkLst>
            <pc:docMk/>
            <pc:sldMk cId="3941173249" sldId="294"/>
            <ac:spMk id="2" creationId="{A12831CA-E451-C4F3-A94D-1FF69342A477}"/>
          </ac:spMkLst>
        </pc:spChg>
        <pc:spChg chg="mod">
          <ac:chgData name="Edara Sreelatha" userId="ef6a9e55797107a3" providerId="LiveId" clId="{4C840AC2-ADBB-4A3D-BFF5-40F5152934F8}" dt="2022-12-05T05:36:33.381" v="138" actId="20577"/>
          <ac:spMkLst>
            <pc:docMk/>
            <pc:sldMk cId="3941173249" sldId="294"/>
            <ac:spMk id="3" creationId="{A4861899-45EE-4D69-BE36-1CB7EA3916EC}"/>
          </ac:spMkLst>
        </pc:spChg>
        <pc:picChg chg="add mod">
          <ac:chgData name="Edara Sreelatha" userId="ef6a9e55797107a3" providerId="LiveId" clId="{4C840AC2-ADBB-4A3D-BFF5-40F5152934F8}" dt="2022-12-05T06:57:26.986" v="666"/>
          <ac:picMkLst>
            <pc:docMk/>
            <pc:sldMk cId="3941173249" sldId="294"/>
            <ac:picMk id="4" creationId="{F2E76603-FDB7-93DC-0A17-87246D71A6DD}"/>
          </ac:picMkLst>
        </pc:picChg>
      </pc:sldChg>
      <pc:sldChg chg="addSp modSp">
        <pc:chgData name="Edara Sreelatha" userId="ef6a9e55797107a3" providerId="LiveId" clId="{4C840AC2-ADBB-4A3D-BFF5-40F5152934F8}" dt="2022-12-05T06:57:29.821" v="667"/>
        <pc:sldMkLst>
          <pc:docMk/>
          <pc:sldMk cId="2617332815" sldId="295"/>
        </pc:sldMkLst>
        <pc:spChg chg="add mod">
          <ac:chgData name="Edara Sreelatha" userId="ef6a9e55797107a3" providerId="LiveId" clId="{4C840AC2-ADBB-4A3D-BFF5-40F5152934F8}" dt="2022-12-05T06:57:29.821" v="667"/>
          <ac:spMkLst>
            <pc:docMk/>
            <pc:sldMk cId="2617332815" sldId="295"/>
            <ac:spMk id="2" creationId="{9E78D02C-8256-38D6-066B-76A5FF62342E}"/>
          </ac:spMkLst>
        </pc:spChg>
        <pc:picChg chg="add mod">
          <ac:chgData name="Edara Sreelatha" userId="ef6a9e55797107a3" providerId="LiveId" clId="{4C840AC2-ADBB-4A3D-BFF5-40F5152934F8}" dt="2022-12-05T06:57:29.821" v="667"/>
          <ac:picMkLst>
            <pc:docMk/>
            <pc:sldMk cId="2617332815" sldId="295"/>
            <ac:picMk id="3" creationId="{F8E2E8D1-F8F8-612F-3782-7A7425123457}"/>
          </ac:picMkLst>
        </pc:picChg>
      </pc:sldChg>
      <pc:sldChg chg="addSp modSp mod">
        <pc:chgData name="Edara Sreelatha" userId="ef6a9e55797107a3" providerId="LiveId" clId="{4C840AC2-ADBB-4A3D-BFF5-40F5152934F8}" dt="2022-12-05T06:57:33.101" v="668"/>
        <pc:sldMkLst>
          <pc:docMk/>
          <pc:sldMk cId="640376733" sldId="298"/>
        </pc:sldMkLst>
        <pc:spChg chg="add mod">
          <ac:chgData name="Edara Sreelatha" userId="ef6a9e55797107a3" providerId="LiveId" clId="{4C840AC2-ADBB-4A3D-BFF5-40F5152934F8}" dt="2022-12-05T06:57:33.101" v="668"/>
          <ac:spMkLst>
            <pc:docMk/>
            <pc:sldMk cId="640376733" sldId="298"/>
            <ac:spMk id="2" creationId="{1FE61AD6-BE98-16D9-EB51-BDCC15D6AE95}"/>
          </ac:spMkLst>
        </pc:spChg>
        <pc:spChg chg="mod">
          <ac:chgData name="Edara Sreelatha" userId="ef6a9e55797107a3" providerId="LiveId" clId="{4C840AC2-ADBB-4A3D-BFF5-40F5152934F8}" dt="2022-12-05T05:37:40.007" v="140" actId="20577"/>
          <ac:spMkLst>
            <pc:docMk/>
            <pc:sldMk cId="640376733" sldId="298"/>
            <ac:spMk id="3" creationId="{BB8D79CA-05F9-45A8-AE8A-F8E54A553000}"/>
          </ac:spMkLst>
        </pc:spChg>
        <pc:picChg chg="add mod">
          <ac:chgData name="Edara Sreelatha" userId="ef6a9e55797107a3" providerId="LiveId" clId="{4C840AC2-ADBB-4A3D-BFF5-40F5152934F8}" dt="2022-12-05T06:57:33.101" v="668"/>
          <ac:picMkLst>
            <pc:docMk/>
            <pc:sldMk cId="640376733" sldId="298"/>
            <ac:picMk id="4" creationId="{8B01CD50-7A36-C668-24A6-4B6F6ADA9124}"/>
          </ac:picMkLst>
        </pc:picChg>
      </pc:sldChg>
      <pc:sldChg chg="addSp modSp mod">
        <pc:chgData name="Edara Sreelatha" userId="ef6a9e55797107a3" providerId="LiveId" clId="{4C840AC2-ADBB-4A3D-BFF5-40F5152934F8}" dt="2022-12-05T06:57:49.702" v="671" actId="14100"/>
        <pc:sldMkLst>
          <pc:docMk/>
          <pc:sldMk cId="3384522061" sldId="299"/>
        </pc:sldMkLst>
        <pc:spChg chg="add mod">
          <ac:chgData name="Edara Sreelatha" userId="ef6a9e55797107a3" providerId="LiveId" clId="{4C840AC2-ADBB-4A3D-BFF5-40F5152934F8}" dt="2022-12-05T06:57:41.841" v="670" actId="1076"/>
          <ac:spMkLst>
            <pc:docMk/>
            <pc:sldMk cId="3384522061" sldId="299"/>
            <ac:spMk id="2" creationId="{2195D39F-A2A8-EC71-625E-86AC428036DB}"/>
          </ac:spMkLst>
        </pc:spChg>
        <pc:picChg chg="add mod">
          <ac:chgData name="Edara Sreelatha" userId="ef6a9e55797107a3" providerId="LiveId" clId="{4C840AC2-ADBB-4A3D-BFF5-40F5152934F8}" dt="2022-12-05T06:57:49.702" v="671" actId="14100"/>
          <ac:picMkLst>
            <pc:docMk/>
            <pc:sldMk cId="3384522061" sldId="299"/>
            <ac:picMk id="3" creationId="{D82CE195-C15A-9F75-781F-1D127959A157}"/>
          </ac:picMkLst>
        </pc:picChg>
      </pc:sldChg>
      <pc:sldChg chg="addSp delSp modSp mod">
        <pc:chgData name="Edara Sreelatha" userId="ef6a9e55797107a3" providerId="LiveId" clId="{4C840AC2-ADBB-4A3D-BFF5-40F5152934F8}" dt="2022-12-05T06:58:11.852" v="691" actId="20577"/>
        <pc:sldMkLst>
          <pc:docMk/>
          <pc:sldMk cId="781109342" sldId="301"/>
        </pc:sldMkLst>
        <pc:spChg chg="add del mod">
          <ac:chgData name="Edara Sreelatha" userId="ef6a9e55797107a3" providerId="LiveId" clId="{4C840AC2-ADBB-4A3D-BFF5-40F5152934F8}" dt="2022-12-05T06:58:11.852" v="691" actId="20577"/>
          <ac:spMkLst>
            <pc:docMk/>
            <pc:sldMk cId="781109342" sldId="301"/>
            <ac:spMk id="2" creationId="{9A1825DD-3EA9-ABFB-8AE9-87E212668659}"/>
          </ac:spMkLst>
        </pc:spChg>
        <pc:picChg chg="add del mod">
          <ac:chgData name="Edara Sreelatha" userId="ef6a9e55797107a3" providerId="LiveId" clId="{4C840AC2-ADBB-4A3D-BFF5-40F5152934F8}" dt="2022-12-05T06:58:05.945" v="674" actId="478"/>
          <ac:picMkLst>
            <pc:docMk/>
            <pc:sldMk cId="781109342" sldId="301"/>
            <ac:picMk id="4" creationId="{807812F7-F204-A1E2-D1C6-B438A14B94B0}"/>
          </ac:picMkLst>
        </pc:picChg>
      </pc:sldChg>
      <pc:sldChg chg="addSp delSp modSp del mod">
        <pc:chgData name="Edara Sreelatha" userId="ef6a9e55797107a3" providerId="LiveId" clId="{4C840AC2-ADBB-4A3D-BFF5-40F5152934F8}" dt="2022-12-05T07:12:06.243" v="700" actId="47"/>
        <pc:sldMkLst>
          <pc:docMk/>
          <pc:sldMk cId="1418151125" sldId="302"/>
        </pc:sldMkLst>
        <pc:spChg chg="add mod">
          <ac:chgData name="Edara Sreelatha" userId="ef6a9e55797107a3" providerId="LiveId" clId="{4C840AC2-ADBB-4A3D-BFF5-40F5152934F8}" dt="2022-12-05T06:58:37.471" v="693" actId="1076"/>
          <ac:spMkLst>
            <pc:docMk/>
            <pc:sldMk cId="1418151125" sldId="302"/>
            <ac:spMk id="2" creationId="{8DA204ED-D687-5C63-D79D-5B5F21092570}"/>
          </ac:spMkLst>
        </pc:spChg>
        <pc:spChg chg="del mod">
          <ac:chgData name="Edara Sreelatha" userId="ef6a9e55797107a3" providerId="LiveId" clId="{4C840AC2-ADBB-4A3D-BFF5-40F5152934F8}" dt="2022-12-05T07:11:47.523" v="699" actId="478"/>
          <ac:spMkLst>
            <pc:docMk/>
            <pc:sldMk cId="1418151125" sldId="302"/>
            <ac:spMk id="3" creationId="{E959EB85-F906-4292-8AFE-E0E7664B9113}"/>
          </ac:spMkLst>
        </pc:spChg>
        <pc:spChg chg="add mod">
          <ac:chgData name="Edara Sreelatha" userId="ef6a9e55797107a3" providerId="LiveId" clId="{4C840AC2-ADBB-4A3D-BFF5-40F5152934F8}" dt="2022-12-05T07:11:47.523" v="699" actId="478"/>
          <ac:spMkLst>
            <pc:docMk/>
            <pc:sldMk cId="1418151125" sldId="302"/>
            <ac:spMk id="7" creationId="{1363F92C-4AE1-4682-B8E0-14B2A5CABCB3}"/>
          </ac:spMkLst>
        </pc:spChg>
        <pc:picChg chg="add mod">
          <ac:chgData name="Edara Sreelatha" userId="ef6a9e55797107a3" providerId="LiveId" clId="{4C840AC2-ADBB-4A3D-BFF5-40F5152934F8}" dt="2022-12-05T06:58:37.471" v="693" actId="1076"/>
          <ac:picMkLst>
            <pc:docMk/>
            <pc:sldMk cId="1418151125" sldId="302"/>
            <ac:picMk id="4" creationId="{1B5D39A5-2631-D70A-3B15-AE823D474378}"/>
          </ac:picMkLst>
        </pc:picChg>
      </pc:sldChg>
      <pc:sldChg chg="addSp delSp modSp mod">
        <pc:chgData name="Edara Sreelatha" userId="ef6a9e55797107a3" providerId="LiveId" clId="{4C840AC2-ADBB-4A3D-BFF5-40F5152934F8}" dt="2022-12-05T06:59:04.531" v="694"/>
        <pc:sldMkLst>
          <pc:docMk/>
          <pc:sldMk cId="2880013660" sldId="303"/>
        </pc:sldMkLst>
        <pc:spChg chg="add del mod">
          <ac:chgData name="Edara Sreelatha" userId="ef6a9e55797107a3" providerId="LiveId" clId="{4C840AC2-ADBB-4A3D-BFF5-40F5152934F8}" dt="2022-12-05T05:44:05.782" v="169" actId="767"/>
          <ac:spMkLst>
            <pc:docMk/>
            <pc:sldMk cId="2880013660" sldId="303"/>
            <ac:spMk id="2" creationId="{DAFF16A6-A0CA-1FC2-696A-439ACEABC140}"/>
          </ac:spMkLst>
        </pc:spChg>
        <pc:spChg chg="add mod">
          <ac:chgData name="Edara Sreelatha" userId="ef6a9e55797107a3" providerId="LiveId" clId="{4C840AC2-ADBB-4A3D-BFF5-40F5152934F8}" dt="2022-12-05T06:59:04.531" v="694"/>
          <ac:spMkLst>
            <pc:docMk/>
            <pc:sldMk cId="2880013660" sldId="303"/>
            <ac:spMk id="3" creationId="{B9FA9615-19E0-6EA0-DF37-16FF764C2774}"/>
          </ac:spMkLst>
        </pc:spChg>
        <pc:graphicFrameChg chg="mod modGraphic">
          <ac:chgData name="Edara Sreelatha" userId="ef6a9e55797107a3" providerId="LiveId" clId="{4C840AC2-ADBB-4A3D-BFF5-40F5152934F8}" dt="2022-12-05T05:43:31.325" v="167" actId="2084"/>
          <ac:graphicFrameMkLst>
            <pc:docMk/>
            <pc:sldMk cId="2880013660" sldId="303"/>
            <ac:graphicFrameMk id="4" creationId="{02147134-01C6-40A4-AE17-2DC7BCDFD573}"/>
          </ac:graphicFrameMkLst>
        </pc:graphicFrameChg>
        <pc:graphicFrameChg chg="mod">
          <ac:chgData name="Edara Sreelatha" userId="ef6a9e55797107a3" providerId="LiveId" clId="{4C840AC2-ADBB-4A3D-BFF5-40F5152934F8}" dt="2022-12-05T05:42:31.441" v="160" actId="1076"/>
          <ac:graphicFrameMkLst>
            <pc:docMk/>
            <pc:sldMk cId="2880013660" sldId="303"/>
            <ac:graphicFrameMk id="5" creationId="{6D7FCD95-C00C-446C-9A1F-3CFA56774715}"/>
          </ac:graphicFrameMkLst>
        </pc:graphicFrameChg>
        <pc:picChg chg="add mod">
          <ac:chgData name="Edara Sreelatha" userId="ef6a9e55797107a3" providerId="LiveId" clId="{4C840AC2-ADBB-4A3D-BFF5-40F5152934F8}" dt="2022-12-05T06:59:04.531" v="694"/>
          <ac:picMkLst>
            <pc:docMk/>
            <pc:sldMk cId="2880013660" sldId="303"/>
            <ac:picMk id="6" creationId="{FE989A40-A532-941F-1B3A-ED02D41A4614}"/>
          </ac:picMkLst>
        </pc:picChg>
      </pc:sldChg>
      <pc:sldChg chg="addSp modSp mod">
        <pc:chgData name="Edara Sreelatha" userId="ef6a9e55797107a3" providerId="LiveId" clId="{4C840AC2-ADBB-4A3D-BFF5-40F5152934F8}" dt="2022-12-05T07:14:06.026" v="704" actId="20577"/>
        <pc:sldMkLst>
          <pc:docMk/>
          <pc:sldMk cId="4109277334" sldId="304"/>
        </pc:sldMkLst>
        <pc:spChg chg="add mod">
          <ac:chgData name="Edara Sreelatha" userId="ef6a9e55797107a3" providerId="LiveId" clId="{4C840AC2-ADBB-4A3D-BFF5-40F5152934F8}" dt="2022-12-05T06:59:17.584" v="695"/>
          <ac:spMkLst>
            <pc:docMk/>
            <pc:sldMk cId="4109277334" sldId="304"/>
            <ac:spMk id="2" creationId="{B0B382CD-FEF0-44A4-8F82-C5491ACAC8F9}"/>
          </ac:spMkLst>
        </pc:spChg>
        <pc:spChg chg="mod">
          <ac:chgData name="Edara Sreelatha" userId="ef6a9e55797107a3" providerId="LiveId" clId="{4C840AC2-ADBB-4A3D-BFF5-40F5152934F8}" dt="2022-12-05T07:14:06.026" v="704" actId="20577"/>
          <ac:spMkLst>
            <pc:docMk/>
            <pc:sldMk cId="4109277334" sldId="304"/>
            <ac:spMk id="3" creationId="{07B311D8-8756-457C-8AF8-25CD47B69B49}"/>
          </ac:spMkLst>
        </pc:spChg>
        <pc:picChg chg="add mod">
          <ac:chgData name="Edara Sreelatha" userId="ef6a9e55797107a3" providerId="LiveId" clId="{4C840AC2-ADBB-4A3D-BFF5-40F5152934F8}" dt="2022-12-05T06:59:17.584" v="695"/>
          <ac:picMkLst>
            <pc:docMk/>
            <pc:sldMk cId="4109277334" sldId="304"/>
            <ac:picMk id="4" creationId="{FC40166D-ADD5-2334-9C50-CC194A64BB74}"/>
          </ac:picMkLst>
        </pc:picChg>
      </pc:sldChg>
      <pc:sldChg chg="addSp modSp mod">
        <pc:chgData name="Edara Sreelatha" userId="ef6a9e55797107a3" providerId="LiveId" clId="{4C840AC2-ADBB-4A3D-BFF5-40F5152934F8}" dt="2022-12-05T07:14:12.243" v="707" actId="20577"/>
        <pc:sldMkLst>
          <pc:docMk/>
          <pc:sldMk cId="2023981804" sldId="305"/>
        </pc:sldMkLst>
        <pc:spChg chg="add mod">
          <ac:chgData name="Edara Sreelatha" userId="ef6a9e55797107a3" providerId="LiveId" clId="{4C840AC2-ADBB-4A3D-BFF5-40F5152934F8}" dt="2022-12-05T06:59:46.881" v="698"/>
          <ac:spMkLst>
            <pc:docMk/>
            <pc:sldMk cId="2023981804" sldId="305"/>
            <ac:spMk id="2" creationId="{4745A35E-FA2A-96A7-DA6C-88157F9F96BB}"/>
          </ac:spMkLst>
        </pc:spChg>
        <pc:spChg chg="mod">
          <ac:chgData name="Edara Sreelatha" userId="ef6a9e55797107a3" providerId="LiveId" clId="{4C840AC2-ADBB-4A3D-BFF5-40F5152934F8}" dt="2022-12-05T07:14:12.243" v="707" actId="20577"/>
          <ac:spMkLst>
            <pc:docMk/>
            <pc:sldMk cId="2023981804" sldId="305"/>
            <ac:spMk id="3" creationId="{416ACAB7-A7F9-44D5-998F-B2AA3CB79A95}"/>
          </ac:spMkLst>
        </pc:spChg>
        <pc:picChg chg="add mod">
          <ac:chgData name="Edara Sreelatha" userId="ef6a9e55797107a3" providerId="LiveId" clId="{4C840AC2-ADBB-4A3D-BFF5-40F5152934F8}" dt="2022-12-05T06:59:46.881" v="698"/>
          <ac:picMkLst>
            <pc:docMk/>
            <pc:sldMk cId="2023981804" sldId="305"/>
            <ac:picMk id="4" creationId="{FE847D0E-F171-6EA4-84BF-487A5D9E23A7}"/>
          </ac:picMkLst>
        </pc:picChg>
      </pc:sldChg>
      <pc:sldChg chg="modSp mod">
        <pc:chgData name="Edara Sreelatha" userId="ef6a9e55797107a3" providerId="LiveId" clId="{4C840AC2-ADBB-4A3D-BFF5-40F5152934F8}" dt="2022-12-05T07:14:19.144" v="710" actId="20577"/>
        <pc:sldMkLst>
          <pc:docMk/>
          <pc:sldMk cId="2503329094" sldId="306"/>
        </pc:sldMkLst>
        <pc:spChg chg="mod">
          <ac:chgData name="Edara Sreelatha" userId="ef6a9e55797107a3" providerId="LiveId" clId="{4C840AC2-ADBB-4A3D-BFF5-40F5152934F8}" dt="2022-12-05T07:14:19.144" v="710" actId="20577"/>
          <ac:spMkLst>
            <pc:docMk/>
            <pc:sldMk cId="2503329094" sldId="306"/>
            <ac:spMk id="3" creationId="{46DC0EAD-EDCF-46BC-BB5E-6DA0A5D4BB6D}"/>
          </ac:spMkLst>
        </pc:spChg>
      </pc:sldChg>
      <pc:sldChg chg="modSp mod">
        <pc:chgData name="Edara Sreelatha" userId="ef6a9e55797107a3" providerId="LiveId" clId="{4C840AC2-ADBB-4A3D-BFF5-40F5152934F8}" dt="2022-12-05T07:14:24.041" v="713" actId="20577"/>
        <pc:sldMkLst>
          <pc:docMk/>
          <pc:sldMk cId="1923297765" sldId="307"/>
        </pc:sldMkLst>
        <pc:spChg chg="mod">
          <ac:chgData name="Edara Sreelatha" userId="ef6a9e55797107a3" providerId="LiveId" clId="{4C840AC2-ADBB-4A3D-BFF5-40F5152934F8}" dt="2022-12-05T07:14:24.041" v="713" actId="20577"/>
          <ac:spMkLst>
            <pc:docMk/>
            <pc:sldMk cId="1923297765" sldId="307"/>
            <ac:spMk id="3" creationId="{8F587151-3D60-4BBA-B48B-9AD3D9FD4538}"/>
          </ac:spMkLst>
        </pc:spChg>
      </pc:sldChg>
      <pc:sldChg chg="modSp mod">
        <pc:chgData name="Edara Sreelatha" userId="ef6a9e55797107a3" providerId="LiveId" clId="{4C840AC2-ADBB-4A3D-BFF5-40F5152934F8}" dt="2022-12-05T07:14:39.952" v="724" actId="20577"/>
        <pc:sldMkLst>
          <pc:docMk/>
          <pc:sldMk cId="2685350964" sldId="308"/>
        </pc:sldMkLst>
        <pc:spChg chg="mod">
          <ac:chgData name="Edara Sreelatha" userId="ef6a9e55797107a3" providerId="LiveId" clId="{4C840AC2-ADBB-4A3D-BFF5-40F5152934F8}" dt="2022-12-05T07:14:39.952" v="724" actId="20577"/>
          <ac:spMkLst>
            <pc:docMk/>
            <pc:sldMk cId="2685350964" sldId="308"/>
            <ac:spMk id="3" creationId="{9E5EBB2E-20AD-4126-BECF-B8F6A6832629}"/>
          </ac:spMkLst>
        </pc:spChg>
      </pc:sldChg>
      <pc:sldChg chg="modSp mod">
        <pc:chgData name="Edara Sreelatha" userId="ef6a9e55797107a3" providerId="LiveId" clId="{4C840AC2-ADBB-4A3D-BFF5-40F5152934F8}" dt="2022-12-05T07:14:52.672" v="727" actId="20577"/>
        <pc:sldMkLst>
          <pc:docMk/>
          <pc:sldMk cId="1037196163" sldId="309"/>
        </pc:sldMkLst>
        <pc:spChg chg="mod">
          <ac:chgData name="Edara Sreelatha" userId="ef6a9e55797107a3" providerId="LiveId" clId="{4C840AC2-ADBB-4A3D-BFF5-40F5152934F8}" dt="2022-12-05T07:14:52.672" v="727" actId="20577"/>
          <ac:spMkLst>
            <pc:docMk/>
            <pc:sldMk cId="1037196163" sldId="309"/>
            <ac:spMk id="3" creationId="{4880BE61-0444-49AF-A9AD-3FB26EA66C38}"/>
          </ac:spMkLst>
        </pc:spChg>
      </pc:sldChg>
      <pc:sldChg chg="modSp mod">
        <pc:chgData name="Edara Sreelatha" userId="ef6a9e55797107a3" providerId="LiveId" clId="{4C840AC2-ADBB-4A3D-BFF5-40F5152934F8}" dt="2022-12-05T07:14:58.632" v="730" actId="20577"/>
        <pc:sldMkLst>
          <pc:docMk/>
          <pc:sldMk cId="219154483" sldId="310"/>
        </pc:sldMkLst>
        <pc:spChg chg="mod">
          <ac:chgData name="Edara Sreelatha" userId="ef6a9e55797107a3" providerId="LiveId" clId="{4C840AC2-ADBB-4A3D-BFF5-40F5152934F8}" dt="2022-12-05T07:14:58.632" v="730" actId="20577"/>
          <ac:spMkLst>
            <pc:docMk/>
            <pc:sldMk cId="219154483" sldId="310"/>
            <ac:spMk id="3" creationId="{80D01800-062E-4ED5-B6A2-AF9781164417}"/>
          </ac:spMkLst>
        </pc:spChg>
      </pc:sldChg>
      <pc:sldChg chg="modSp mod">
        <pc:chgData name="Edara Sreelatha" userId="ef6a9e55797107a3" providerId="LiveId" clId="{4C840AC2-ADBB-4A3D-BFF5-40F5152934F8}" dt="2022-12-05T07:15:06.402" v="733" actId="20577"/>
        <pc:sldMkLst>
          <pc:docMk/>
          <pc:sldMk cId="485652580" sldId="311"/>
        </pc:sldMkLst>
        <pc:spChg chg="mod">
          <ac:chgData name="Edara Sreelatha" userId="ef6a9e55797107a3" providerId="LiveId" clId="{4C840AC2-ADBB-4A3D-BFF5-40F5152934F8}" dt="2022-12-05T07:15:06.402" v="733" actId="20577"/>
          <ac:spMkLst>
            <pc:docMk/>
            <pc:sldMk cId="485652580" sldId="311"/>
            <ac:spMk id="3" creationId="{95580D5E-9645-4529-A60B-A6C0FFBB5B99}"/>
          </ac:spMkLst>
        </pc:spChg>
      </pc:sldChg>
      <pc:sldChg chg="modSp mod">
        <pc:chgData name="Edara Sreelatha" userId="ef6a9e55797107a3" providerId="LiveId" clId="{4C840AC2-ADBB-4A3D-BFF5-40F5152934F8}" dt="2022-12-05T07:15:13.351" v="736" actId="20577"/>
        <pc:sldMkLst>
          <pc:docMk/>
          <pc:sldMk cId="331530266" sldId="312"/>
        </pc:sldMkLst>
        <pc:spChg chg="mod">
          <ac:chgData name="Edara Sreelatha" userId="ef6a9e55797107a3" providerId="LiveId" clId="{4C840AC2-ADBB-4A3D-BFF5-40F5152934F8}" dt="2022-12-05T07:15:13.351" v="736" actId="20577"/>
          <ac:spMkLst>
            <pc:docMk/>
            <pc:sldMk cId="331530266" sldId="312"/>
            <ac:spMk id="3" creationId="{9F3859D3-8465-4FAB-A4CC-95F3D13519FB}"/>
          </ac:spMkLst>
        </pc:spChg>
      </pc:sldChg>
      <pc:sldChg chg="modSp mod">
        <pc:chgData name="Edara Sreelatha" userId="ef6a9e55797107a3" providerId="LiveId" clId="{4C840AC2-ADBB-4A3D-BFF5-40F5152934F8}" dt="2022-12-05T07:15:19.543" v="739" actId="20577"/>
        <pc:sldMkLst>
          <pc:docMk/>
          <pc:sldMk cId="431985861" sldId="313"/>
        </pc:sldMkLst>
        <pc:spChg chg="mod">
          <ac:chgData name="Edara Sreelatha" userId="ef6a9e55797107a3" providerId="LiveId" clId="{4C840AC2-ADBB-4A3D-BFF5-40F5152934F8}" dt="2022-12-05T07:15:19.543" v="739" actId="20577"/>
          <ac:spMkLst>
            <pc:docMk/>
            <pc:sldMk cId="431985861" sldId="313"/>
            <ac:spMk id="3" creationId="{47AC2A87-9914-41F4-B788-84776A819640}"/>
          </ac:spMkLst>
        </pc:spChg>
      </pc:sldChg>
      <pc:sldChg chg="modSp mod">
        <pc:chgData name="Edara Sreelatha" userId="ef6a9e55797107a3" providerId="LiveId" clId="{4C840AC2-ADBB-4A3D-BFF5-40F5152934F8}" dt="2022-12-05T07:15:25.273" v="742" actId="20577"/>
        <pc:sldMkLst>
          <pc:docMk/>
          <pc:sldMk cId="1142971439" sldId="314"/>
        </pc:sldMkLst>
        <pc:spChg chg="mod">
          <ac:chgData name="Edara Sreelatha" userId="ef6a9e55797107a3" providerId="LiveId" clId="{4C840AC2-ADBB-4A3D-BFF5-40F5152934F8}" dt="2022-12-05T07:15:25.273" v="742" actId="20577"/>
          <ac:spMkLst>
            <pc:docMk/>
            <pc:sldMk cId="1142971439" sldId="314"/>
            <ac:spMk id="3" creationId="{6E0D22FB-C396-44C4-A875-3CF2260413D8}"/>
          </ac:spMkLst>
        </pc:spChg>
      </pc:sldChg>
      <pc:sldChg chg="modSp mod">
        <pc:chgData name="Edara Sreelatha" userId="ef6a9e55797107a3" providerId="LiveId" clId="{4C840AC2-ADBB-4A3D-BFF5-40F5152934F8}" dt="2022-12-05T07:15:34.943" v="745" actId="20577"/>
        <pc:sldMkLst>
          <pc:docMk/>
          <pc:sldMk cId="722920631" sldId="315"/>
        </pc:sldMkLst>
        <pc:spChg chg="mod">
          <ac:chgData name="Edara Sreelatha" userId="ef6a9e55797107a3" providerId="LiveId" clId="{4C840AC2-ADBB-4A3D-BFF5-40F5152934F8}" dt="2022-12-05T07:15:34.943" v="745" actId="20577"/>
          <ac:spMkLst>
            <pc:docMk/>
            <pc:sldMk cId="722920631" sldId="315"/>
            <ac:spMk id="3" creationId="{DF26A4A5-4AB9-4F41-8633-A11C4F27F8BD}"/>
          </ac:spMkLst>
        </pc:spChg>
      </pc:sldChg>
      <pc:sldChg chg="modSp mod">
        <pc:chgData name="Edara Sreelatha" userId="ef6a9e55797107a3" providerId="LiveId" clId="{4C840AC2-ADBB-4A3D-BFF5-40F5152934F8}" dt="2022-12-05T07:15:39.654" v="748" actId="20577"/>
        <pc:sldMkLst>
          <pc:docMk/>
          <pc:sldMk cId="2336632267" sldId="316"/>
        </pc:sldMkLst>
        <pc:spChg chg="mod">
          <ac:chgData name="Edara Sreelatha" userId="ef6a9e55797107a3" providerId="LiveId" clId="{4C840AC2-ADBB-4A3D-BFF5-40F5152934F8}" dt="2022-12-05T07:15:39.654" v="748" actId="20577"/>
          <ac:spMkLst>
            <pc:docMk/>
            <pc:sldMk cId="2336632267" sldId="316"/>
            <ac:spMk id="3" creationId="{934078B6-B74D-4332-A18E-9E842572A455}"/>
          </ac:spMkLst>
        </pc:spChg>
      </pc:sldChg>
      <pc:sldChg chg="modSp mod">
        <pc:chgData name="Edara Sreelatha" userId="ef6a9e55797107a3" providerId="LiveId" clId="{4C840AC2-ADBB-4A3D-BFF5-40F5152934F8}" dt="2022-12-05T07:15:44.225" v="751" actId="20577"/>
        <pc:sldMkLst>
          <pc:docMk/>
          <pc:sldMk cId="1986175010" sldId="317"/>
        </pc:sldMkLst>
        <pc:spChg chg="mod">
          <ac:chgData name="Edara Sreelatha" userId="ef6a9e55797107a3" providerId="LiveId" clId="{4C840AC2-ADBB-4A3D-BFF5-40F5152934F8}" dt="2022-12-05T07:15:44.225" v="751" actId="20577"/>
          <ac:spMkLst>
            <pc:docMk/>
            <pc:sldMk cId="1986175010" sldId="317"/>
            <ac:spMk id="3" creationId="{2BF1C109-D273-4D5D-B0B1-E9CC293A4D6C}"/>
          </ac:spMkLst>
        </pc:spChg>
      </pc:sldChg>
      <pc:sldChg chg="modSp mod">
        <pc:chgData name="Edara Sreelatha" userId="ef6a9e55797107a3" providerId="LiveId" clId="{4C840AC2-ADBB-4A3D-BFF5-40F5152934F8}" dt="2022-12-05T07:15:59.914" v="761" actId="20577"/>
        <pc:sldMkLst>
          <pc:docMk/>
          <pc:sldMk cId="4082154113" sldId="318"/>
        </pc:sldMkLst>
        <pc:spChg chg="mod">
          <ac:chgData name="Edara Sreelatha" userId="ef6a9e55797107a3" providerId="LiveId" clId="{4C840AC2-ADBB-4A3D-BFF5-40F5152934F8}" dt="2022-12-05T07:15:59.914" v="761" actId="20577"/>
          <ac:spMkLst>
            <pc:docMk/>
            <pc:sldMk cId="4082154113" sldId="318"/>
            <ac:spMk id="3" creationId="{64B6A388-4669-4DE7-BCC8-80F9FDC3F644}"/>
          </ac:spMkLst>
        </pc:spChg>
      </pc:sldChg>
      <pc:sldChg chg="modSp mod">
        <pc:chgData name="Edara Sreelatha" userId="ef6a9e55797107a3" providerId="LiveId" clId="{4C840AC2-ADBB-4A3D-BFF5-40F5152934F8}" dt="2022-12-05T07:16:06.321" v="764" actId="20577"/>
        <pc:sldMkLst>
          <pc:docMk/>
          <pc:sldMk cId="2004749352" sldId="319"/>
        </pc:sldMkLst>
        <pc:spChg chg="mod">
          <ac:chgData name="Edara Sreelatha" userId="ef6a9e55797107a3" providerId="LiveId" clId="{4C840AC2-ADBB-4A3D-BFF5-40F5152934F8}" dt="2022-12-05T07:16:06.321" v="764" actId="20577"/>
          <ac:spMkLst>
            <pc:docMk/>
            <pc:sldMk cId="2004749352" sldId="319"/>
            <ac:spMk id="3" creationId="{11CFAAE5-2587-464A-9E84-9DCBFDC3F8AF}"/>
          </ac:spMkLst>
        </pc:spChg>
      </pc:sldChg>
      <pc:sldChg chg="modSp mod">
        <pc:chgData name="Edara Sreelatha" userId="ef6a9e55797107a3" providerId="LiveId" clId="{4C840AC2-ADBB-4A3D-BFF5-40F5152934F8}" dt="2022-12-05T07:16:13.042" v="767" actId="20577"/>
        <pc:sldMkLst>
          <pc:docMk/>
          <pc:sldMk cId="1727627372" sldId="320"/>
        </pc:sldMkLst>
        <pc:spChg chg="mod">
          <ac:chgData name="Edara Sreelatha" userId="ef6a9e55797107a3" providerId="LiveId" clId="{4C840AC2-ADBB-4A3D-BFF5-40F5152934F8}" dt="2022-12-05T07:16:13.042" v="767" actId="20577"/>
          <ac:spMkLst>
            <pc:docMk/>
            <pc:sldMk cId="1727627372" sldId="320"/>
            <ac:spMk id="3" creationId="{963F8926-0A5A-4980-BE48-C9E32AAD4950}"/>
          </ac:spMkLst>
        </pc:spChg>
      </pc:sldChg>
      <pc:sldChg chg="modSp mod">
        <pc:chgData name="Edara Sreelatha" userId="ef6a9e55797107a3" providerId="LiveId" clId="{4C840AC2-ADBB-4A3D-BFF5-40F5152934F8}" dt="2022-12-05T07:16:17.831" v="771" actId="20577"/>
        <pc:sldMkLst>
          <pc:docMk/>
          <pc:sldMk cId="1068553929" sldId="321"/>
        </pc:sldMkLst>
        <pc:spChg chg="mod">
          <ac:chgData name="Edara Sreelatha" userId="ef6a9e55797107a3" providerId="LiveId" clId="{4C840AC2-ADBB-4A3D-BFF5-40F5152934F8}" dt="2022-12-05T07:16:17.831" v="771" actId="20577"/>
          <ac:spMkLst>
            <pc:docMk/>
            <pc:sldMk cId="1068553929" sldId="321"/>
            <ac:spMk id="3" creationId="{B734A8CA-16ED-42A6-9D45-28D2FD3D1E68}"/>
          </ac:spMkLst>
        </pc:spChg>
      </pc:sldChg>
      <pc:sldChg chg="modSp mod">
        <pc:chgData name="Edara Sreelatha" userId="ef6a9e55797107a3" providerId="LiveId" clId="{4C840AC2-ADBB-4A3D-BFF5-40F5152934F8}" dt="2022-12-05T07:16:22.818" v="775" actId="20577"/>
        <pc:sldMkLst>
          <pc:docMk/>
          <pc:sldMk cId="1156428608" sldId="322"/>
        </pc:sldMkLst>
        <pc:spChg chg="mod">
          <ac:chgData name="Edara Sreelatha" userId="ef6a9e55797107a3" providerId="LiveId" clId="{4C840AC2-ADBB-4A3D-BFF5-40F5152934F8}" dt="2022-12-05T07:16:22.818" v="775" actId="20577"/>
          <ac:spMkLst>
            <pc:docMk/>
            <pc:sldMk cId="1156428608" sldId="322"/>
            <ac:spMk id="3" creationId="{6D6BB30F-761F-4911-9BE1-0AA328F20107}"/>
          </ac:spMkLst>
        </pc:spChg>
      </pc:sldChg>
      <pc:sldChg chg="modSp mod">
        <pc:chgData name="Edara Sreelatha" userId="ef6a9e55797107a3" providerId="LiveId" clId="{4C840AC2-ADBB-4A3D-BFF5-40F5152934F8}" dt="2022-12-05T07:16:27.627" v="779" actId="20577"/>
        <pc:sldMkLst>
          <pc:docMk/>
          <pc:sldMk cId="3015493201" sldId="323"/>
        </pc:sldMkLst>
        <pc:spChg chg="mod">
          <ac:chgData name="Edara Sreelatha" userId="ef6a9e55797107a3" providerId="LiveId" clId="{4C840AC2-ADBB-4A3D-BFF5-40F5152934F8}" dt="2022-12-05T07:16:27.627" v="779" actId="20577"/>
          <ac:spMkLst>
            <pc:docMk/>
            <pc:sldMk cId="3015493201" sldId="323"/>
            <ac:spMk id="3" creationId="{754EFB7A-8DAF-4DA9-8C63-970186FA1704}"/>
          </ac:spMkLst>
        </pc:spChg>
      </pc:sldChg>
      <pc:sldChg chg="modSp mod">
        <pc:chgData name="Edara Sreelatha" userId="ef6a9e55797107a3" providerId="LiveId" clId="{4C840AC2-ADBB-4A3D-BFF5-40F5152934F8}" dt="2022-12-05T07:16:32.807" v="782" actId="20577"/>
        <pc:sldMkLst>
          <pc:docMk/>
          <pc:sldMk cId="1873914670" sldId="324"/>
        </pc:sldMkLst>
        <pc:spChg chg="mod">
          <ac:chgData name="Edara Sreelatha" userId="ef6a9e55797107a3" providerId="LiveId" clId="{4C840AC2-ADBB-4A3D-BFF5-40F5152934F8}" dt="2022-12-05T07:16:32.807" v="782" actId="20577"/>
          <ac:spMkLst>
            <pc:docMk/>
            <pc:sldMk cId="1873914670" sldId="324"/>
            <ac:spMk id="3" creationId="{67910E9D-0A72-47AD-AA45-119C20C3E8C1}"/>
          </ac:spMkLst>
        </pc:spChg>
      </pc:sldChg>
      <pc:sldChg chg="modSp mod">
        <pc:chgData name="Edara Sreelatha" userId="ef6a9e55797107a3" providerId="LiveId" clId="{4C840AC2-ADBB-4A3D-BFF5-40F5152934F8}" dt="2022-12-05T07:16:38.673" v="786" actId="20577"/>
        <pc:sldMkLst>
          <pc:docMk/>
          <pc:sldMk cId="2153939325" sldId="325"/>
        </pc:sldMkLst>
        <pc:spChg chg="mod">
          <ac:chgData name="Edara Sreelatha" userId="ef6a9e55797107a3" providerId="LiveId" clId="{4C840AC2-ADBB-4A3D-BFF5-40F5152934F8}" dt="2022-12-05T07:16:38.673" v="786" actId="20577"/>
          <ac:spMkLst>
            <pc:docMk/>
            <pc:sldMk cId="2153939325" sldId="325"/>
            <ac:spMk id="3" creationId="{A5B29F60-B15C-4BA8-A82B-C85F8D164672}"/>
          </ac:spMkLst>
        </pc:spChg>
      </pc:sldChg>
      <pc:sldChg chg="modSp mod">
        <pc:chgData name="Edara Sreelatha" userId="ef6a9e55797107a3" providerId="LiveId" clId="{4C840AC2-ADBB-4A3D-BFF5-40F5152934F8}" dt="2022-12-05T05:40:04.601" v="146" actId="20577"/>
        <pc:sldMkLst>
          <pc:docMk/>
          <pc:sldMk cId="0" sldId="326"/>
        </pc:sldMkLst>
        <pc:spChg chg="mod">
          <ac:chgData name="Edara Sreelatha" userId="ef6a9e55797107a3" providerId="LiveId" clId="{4C840AC2-ADBB-4A3D-BFF5-40F5152934F8}" dt="2022-12-05T05:40:04.601" v="146" actId="20577"/>
          <ac:spMkLst>
            <pc:docMk/>
            <pc:sldMk cId="0" sldId="326"/>
            <ac:spMk id="6" creationId="{00000000-0000-0000-0000-000000000000}"/>
          </ac:spMkLst>
        </pc:spChg>
      </pc:sldChg>
      <pc:sldChg chg="modSp mod">
        <pc:chgData name="Edara Sreelatha" userId="ef6a9e55797107a3" providerId="LiveId" clId="{4C840AC2-ADBB-4A3D-BFF5-40F5152934F8}" dt="2022-12-05T07:17:07.832" v="793" actId="20577"/>
        <pc:sldMkLst>
          <pc:docMk/>
          <pc:sldMk cId="2668145054" sldId="327"/>
        </pc:sldMkLst>
        <pc:spChg chg="mod">
          <ac:chgData name="Edara Sreelatha" userId="ef6a9e55797107a3" providerId="LiveId" clId="{4C840AC2-ADBB-4A3D-BFF5-40F5152934F8}" dt="2022-12-05T07:17:07.832" v="793" actId="20577"/>
          <ac:spMkLst>
            <pc:docMk/>
            <pc:sldMk cId="2668145054" sldId="327"/>
            <ac:spMk id="3" creationId="{7FC0A94C-846C-41D5-B79F-C80CCE133371}"/>
          </ac:spMkLst>
        </pc:spChg>
      </pc:sldChg>
      <pc:sldChg chg="modSp mod">
        <pc:chgData name="Edara Sreelatha" userId="ef6a9e55797107a3" providerId="LiveId" clId="{4C840AC2-ADBB-4A3D-BFF5-40F5152934F8}" dt="2022-12-05T07:17:14.277" v="797" actId="20577"/>
        <pc:sldMkLst>
          <pc:docMk/>
          <pc:sldMk cId="2911859774" sldId="328"/>
        </pc:sldMkLst>
        <pc:spChg chg="mod">
          <ac:chgData name="Edara Sreelatha" userId="ef6a9e55797107a3" providerId="LiveId" clId="{4C840AC2-ADBB-4A3D-BFF5-40F5152934F8}" dt="2022-12-05T07:17:14.277" v="797" actId="20577"/>
          <ac:spMkLst>
            <pc:docMk/>
            <pc:sldMk cId="2911859774" sldId="328"/>
            <ac:spMk id="3" creationId="{373D4309-0515-411A-8D47-6CF606CF07FD}"/>
          </ac:spMkLst>
        </pc:spChg>
      </pc:sldChg>
      <pc:sldChg chg="modSp mod">
        <pc:chgData name="Edara Sreelatha" userId="ef6a9e55797107a3" providerId="LiveId" clId="{4C840AC2-ADBB-4A3D-BFF5-40F5152934F8}" dt="2022-12-05T06:20:57.751" v="188" actId="1076"/>
        <pc:sldMkLst>
          <pc:docMk/>
          <pc:sldMk cId="3448948762" sldId="329"/>
        </pc:sldMkLst>
        <pc:picChg chg="mod">
          <ac:chgData name="Edara Sreelatha" userId="ef6a9e55797107a3" providerId="LiveId" clId="{4C840AC2-ADBB-4A3D-BFF5-40F5152934F8}" dt="2022-12-05T06:20:57.751" v="188" actId="1076"/>
          <ac:picMkLst>
            <pc:docMk/>
            <pc:sldMk cId="3448948762" sldId="329"/>
            <ac:picMk id="8" creationId="{496E5959-C04C-433C-8AA7-F4E8E86B3064}"/>
          </ac:picMkLst>
        </pc:picChg>
      </pc:sldChg>
      <pc:sldChg chg="modSp mod">
        <pc:chgData name="Edara Sreelatha" userId="ef6a9e55797107a3" providerId="LiveId" clId="{4C840AC2-ADBB-4A3D-BFF5-40F5152934F8}" dt="2022-12-05T06:55:54.031" v="641" actId="14100"/>
        <pc:sldMkLst>
          <pc:docMk/>
          <pc:sldMk cId="0" sldId="330"/>
        </pc:sldMkLst>
        <pc:spChg chg="mod">
          <ac:chgData name="Edara Sreelatha" userId="ef6a9e55797107a3" providerId="LiveId" clId="{4C840AC2-ADBB-4A3D-BFF5-40F5152934F8}" dt="2022-12-05T04:27:03.046" v="18" actId="20577"/>
          <ac:spMkLst>
            <pc:docMk/>
            <pc:sldMk cId="0" sldId="330"/>
            <ac:spMk id="15362" creationId="{00000000-0000-0000-0000-000000000000}"/>
          </ac:spMkLst>
        </pc:spChg>
        <pc:picChg chg="mod">
          <ac:chgData name="Edara Sreelatha" userId="ef6a9e55797107a3" providerId="LiveId" clId="{4C840AC2-ADBB-4A3D-BFF5-40F5152934F8}" dt="2022-12-05T06:55:54.031" v="641" actId="14100"/>
          <ac:picMkLst>
            <pc:docMk/>
            <pc:sldMk cId="0" sldId="330"/>
            <ac:picMk id="15366" creationId="{00000000-0000-0000-0000-000000000000}"/>
          </ac:picMkLst>
        </pc:picChg>
      </pc:sldChg>
      <pc:sldChg chg="modSp mod">
        <pc:chgData name="Edara Sreelatha" userId="ef6a9e55797107a3" providerId="LiveId" clId="{4C840AC2-ADBB-4A3D-BFF5-40F5152934F8}" dt="2022-12-05T07:19:08.127" v="806" actId="20577"/>
        <pc:sldMkLst>
          <pc:docMk/>
          <pc:sldMk cId="2149232261" sldId="331"/>
        </pc:sldMkLst>
        <pc:spChg chg="mod">
          <ac:chgData name="Edara Sreelatha" userId="ef6a9e55797107a3" providerId="LiveId" clId="{4C840AC2-ADBB-4A3D-BFF5-40F5152934F8}" dt="2022-12-05T07:19:08.127" v="806" actId="20577"/>
          <ac:spMkLst>
            <pc:docMk/>
            <pc:sldMk cId="2149232261" sldId="331"/>
            <ac:spMk id="3" creationId="{1617D693-8FFF-418B-B1F0-E488584E813B}"/>
          </ac:spMkLst>
        </pc:spChg>
      </pc:sldChg>
      <pc:sldChg chg="modSp mod">
        <pc:chgData name="Edara Sreelatha" userId="ef6a9e55797107a3" providerId="LiveId" clId="{4C840AC2-ADBB-4A3D-BFF5-40F5152934F8}" dt="2022-12-05T07:19:13.692" v="810" actId="20577"/>
        <pc:sldMkLst>
          <pc:docMk/>
          <pc:sldMk cId="3940079061" sldId="332"/>
        </pc:sldMkLst>
        <pc:spChg chg="mod">
          <ac:chgData name="Edara Sreelatha" userId="ef6a9e55797107a3" providerId="LiveId" clId="{4C840AC2-ADBB-4A3D-BFF5-40F5152934F8}" dt="2022-12-05T07:19:13.692" v="810" actId="20577"/>
          <ac:spMkLst>
            <pc:docMk/>
            <pc:sldMk cId="3940079061" sldId="332"/>
            <ac:spMk id="3" creationId="{48D5B3E4-725A-404F-8E84-F316FA4554C4}"/>
          </ac:spMkLst>
        </pc:spChg>
      </pc:sldChg>
      <pc:sldChg chg="modSp mod">
        <pc:chgData name="Edara Sreelatha" userId="ef6a9e55797107a3" providerId="LiveId" clId="{4C840AC2-ADBB-4A3D-BFF5-40F5152934F8}" dt="2022-12-05T07:19:18.923" v="814" actId="20577"/>
        <pc:sldMkLst>
          <pc:docMk/>
          <pc:sldMk cId="4124123076" sldId="336"/>
        </pc:sldMkLst>
        <pc:spChg chg="mod">
          <ac:chgData name="Edara Sreelatha" userId="ef6a9e55797107a3" providerId="LiveId" clId="{4C840AC2-ADBB-4A3D-BFF5-40F5152934F8}" dt="2022-12-05T07:19:18.923" v="814" actId="20577"/>
          <ac:spMkLst>
            <pc:docMk/>
            <pc:sldMk cId="4124123076" sldId="336"/>
            <ac:spMk id="3" creationId="{48D5B3E4-725A-404F-8E84-F316FA4554C4}"/>
          </ac:spMkLst>
        </pc:spChg>
      </pc:sldChg>
      <pc:sldChg chg="del">
        <pc:chgData name="Edara Sreelatha" userId="ef6a9e55797107a3" providerId="LiveId" clId="{4C840AC2-ADBB-4A3D-BFF5-40F5152934F8}" dt="2022-12-05T05:40:15.860" v="147" actId="47"/>
        <pc:sldMkLst>
          <pc:docMk/>
          <pc:sldMk cId="0" sldId="351"/>
        </pc:sldMkLst>
      </pc:sldChg>
      <pc:sldChg chg="del">
        <pc:chgData name="Edara Sreelatha" userId="ef6a9e55797107a3" providerId="LiveId" clId="{4C840AC2-ADBB-4A3D-BFF5-40F5152934F8}" dt="2022-12-05T04:27:31.316" v="37" actId="47"/>
        <pc:sldMkLst>
          <pc:docMk/>
          <pc:sldMk cId="4242329695" sldId="360"/>
        </pc:sldMkLst>
      </pc:sldChg>
      <pc:sldChg chg="del">
        <pc:chgData name="Edara Sreelatha" userId="ef6a9e55797107a3" providerId="LiveId" clId="{4C840AC2-ADBB-4A3D-BFF5-40F5152934F8}" dt="2022-12-05T04:27:14.413" v="19" actId="47"/>
        <pc:sldMkLst>
          <pc:docMk/>
          <pc:sldMk cId="374290426" sldId="379"/>
        </pc:sldMkLst>
      </pc:sldChg>
      <pc:sldChg chg="modSp mod">
        <pc:chgData name="Edara Sreelatha" userId="ef6a9e55797107a3" providerId="LiveId" clId="{4C840AC2-ADBB-4A3D-BFF5-40F5152934F8}" dt="2022-12-05T07:16:45.021" v="790" actId="20577"/>
        <pc:sldMkLst>
          <pc:docMk/>
          <pc:sldMk cId="2902318288" sldId="379"/>
        </pc:sldMkLst>
        <pc:spChg chg="mod">
          <ac:chgData name="Edara Sreelatha" userId="ef6a9e55797107a3" providerId="LiveId" clId="{4C840AC2-ADBB-4A3D-BFF5-40F5152934F8}" dt="2022-12-05T07:16:45.021" v="790" actId="20577"/>
          <ac:spMkLst>
            <pc:docMk/>
            <pc:sldMk cId="2902318288" sldId="379"/>
            <ac:spMk id="3" creationId="{CECD1878-00FC-4A72-AA6B-5C1DE4DEA9EB}"/>
          </ac:spMkLst>
        </pc:spChg>
      </pc:sldChg>
      <pc:sldChg chg="modSp mod">
        <pc:chgData name="Edara Sreelatha" userId="ef6a9e55797107a3" providerId="LiveId" clId="{4C840AC2-ADBB-4A3D-BFF5-40F5152934F8}" dt="2022-12-05T07:18:53.342" v="802" actId="1076"/>
        <pc:sldMkLst>
          <pc:docMk/>
          <pc:sldMk cId="1684108217" sldId="380"/>
        </pc:sldMkLst>
        <pc:spChg chg="mod">
          <ac:chgData name="Edara Sreelatha" userId="ef6a9e55797107a3" providerId="LiveId" clId="{4C840AC2-ADBB-4A3D-BFF5-40F5152934F8}" dt="2022-12-05T07:17:58.231" v="801" actId="20577"/>
          <ac:spMkLst>
            <pc:docMk/>
            <pc:sldMk cId="1684108217" sldId="380"/>
            <ac:spMk id="3" creationId="{4C222A93-5962-4DB7-AA45-634D8A60019C}"/>
          </ac:spMkLst>
        </pc:spChg>
        <pc:spChg chg="mod">
          <ac:chgData name="Edara Sreelatha" userId="ef6a9e55797107a3" providerId="LiveId" clId="{4C840AC2-ADBB-4A3D-BFF5-40F5152934F8}" dt="2022-12-05T07:18:53.342" v="802" actId="1076"/>
          <ac:spMkLst>
            <pc:docMk/>
            <pc:sldMk cId="1684108217" sldId="380"/>
            <ac:spMk id="5" creationId="{D812A61D-881C-410C-8CAD-190D52457C21}"/>
          </ac:spMkLst>
        </pc:spChg>
      </pc:sldChg>
      <pc:sldChg chg="del">
        <pc:chgData name="Edara Sreelatha" userId="ef6a9e55797107a3" providerId="LiveId" clId="{4C840AC2-ADBB-4A3D-BFF5-40F5152934F8}" dt="2022-12-05T04:27:23.266" v="20" actId="47"/>
        <pc:sldMkLst>
          <pc:docMk/>
          <pc:sldMk cId="2269255925" sldId="380"/>
        </pc:sldMkLst>
      </pc:sldChg>
      <pc:sldChg chg="del">
        <pc:chgData name="Edara Sreelatha" userId="ef6a9e55797107a3" providerId="LiveId" clId="{4C840AC2-ADBB-4A3D-BFF5-40F5152934F8}" dt="2022-12-05T04:27:23.807" v="21" actId="47"/>
        <pc:sldMkLst>
          <pc:docMk/>
          <pc:sldMk cId="2114619636" sldId="381"/>
        </pc:sldMkLst>
      </pc:sldChg>
      <pc:sldChg chg="addSp delSp modSp add mod">
        <pc:chgData name="Edara Sreelatha" userId="ef6a9e55797107a3" providerId="LiveId" clId="{4C840AC2-ADBB-4A3D-BFF5-40F5152934F8}" dt="2022-12-05T06:54:29.371" v="635" actId="20577"/>
        <pc:sldMkLst>
          <pc:docMk/>
          <pc:sldMk cId="3904766896" sldId="381"/>
        </pc:sldMkLst>
        <pc:spChg chg="add mod">
          <ac:chgData name="Edara Sreelatha" userId="ef6a9e55797107a3" providerId="LiveId" clId="{4C840AC2-ADBB-4A3D-BFF5-40F5152934F8}" dt="2022-12-05T06:50:35.561" v="457" actId="255"/>
          <ac:spMkLst>
            <pc:docMk/>
            <pc:sldMk cId="3904766896" sldId="381"/>
            <ac:spMk id="2" creationId="{E3AA56FA-02DF-52A4-BDBD-07F87C7EA164}"/>
          </ac:spMkLst>
        </pc:spChg>
        <pc:spChg chg="add mod">
          <ac:chgData name="Edara Sreelatha" userId="ef6a9e55797107a3" providerId="LiveId" clId="{4C840AC2-ADBB-4A3D-BFF5-40F5152934F8}" dt="2022-12-05T06:54:29.371" v="635" actId="20577"/>
          <ac:spMkLst>
            <pc:docMk/>
            <pc:sldMk cId="3904766896" sldId="381"/>
            <ac:spMk id="3" creationId="{52EB7044-7EC9-256A-CC52-76B30F3B50F8}"/>
          </ac:spMkLst>
        </pc:spChg>
        <pc:spChg chg="mod">
          <ac:chgData name="Edara Sreelatha" userId="ef6a9e55797107a3" providerId="LiveId" clId="{4C840AC2-ADBB-4A3D-BFF5-40F5152934F8}" dt="2022-12-05T06:54:03.403" v="631" actId="20577"/>
          <ac:spMkLst>
            <pc:docMk/>
            <pc:sldMk cId="3904766896" sldId="381"/>
            <ac:spMk id="9" creationId="{975555DF-C102-47E7-9DD1-9CF183B7524F}"/>
          </ac:spMkLst>
        </pc:spChg>
        <pc:spChg chg="del">
          <ac:chgData name="Edara Sreelatha" userId="ef6a9e55797107a3" providerId="LiveId" clId="{4C840AC2-ADBB-4A3D-BFF5-40F5152934F8}" dt="2022-12-05T06:48:06.453" v="400" actId="478"/>
          <ac:spMkLst>
            <pc:docMk/>
            <pc:sldMk cId="3904766896" sldId="381"/>
            <ac:spMk id="16" creationId="{4F51AC02-A8D3-4422-8B72-86939A56DB6C}"/>
          </ac:spMkLst>
        </pc:spChg>
      </pc:sldChg>
      <pc:sldChg chg="del">
        <pc:chgData name="Edara Sreelatha" userId="ef6a9e55797107a3" providerId="LiveId" clId="{4C840AC2-ADBB-4A3D-BFF5-40F5152934F8}" dt="2022-12-05T04:27:24.405" v="22" actId="47"/>
        <pc:sldMkLst>
          <pc:docMk/>
          <pc:sldMk cId="4024372197" sldId="382"/>
        </pc:sldMkLst>
      </pc:sldChg>
      <pc:sldChg chg="del">
        <pc:chgData name="Edara Sreelatha" userId="ef6a9e55797107a3" providerId="LiveId" clId="{4C840AC2-ADBB-4A3D-BFF5-40F5152934F8}" dt="2022-12-05T04:27:24.904" v="23" actId="47"/>
        <pc:sldMkLst>
          <pc:docMk/>
          <pc:sldMk cId="3180008077" sldId="383"/>
        </pc:sldMkLst>
      </pc:sldChg>
      <pc:sldChg chg="del">
        <pc:chgData name="Edara Sreelatha" userId="ef6a9e55797107a3" providerId="LiveId" clId="{4C840AC2-ADBB-4A3D-BFF5-40F5152934F8}" dt="2022-12-05T04:27:25.590" v="24" actId="47"/>
        <pc:sldMkLst>
          <pc:docMk/>
          <pc:sldMk cId="1889301071" sldId="384"/>
        </pc:sldMkLst>
      </pc:sldChg>
      <pc:sldChg chg="del">
        <pc:chgData name="Edara Sreelatha" userId="ef6a9e55797107a3" providerId="LiveId" clId="{4C840AC2-ADBB-4A3D-BFF5-40F5152934F8}" dt="2022-12-05T04:27:28.610" v="26" actId="47"/>
        <pc:sldMkLst>
          <pc:docMk/>
          <pc:sldMk cId="4224966579" sldId="385"/>
        </pc:sldMkLst>
      </pc:sldChg>
      <pc:sldChg chg="del">
        <pc:chgData name="Edara Sreelatha" userId="ef6a9e55797107a3" providerId="LiveId" clId="{4C840AC2-ADBB-4A3D-BFF5-40F5152934F8}" dt="2022-12-05T04:27:29.076" v="27" actId="47"/>
        <pc:sldMkLst>
          <pc:docMk/>
          <pc:sldMk cId="1747161133" sldId="386"/>
        </pc:sldMkLst>
      </pc:sldChg>
      <pc:sldChg chg="del">
        <pc:chgData name="Edara Sreelatha" userId="ef6a9e55797107a3" providerId="LiveId" clId="{4C840AC2-ADBB-4A3D-BFF5-40F5152934F8}" dt="2022-12-05T04:27:29.346" v="28" actId="47"/>
        <pc:sldMkLst>
          <pc:docMk/>
          <pc:sldMk cId="3237636326" sldId="387"/>
        </pc:sldMkLst>
      </pc:sldChg>
      <pc:sldChg chg="del">
        <pc:chgData name="Edara Sreelatha" userId="ef6a9e55797107a3" providerId="LiveId" clId="{4C840AC2-ADBB-4A3D-BFF5-40F5152934F8}" dt="2022-12-05T04:27:29.579" v="29" actId="47"/>
        <pc:sldMkLst>
          <pc:docMk/>
          <pc:sldMk cId="2938156521" sldId="388"/>
        </pc:sldMkLst>
      </pc:sldChg>
      <pc:sldChg chg="del">
        <pc:chgData name="Edara Sreelatha" userId="ef6a9e55797107a3" providerId="LiveId" clId="{4C840AC2-ADBB-4A3D-BFF5-40F5152934F8}" dt="2022-12-05T04:27:29.786" v="30" actId="47"/>
        <pc:sldMkLst>
          <pc:docMk/>
          <pc:sldMk cId="3032767760" sldId="389"/>
        </pc:sldMkLst>
      </pc:sldChg>
      <pc:sldChg chg="del">
        <pc:chgData name="Edara Sreelatha" userId="ef6a9e55797107a3" providerId="LiveId" clId="{4C840AC2-ADBB-4A3D-BFF5-40F5152934F8}" dt="2022-12-05T04:27:28.105" v="25" actId="47"/>
        <pc:sldMkLst>
          <pc:docMk/>
          <pc:sldMk cId="1049045728" sldId="390"/>
        </pc:sldMkLst>
      </pc:sldChg>
      <pc:sldChg chg="del">
        <pc:chgData name="Edara Sreelatha" userId="ef6a9e55797107a3" providerId="LiveId" clId="{4C840AC2-ADBB-4A3D-BFF5-40F5152934F8}" dt="2022-12-05T04:27:29.996" v="31" actId="47"/>
        <pc:sldMkLst>
          <pc:docMk/>
          <pc:sldMk cId="2651119179" sldId="391"/>
        </pc:sldMkLst>
      </pc:sldChg>
      <pc:sldChg chg="del">
        <pc:chgData name="Edara Sreelatha" userId="ef6a9e55797107a3" providerId="LiveId" clId="{4C840AC2-ADBB-4A3D-BFF5-40F5152934F8}" dt="2022-12-05T04:27:30.191" v="32" actId="47"/>
        <pc:sldMkLst>
          <pc:docMk/>
          <pc:sldMk cId="363910370" sldId="392"/>
        </pc:sldMkLst>
      </pc:sldChg>
      <pc:sldChg chg="del">
        <pc:chgData name="Edara Sreelatha" userId="ef6a9e55797107a3" providerId="LiveId" clId="{4C840AC2-ADBB-4A3D-BFF5-40F5152934F8}" dt="2022-12-05T04:27:30.406" v="33" actId="47"/>
        <pc:sldMkLst>
          <pc:docMk/>
          <pc:sldMk cId="3116169721" sldId="393"/>
        </pc:sldMkLst>
      </pc:sldChg>
      <pc:sldChg chg="del">
        <pc:chgData name="Edara Sreelatha" userId="ef6a9e55797107a3" providerId="LiveId" clId="{4C840AC2-ADBB-4A3D-BFF5-40F5152934F8}" dt="2022-12-05T04:27:30.634" v="34" actId="47"/>
        <pc:sldMkLst>
          <pc:docMk/>
          <pc:sldMk cId="2903879103" sldId="394"/>
        </pc:sldMkLst>
      </pc:sldChg>
      <pc:sldChg chg="del">
        <pc:chgData name="Edara Sreelatha" userId="ef6a9e55797107a3" providerId="LiveId" clId="{4C840AC2-ADBB-4A3D-BFF5-40F5152934F8}" dt="2022-12-05T04:27:30.845" v="35" actId="47"/>
        <pc:sldMkLst>
          <pc:docMk/>
          <pc:sldMk cId="3928272366" sldId="395"/>
        </pc:sldMkLst>
      </pc:sldChg>
      <pc:sldChg chg="del">
        <pc:chgData name="Edara Sreelatha" userId="ef6a9e55797107a3" providerId="LiveId" clId="{4C840AC2-ADBB-4A3D-BFF5-40F5152934F8}" dt="2022-12-05T04:27:31.066" v="36" actId="47"/>
        <pc:sldMkLst>
          <pc:docMk/>
          <pc:sldMk cId="4186740442" sldId="396"/>
        </pc:sldMkLst>
      </pc:sldChg>
      <pc:sldChg chg="del">
        <pc:chgData name="Edara Sreelatha" userId="ef6a9e55797107a3" providerId="LiveId" clId="{4C840AC2-ADBB-4A3D-BFF5-40F5152934F8}" dt="2022-12-05T04:27:31.536" v="38" actId="47"/>
        <pc:sldMkLst>
          <pc:docMk/>
          <pc:sldMk cId="2919279144" sldId="397"/>
        </pc:sldMkLst>
      </pc:sldChg>
      <pc:sldChg chg="del">
        <pc:chgData name="Edara Sreelatha" userId="ef6a9e55797107a3" providerId="LiveId" clId="{4C840AC2-ADBB-4A3D-BFF5-40F5152934F8}" dt="2022-12-05T04:27:31.768" v="39" actId="47"/>
        <pc:sldMkLst>
          <pc:docMk/>
          <pc:sldMk cId="3132107114" sldId="398"/>
        </pc:sldMkLst>
      </pc:sldChg>
      <pc:sldChg chg="del">
        <pc:chgData name="Edara Sreelatha" userId="ef6a9e55797107a3" providerId="LiveId" clId="{4C840AC2-ADBB-4A3D-BFF5-40F5152934F8}" dt="2022-12-05T04:27:32.005" v="40" actId="47"/>
        <pc:sldMkLst>
          <pc:docMk/>
          <pc:sldMk cId="0" sldId="399"/>
        </pc:sldMkLst>
      </pc:sldChg>
      <pc:sldChg chg="del">
        <pc:chgData name="Edara Sreelatha" userId="ef6a9e55797107a3" providerId="LiveId" clId="{4C840AC2-ADBB-4A3D-BFF5-40F5152934F8}" dt="2022-12-05T04:27:32.229" v="41" actId="47"/>
        <pc:sldMkLst>
          <pc:docMk/>
          <pc:sldMk cId="120319821" sldId="400"/>
        </pc:sldMkLst>
      </pc:sldChg>
      <pc:sldChg chg="del">
        <pc:chgData name="Edara Sreelatha" userId="ef6a9e55797107a3" providerId="LiveId" clId="{4C840AC2-ADBB-4A3D-BFF5-40F5152934F8}" dt="2022-12-05T04:27:32.435" v="42" actId="47"/>
        <pc:sldMkLst>
          <pc:docMk/>
          <pc:sldMk cId="2426950373" sldId="401"/>
        </pc:sldMkLst>
      </pc:sldChg>
      <pc:sldChg chg="del">
        <pc:chgData name="Edara Sreelatha" userId="ef6a9e55797107a3" providerId="LiveId" clId="{4C840AC2-ADBB-4A3D-BFF5-40F5152934F8}" dt="2022-12-05T04:27:32.664" v="43" actId="47"/>
        <pc:sldMkLst>
          <pc:docMk/>
          <pc:sldMk cId="3883553306" sldId="402"/>
        </pc:sldMkLst>
      </pc:sldChg>
      <pc:sldChg chg="del">
        <pc:chgData name="Edara Sreelatha" userId="ef6a9e55797107a3" providerId="LiveId" clId="{4C840AC2-ADBB-4A3D-BFF5-40F5152934F8}" dt="2022-12-05T04:27:32.890" v="44" actId="47"/>
        <pc:sldMkLst>
          <pc:docMk/>
          <pc:sldMk cId="142904343" sldId="403"/>
        </pc:sldMkLst>
      </pc:sldChg>
      <pc:sldChg chg="del">
        <pc:chgData name="Edara Sreelatha" userId="ef6a9e55797107a3" providerId="LiveId" clId="{4C840AC2-ADBB-4A3D-BFF5-40F5152934F8}" dt="2022-12-05T04:27:33.120" v="45" actId="47"/>
        <pc:sldMkLst>
          <pc:docMk/>
          <pc:sldMk cId="1951813605" sldId="404"/>
        </pc:sldMkLst>
      </pc:sldChg>
      <pc:sldChg chg="del">
        <pc:chgData name="Edara Sreelatha" userId="ef6a9e55797107a3" providerId="LiveId" clId="{4C840AC2-ADBB-4A3D-BFF5-40F5152934F8}" dt="2022-12-05T04:27:33.395" v="46" actId="47"/>
        <pc:sldMkLst>
          <pc:docMk/>
          <pc:sldMk cId="2208068828" sldId="405"/>
        </pc:sldMkLst>
      </pc:sldChg>
      <pc:sldChg chg="del">
        <pc:chgData name="Edara Sreelatha" userId="ef6a9e55797107a3" providerId="LiveId" clId="{4C840AC2-ADBB-4A3D-BFF5-40F5152934F8}" dt="2022-12-05T04:27:33.676" v="47" actId="47"/>
        <pc:sldMkLst>
          <pc:docMk/>
          <pc:sldMk cId="1820390617" sldId="406"/>
        </pc:sldMkLst>
      </pc:sldChg>
      <pc:sldChg chg="del">
        <pc:chgData name="Edara Sreelatha" userId="ef6a9e55797107a3" providerId="LiveId" clId="{4C840AC2-ADBB-4A3D-BFF5-40F5152934F8}" dt="2022-12-05T04:27:34.026" v="48" actId="47"/>
        <pc:sldMkLst>
          <pc:docMk/>
          <pc:sldMk cId="1757105905" sldId="407"/>
        </pc:sldMkLst>
      </pc:sldChg>
      <pc:sldChg chg="del">
        <pc:chgData name="Edara Sreelatha" userId="ef6a9e55797107a3" providerId="LiveId" clId="{4C840AC2-ADBB-4A3D-BFF5-40F5152934F8}" dt="2022-12-05T04:27:34.366" v="49" actId="47"/>
        <pc:sldMkLst>
          <pc:docMk/>
          <pc:sldMk cId="2703437534" sldId="408"/>
        </pc:sldMkLst>
      </pc:sldChg>
      <pc:sldChg chg="del">
        <pc:chgData name="Edara Sreelatha" userId="ef6a9e55797107a3" providerId="LiveId" clId="{4C840AC2-ADBB-4A3D-BFF5-40F5152934F8}" dt="2022-12-05T04:27:35.449" v="50" actId="47"/>
        <pc:sldMkLst>
          <pc:docMk/>
          <pc:sldMk cId="4284041320" sldId="409"/>
        </pc:sldMkLst>
      </pc:sldChg>
    </pc:docChg>
  </pc:docChgLst>
  <pc:docChgLst>
    <pc:chgData name="Edara Sreelatha" userId="ef6a9e55797107a3" providerId="LiveId" clId="{1446985E-A079-4096-B55E-FF3F559EFA26}"/>
    <pc:docChg chg="undo custSel addSld delSld modSld">
      <pc:chgData name="Edara Sreelatha" userId="ef6a9e55797107a3" providerId="LiveId" clId="{1446985E-A079-4096-B55E-FF3F559EFA26}" dt="2022-11-30T10:05:56.006" v="625" actId="20577"/>
      <pc:docMkLst>
        <pc:docMk/>
      </pc:docMkLst>
      <pc:sldChg chg="modSp mod">
        <pc:chgData name="Edara Sreelatha" userId="ef6a9e55797107a3" providerId="LiveId" clId="{1446985E-A079-4096-B55E-FF3F559EFA26}" dt="2022-11-30T06:08:19.727" v="42" actId="1076"/>
        <pc:sldMkLst>
          <pc:docMk/>
          <pc:sldMk cId="0" sldId="330"/>
        </pc:sldMkLst>
        <pc:spChg chg="mod">
          <ac:chgData name="Edara Sreelatha" userId="ef6a9e55797107a3" providerId="LiveId" clId="{1446985E-A079-4096-B55E-FF3F559EFA26}" dt="2022-11-30T06:08:19.727" v="42" actId="1076"/>
          <ac:spMkLst>
            <pc:docMk/>
            <pc:sldMk cId="0" sldId="330"/>
            <ac:spMk id="15362" creationId="{00000000-0000-0000-0000-000000000000}"/>
          </ac:spMkLst>
        </pc:spChg>
      </pc:sldChg>
      <pc:sldChg chg="addSp delSp modSp mod">
        <pc:chgData name="Edara Sreelatha" userId="ef6a9e55797107a3" providerId="LiveId" clId="{1446985E-A079-4096-B55E-FF3F559EFA26}" dt="2022-11-30T07:28:49.351" v="562" actId="113"/>
        <pc:sldMkLst>
          <pc:docMk/>
          <pc:sldMk cId="0" sldId="351"/>
        </pc:sldMkLst>
        <pc:spChg chg="del">
          <ac:chgData name="Edara Sreelatha" userId="ef6a9e55797107a3" providerId="LiveId" clId="{1446985E-A079-4096-B55E-FF3F559EFA26}" dt="2022-11-30T06:10:10.390" v="131" actId="478"/>
          <ac:spMkLst>
            <pc:docMk/>
            <pc:sldMk cId="0" sldId="351"/>
            <ac:spMk id="2" creationId="{00000000-0000-0000-0000-000000000000}"/>
          </ac:spMkLst>
        </pc:spChg>
        <pc:spChg chg="mod">
          <ac:chgData name="Edara Sreelatha" userId="ef6a9e55797107a3" providerId="LiveId" clId="{1446985E-A079-4096-B55E-FF3F559EFA26}" dt="2022-11-30T07:28:49.351" v="562" actId="113"/>
          <ac:spMkLst>
            <pc:docMk/>
            <pc:sldMk cId="0" sldId="351"/>
            <ac:spMk id="3" creationId="{00000000-0000-0000-0000-000000000000}"/>
          </ac:spMkLst>
        </pc:spChg>
        <pc:spChg chg="add del">
          <ac:chgData name="Edara Sreelatha" userId="ef6a9e55797107a3" providerId="LiveId" clId="{1446985E-A079-4096-B55E-FF3F559EFA26}" dt="2022-11-30T06:12:04.423" v="137" actId="478"/>
          <ac:spMkLst>
            <pc:docMk/>
            <pc:sldMk cId="0" sldId="351"/>
            <ac:spMk id="4" creationId="{00000000-0000-0000-0000-000000000000}"/>
          </ac:spMkLst>
        </pc:spChg>
        <pc:spChg chg="add del mod">
          <ac:chgData name="Edara Sreelatha" userId="ef6a9e55797107a3" providerId="LiveId" clId="{1446985E-A079-4096-B55E-FF3F559EFA26}" dt="2022-11-30T06:28:23.176" v="179" actId="27636"/>
          <ac:spMkLst>
            <pc:docMk/>
            <pc:sldMk cId="0" sldId="351"/>
            <ac:spMk id="7" creationId="{B54909B4-EC5B-F7A4-A1A9-027AC04A2761}"/>
          </ac:spMkLst>
        </pc:spChg>
      </pc:sldChg>
      <pc:sldChg chg="del">
        <pc:chgData name="Edara Sreelatha" userId="ef6a9e55797107a3" providerId="LiveId" clId="{1446985E-A079-4096-B55E-FF3F559EFA26}" dt="2022-11-30T06:09:35.638" v="46" actId="47"/>
        <pc:sldMkLst>
          <pc:docMk/>
          <pc:sldMk cId="0" sldId="352"/>
        </pc:sldMkLst>
      </pc:sldChg>
      <pc:sldChg chg="del">
        <pc:chgData name="Edara Sreelatha" userId="ef6a9e55797107a3" providerId="LiveId" clId="{1446985E-A079-4096-B55E-FF3F559EFA26}" dt="2022-11-30T06:09:36.482" v="47" actId="47"/>
        <pc:sldMkLst>
          <pc:docMk/>
          <pc:sldMk cId="0" sldId="353"/>
        </pc:sldMkLst>
      </pc:sldChg>
      <pc:sldChg chg="del">
        <pc:chgData name="Edara Sreelatha" userId="ef6a9e55797107a3" providerId="LiveId" clId="{1446985E-A079-4096-B55E-FF3F559EFA26}" dt="2022-11-30T06:09:37.031" v="48" actId="47"/>
        <pc:sldMkLst>
          <pc:docMk/>
          <pc:sldMk cId="0" sldId="354"/>
        </pc:sldMkLst>
      </pc:sldChg>
      <pc:sldChg chg="del">
        <pc:chgData name="Edara Sreelatha" userId="ef6a9e55797107a3" providerId="LiveId" clId="{1446985E-A079-4096-B55E-FF3F559EFA26}" dt="2022-11-30T06:09:37.480" v="49" actId="47"/>
        <pc:sldMkLst>
          <pc:docMk/>
          <pc:sldMk cId="0" sldId="355"/>
        </pc:sldMkLst>
      </pc:sldChg>
      <pc:sldChg chg="del">
        <pc:chgData name="Edara Sreelatha" userId="ef6a9e55797107a3" providerId="LiveId" clId="{1446985E-A079-4096-B55E-FF3F559EFA26}" dt="2022-11-30T06:09:37.780" v="50" actId="47"/>
        <pc:sldMkLst>
          <pc:docMk/>
          <pc:sldMk cId="0" sldId="356"/>
        </pc:sldMkLst>
      </pc:sldChg>
      <pc:sldChg chg="del">
        <pc:chgData name="Edara Sreelatha" userId="ef6a9e55797107a3" providerId="LiveId" clId="{1446985E-A079-4096-B55E-FF3F559EFA26}" dt="2022-11-30T06:09:38.064" v="51" actId="47"/>
        <pc:sldMkLst>
          <pc:docMk/>
          <pc:sldMk cId="0" sldId="357"/>
        </pc:sldMkLst>
      </pc:sldChg>
      <pc:sldChg chg="del">
        <pc:chgData name="Edara Sreelatha" userId="ef6a9e55797107a3" providerId="LiveId" clId="{1446985E-A079-4096-B55E-FF3F559EFA26}" dt="2022-11-30T06:09:38.316" v="52" actId="47"/>
        <pc:sldMkLst>
          <pc:docMk/>
          <pc:sldMk cId="0" sldId="358"/>
        </pc:sldMkLst>
      </pc:sldChg>
      <pc:sldChg chg="del">
        <pc:chgData name="Edara Sreelatha" userId="ef6a9e55797107a3" providerId="LiveId" clId="{1446985E-A079-4096-B55E-FF3F559EFA26}" dt="2022-11-30T06:09:38.568" v="53" actId="47"/>
        <pc:sldMkLst>
          <pc:docMk/>
          <pc:sldMk cId="0" sldId="359"/>
        </pc:sldMkLst>
      </pc:sldChg>
      <pc:sldChg chg="modSp del mod">
        <pc:chgData name="Edara Sreelatha" userId="ef6a9e55797107a3" providerId="LiveId" clId="{1446985E-A079-4096-B55E-FF3F559EFA26}" dt="2022-11-30T10:03:46.163" v="583" actId="20577"/>
        <pc:sldMkLst>
          <pc:docMk/>
          <pc:sldMk cId="4242329695" sldId="360"/>
        </pc:sldMkLst>
        <pc:spChg chg="mod">
          <ac:chgData name="Edara Sreelatha" userId="ef6a9e55797107a3" providerId="LiveId" clId="{1446985E-A079-4096-B55E-FF3F559EFA26}" dt="2022-11-30T10:03:46.163" v="583" actId="20577"/>
          <ac:spMkLst>
            <pc:docMk/>
            <pc:sldMk cId="4242329695" sldId="360"/>
            <ac:spMk id="3" creationId="{DA5431B3-9073-DC8A-23F9-442AAC20B22B}"/>
          </ac:spMkLst>
        </pc:spChg>
      </pc:sldChg>
      <pc:sldChg chg="del">
        <pc:chgData name="Edara Sreelatha" userId="ef6a9e55797107a3" providerId="LiveId" clId="{1446985E-A079-4096-B55E-FF3F559EFA26}" dt="2022-11-30T06:09:39.152" v="55" actId="47"/>
        <pc:sldMkLst>
          <pc:docMk/>
          <pc:sldMk cId="0" sldId="361"/>
        </pc:sldMkLst>
      </pc:sldChg>
      <pc:sldChg chg="del">
        <pc:chgData name="Edara Sreelatha" userId="ef6a9e55797107a3" providerId="LiveId" clId="{1446985E-A079-4096-B55E-FF3F559EFA26}" dt="2022-11-30T06:09:39.436" v="56" actId="47"/>
        <pc:sldMkLst>
          <pc:docMk/>
          <pc:sldMk cId="0" sldId="362"/>
        </pc:sldMkLst>
      </pc:sldChg>
      <pc:sldChg chg="del">
        <pc:chgData name="Edara Sreelatha" userId="ef6a9e55797107a3" providerId="LiveId" clId="{1446985E-A079-4096-B55E-FF3F559EFA26}" dt="2022-11-30T06:09:39.704" v="57" actId="47"/>
        <pc:sldMkLst>
          <pc:docMk/>
          <pc:sldMk cId="0" sldId="363"/>
        </pc:sldMkLst>
      </pc:sldChg>
      <pc:sldChg chg="del">
        <pc:chgData name="Edara Sreelatha" userId="ef6a9e55797107a3" providerId="LiveId" clId="{1446985E-A079-4096-B55E-FF3F559EFA26}" dt="2022-11-30T06:09:39.958" v="58" actId="47"/>
        <pc:sldMkLst>
          <pc:docMk/>
          <pc:sldMk cId="0" sldId="364"/>
        </pc:sldMkLst>
      </pc:sldChg>
      <pc:sldChg chg="del">
        <pc:chgData name="Edara Sreelatha" userId="ef6a9e55797107a3" providerId="LiveId" clId="{1446985E-A079-4096-B55E-FF3F559EFA26}" dt="2022-11-30T06:09:40.273" v="59" actId="47"/>
        <pc:sldMkLst>
          <pc:docMk/>
          <pc:sldMk cId="0" sldId="365"/>
        </pc:sldMkLst>
      </pc:sldChg>
      <pc:sldChg chg="del">
        <pc:chgData name="Edara Sreelatha" userId="ef6a9e55797107a3" providerId="LiveId" clId="{1446985E-A079-4096-B55E-FF3F559EFA26}" dt="2022-11-30T06:09:40.588" v="60" actId="47"/>
        <pc:sldMkLst>
          <pc:docMk/>
          <pc:sldMk cId="0" sldId="366"/>
        </pc:sldMkLst>
      </pc:sldChg>
      <pc:sldChg chg="del">
        <pc:chgData name="Edara Sreelatha" userId="ef6a9e55797107a3" providerId="LiveId" clId="{1446985E-A079-4096-B55E-FF3F559EFA26}" dt="2022-11-30T06:09:40.872" v="61" actId="47"/>
        <pc:sldMkLst>
          <pc:docMk/>
          <pc:sldMk cId="0" sldId="367"/>
        </pc:sldMkLst>
      </pc:sldChg>
      <pc:sldChg chg="del">
        <pc:chgData name="Edara Sreelatha" userId="ef6a9e55797107a3" providerId="LiveId" clId="{1446985E-A079-4096-B55E-FF3F559EFA26}" dt="2022-11-30T06:09:41.188" v="62" actId="47"/>
        <pc:sldMkLst>
          <pc:docMk/>
          <pc:sldMk cId="0" sldId="368"/>
        </pc:sldMkLst>
      </pc:sldChg>
      <pc:sldChg chg="del">
        <pc:chgData name="Edara Sreelatha" userId="ef6a9e55797107a3" providerId="LiveId" clId="{1446985E-A079-4096-B55E-FF3F559EFA26}" dt="2022-11-30T06:09:41.472" v="63" actId="47"/>
        <pc:sldMkLst>
          <pc:docMk/>
          <pc:sldMk cId="0" sldId="369"/>
        </pc:sldMkLst>
      </pc:sldChg>
      <pc:sldChg chg="del">
        <pc:chgData name="Edara Sreelatha" userId="ef6a9e55797107a3" providerId="LiveId" clId="{1446985E-A079-4096-B55E-FF3F559EFA26}" dt="2022-11-30T06:09:41.772" v="64" actId="47"/>
        <pc:sldMkLst>
          <pc:docMk/>
          <pc:sldMk cId="0" sldId="370"/>
        </pc:sldMkLst>
      </pc:sldChg>
      <pc:sldChg chg="del">
        <pc:chgData name="Edara Sreelatha" userId="ef6a9e55797107a3" providerId="LiveId" clId="{1446985E-A079-4096-B55E-FF3F559EFA26}" dt="2022-11-30T06:09:42.023" v="65" actId="47"/>
        <pc:sldMkLst>
          <pc:docMk/>
          <pc:sldMk cId="0" sldId="371"/>
        </pc:sldMkLst>
      </pc:sldChg>
      <pc:sldChg chg="del">
        <pc:chgData name="Edara Sreelatha" userId="ef6a9e55797107a3" providerId="LiveId" clId="{1446985E-A079-4096-B55E-FF3F559EFA26}" dt="2022-11-30T06:09:42.306" v="66" actId="47"/>
        <pc:sldMkLst>
          <pc:docMk/>
          <pc:sldMk cId="0" sldId="372"/>
        </pc:sldMkLst>
      </pc:sldChg>
      <pc:sldChg chg="del">
        <pc:chgData name="Edara Sreelatha" userId="ef6a9e55797107a3" providerId="LiveId" clId="{1446985E-A079-4096-B55E-FF3F559EFA26}" dt="2022-11-30T06:09:42.559" v="67" actId="47"/>
        <pc:sldMkLst>
          <pc:docMk/>
          <pc:sldMk cId="0" sldId="373"/>
        </pc:sldMkLst>
      </pc:sldChg>
      <pc:sldChg chg="del">
        <pc:chgData name="Edara Sreelatha" userId="ef6a9e55797107a3" providerId="LiveId" clId="{1446985E-A079-4096-B55E-FF3F559EFA26}" dt="2022-11-30T06:09:42.843" v="68" actId="47"/>
        <pc:sldMkLst>
          <pc:docMk/>
          <pc:sldMk cId="0" sldId="374"/>
        </pc:sldMkLst>
      </pc:sldChg>
      <pc:sldChg chg="del">
        <pc:chgData name="Edara Sreelatha" userId="ef6a9e55797107a3" providerId="LiveId" clId="{1446985E-A079-4096-B55E-FF3F559EFA26}" dt="2022-11-30T06:09:43.127" v="69" actId="47"/>
        <pc:sldMkLst>
          <pc:docMk/>
          <pc:sldMk cId="0" sldId="375"/>
        </pc:sldMkLst>
      </pc:sldChg>
      <pc:sldChg chg="del">
        <pc:chgData name="Edara Sreelatha" userId="ef6a9e55797107a3" providerId="LiveId" clId="{1446985E-A079-4096-B55E-FF3F559EFA26}" dt="2022-11-30T06:09:43.364" v="70" actId="47"/>
        <pc:sldMkLst>
          <pc:docMk/>
          <pc:sldMk cId="0" sldId="376"/>
        </pc:sldMkLst>
      </pc:sldChg>
      <pc:sldChg chg="del">
        <pc:chgData name="Edara Sreelatha" userId="ef6a9e55797107a3" providerId="LiveId" clId="{1446985E-A079-4096-B55E-FF3F559EFA26}" dt="2022-11-30T06:09:43.646" v="71" actId="47"/>
        <pc:sldMkLst>
          <pc:docMk/>
          <pc:sldMk cId="0" sldId="377"/>
        </pc:sldMkLst>
      </pc:sldChg>
      <pc:sldChg chg="add del">
        <pc:chgData name="Edara Sreelatha" userId="ef6a9e55797107a3" providerId="LiveId" clId="{1446985E-A079-4096-B55E-FF3F559EFA26}" dt="2022-11-30T06:10:01.650" v="130" actId="47"/>
        <pc:sldMkLst>
          <pc:docMk/>
          <pc:sldMk cId="0" sldId="378"/>
        </pc:sldMkLst>
      </pc:sldChg>
      <pc:sldChg chg="modSp add mod">
        <pc:chgData name="Edara Sreelatha" userId="ef6a9e55797107a3" providerId="LiveId" clId="{1446985E-A079-4096-B55E-FF3F559EFA26}" dt="2022-11-30T07:29:00.812" v="564" actId="113"/>
        <pc:sldMkLst>
          <pc:docMk/>
          <pc:sldMk cId="374290426" sldId="379"/>
        </pc:sldMkLst>
        <pc:spChg chg="mod">
          <ac:chgData name="Edara Sreelatha" userId="ef6a9e55797107a3" providerId="LiveId" clId="{1446985E-A079-4096-B55E-FF3F559EFA26}" dt="2022-11-30T07:29:00.812" v="564" actId="113"/>
          <ac:spMkLst>
            <pc:docMk/>
            <pc:sldMk cId="374290426" sldId="379"/>
            <ac:spMk id="3" creationId="{00000000-0000-0000-0000-000000000000}"/>
          </ac:spMkLst>
        </pc:spChg>
        <pc:spChg chg="mod">
          <ac:chgData name="Edara Sreelatha" userId="ef6a9e55797107a3" providerId="LiveId" clId="{1446985E-A079-4096-B55E-FF3F559EFA26}" dt="2022-11-30T06:31:07.287" v="192" actId="255"/>
          <ac:spMkLst>
            <pc:docMk/>
            <pc:sldMk cId="374290426" sldId="379"/>
            <ac:spMk id="7" creationId="{B54909B4-EC5B-F7A4-A1A9-027AC04A2761}"/>
          </ac:spMkLst>
        </pc:spChg>
      </pc:sldChg>
      <pc:sldChg chg="modSp add mod">
        <pc:chgData name="Edara Sreelatha" userId="ef6a9e55797107a3" providerId="LiveId" clId="{1446985E-A079-4096-B55E-FF3F559EFA26}" dt="2022-11-30T07:29:11.650" v="566" actId="2711"/>
        <pc:sldMkLst>
          <pc:docMk/>
          <pc:sldMk cId="2269255925" sldId="380"/>
        </pc:sldMkLst>
        <pc:spChg chg="mod">
          <ac:chgData name="Edara Sreelatha" userId="ef6a9e55797107a3" providerId="LiveId" clId="{1446985E-A079-4096-B55E-FF3F559EFA26}" dt="2022-11-30T07:29:11.650" v="566" actId="2711"/>
          <ac:spMkLst>
            <pc:docMk/>
            <pc:sldMk cId="2269255925" sldId="380"/>
            <ac:spMk id="3" creationId="{00000000-0000-0000-0000-000000000000}"/>
          </ac:spMkLst>
        </pc:spChg>
        <pc:spChg chg="mod">
          <ac:chgData name="Edara Sreelatha" userId="ef6a9e55797107a3" providerId="LiveId" clId="{1446985E-A079-4096-B55E-FF3F559EFA26}" dt="2022-11-30T06:33:45.401" v="217" actId="20577"/>
          <ac:spMkLst>
            <pc:docMk/>
            <pc:sldMk cId="2269255925" sldId="380"/>
            <ac:spMk id="7" creationId="{B54909B4-EC5B-F7A4-A1A9-027AC04A2761}"/>
          </ac:spMkLst>
        </pc:spChg>
      </pc:sldChg>
      <pc:sldChg chg="addSp modSp add mod">
        <pc:chgData name="Edara Sreelatha" userId="ef6a9e55797107a3" providerId="LiveId" clId="{1446985E-A079-4096-B55E-FF3F559EFA26}" dt="2022-11-30T06:43:00.206" v="312" actId="123"/>
        <pc:sldMkLst>
          <pc:docMk/>
          <pc:sldMk cId="2114619636" sldId="381"/>
        </pc:sldMkLst>
        <pc:spChg chg="add mod">
          <ac:chgData name="Edara Sreelatha" userId="ef6a9e55797107a3" providerId="LiveId" clId="{1446985E-A079-4096-B55E-FF3F559EFA26}" dt="2022-11-30T06:42:55.285" v="311" actId="123"/>
          <ac:spMkLst>
            <pc:docMk/>
            <pc:sldMk cId="2114619636" sldId="381"/>
            <ac:spMk id="2" creationId="{EE069478-4440-39F3-7D09-0589FB1AA739}"/>
          </ac:spMkLst>
        </pc:spChg>
        <pc:spChg chg="mod">
          <ac:chgData name="Edara Sreelatha" userId="ef6a9e55797107a3" providerId="LiveId" clId="{1446985E-A079-4096-B55E-FF3F559EFA26}" dt="2022-11-30T06:37:24.110" v="230" actId="20577"/>
          <ac:spMkLst>
            <pc:docMk/>
            <pc:sldMk cId="2114619636" sldId="381"/>
            <ac:spMk id="3" creationId="{00000000-0000-0000-0000-000000000000}"/>
          </ac:spMkLst>
        </pc:spChg>
        <pc:spChg chg="mod">
          <ac:chgData name="Edara Sreelatha" userId="ef6a9e55797107a3" providerId="LiveId" clId="{1446985E-A079-4096-B55E-FF3F559EFA26}" dt="2022-11-30T06:43:00.206" v="312" actId="123"/>
          <ac:spMkLst>
            <pc:docMk/>
            <pc:sldMk cId="2114619636" sldId="381"/>
            <ac:spMk id="7" creationId="{B54909B4-EC5B-F7A4-A1A9-027AC04A2761}"/>
          </ac:spMkLst>
        </pc:spChg>
      </pc:sldChg>
      <pc:sldChg chg="modSp add mod">
        <pc:chgData name="Edara Sreelatha" userId="ef6a9e55797107a3" providerId="LiveId" clId="{1446985E-A079-4096-B55E-FF3F559EFA26}" dt="2022-11-30T06:44:04.901" v="322" actId="20577"/>
        <pc:sldMkLst>
          <pc:docMk/>
          <pc:sldMk cId="4024372197" sldId="382"/>
        </pc:sldMkLst>
        <pc:spChg chg="mod">
          <ac:chgData name="Edara Sreelatha" userId="ef6a9e55797107a3" providerId="LiveId" clId="{1446985E-A079-4096-B55E-FF3F559EFA26}" dt="2022-11-30T06:44:04.901" v="322" actId="20577"/>
          <ac:spMkLst>
            <pc:docMk/>
            <pc:sldMk cId="4024372197" sldId="382"/>
            <ac:spMk id="2" creationId="{EE069478-4440-39F3-7D09-0589FB1AA739}"/>
          </ac:spMkLst>
        </pc:spChg>
        <pc:spChg chg="mod">
          <ac:chgData name="Edara Sreelatha" userId="ef6a9e55797107a3" providerId="LiveId" clId="{1446985E-A079-4096-B55E-FF3F559EFA26}" dt="2022-11-30T06:43:34.447" v="317" actId="27636"/>
          <ac:spMkLst>
            <pc:docMk/>
            <pc:sldMk cId="4024372197" sldId="382"/>
            <ac:spMk id="7" creationId="{B54909B4-EC5B-F7A4-A1A9-027AC04A2761}"/>
          </ac:spMkLst>
        </pc:spChg>
      </pc:sldChg>
      <pc:sldChg chg="delSp add del mod">
        <pc:chgData name="Edara Sreelatha" userId="ef6a9e55797107a3" providerId="LiveId" clId="{1446985E-A079-4096-B55E-FF3F559EFA26}" dt="2022-11-30T06:47:53.735" v="325" actId="2696"/>
        <pc:sldMkLst>
          <pc:docMk/>
          <pc:sldMk cId="243823219" sldId="383"/>
        </pc:sldMkLst>
        <pc:spChg chg="del">
          <ac:chgData name="Edara Sreelatha" userId="ef6a9e55797107a3" providerId="LiveId" clId="{1446985E-A079-4096-B55E-FF3F559EFA26}" dt="2022-11-30T06:47:45.884" v="324" actId="478"/>
          <ac:spMkLst>
            <pc:docMk/>
            <pc:sldMk cId="243823219" sldId="383"/>
            <ac:spMk id="2" creationId="{EE069478-4440-39F3-7D09-0589FB1AA739}"/>
          </ac:spMkLst>
        </pc:spChg>
      </pc:sldChg>
      <pc:sldChg chg="modSp mod">
        <pc:chgData name="Edara Sreelatha" userId="ef6a9e55797107a3" providerId="LiveId" clId="{1446985E-A079-4096-B55E-FF3F559EFA26}" dt="2022-11-30T07:31:33.702" v="567" actId="113"/>
        <pc:sldMkLst>
          <pc:docMk/>
          <pc:sldMk cId="3180008077" sldId="383"/>
        </pc:sldMkLst>
        <pc:spChg chg="mod">
          <ac:chgData name="Edara Sreelatha" userId="ef6a9e55797107a3" providerId="LiveId" clId="{1446985E-A079-4096-B55E-FF3F559EFA26}" dt="2022-11-30T07:31:33.702" v="567" actId="113"/>
          <ac:spMkLst>
            <pc:docMk/>
            <pc:sldMk cId="3180008077" sldId="383"/>
            <ac:spMk id="3" creationId="{00000000-0000-0000-0000-000000000000}"/>
          </ac:spMkLst>
        </pc:spChg>
        <pc:spChg chg="mod">
          <ac:chgData name="Edara Sreelatha" userId="ef6a9e55797107a3" providerId="LiveId" clId="{1446985E-A079-4096-B55E-FF3F559EFA26}" dt="2022-11-30T06:49:16.055" v="330" actId="5793"/>
          <ac:spMkLst>
            <pc:docMk/>
            <pc:sldMk cId="3180008077" sldId="383"/>
            <ac:spMk id="7" creationId="{B54909B4-EC5B-F7A4-A1A9-027AC04A2761}"/>
          </ac:spMkLst>
        </pc:spChg>
      </pc:sldChg>
      <pc:sldChg chg="modSp add del mod">
        <pc:chgData name="Edara Sreelatha" userId="ef6a9e55797107a3" providerId="LiveId" clId="{1446985E-A079-4096-B55E-FF3F559EFA26}" dt="2022-11-30T07:31:39.277" v="568" actId="113"/>
        <pc:sldMkLst>
          <pc:docMk/>
          <pc:sldMk cId="1889301071" sldId="384"/>
        </pc:sldMkLst>
        <pc:spChg chg="mod">
          <ac:chgData name="Edara Sreelatha" userId="ef6a9e55797107a3" providerId="LiveId" clId="{1446985E-A079-4096-B55E-FF3F559EFA26}" dt="2022-11-30T07:31:39.277" v="568" actId="113"/>
          <ac:spMkLst>
            <pc:docMk/>
            <pc:sldMk cId="1889301071" sldId="384"/>
            <ac:spMk id="3" creationId="{00000000-0000-0000-0000-000000000000}"/>
          </ac:spMkLst>
        </pc:spChg>
        <pc:spChg chg="mod">
          <ac:chgData name="Edara Sreelatha" userId="ef6a9e55797107a3" providerId="LiveId" clId="{1446985E-A079-4096-B55E-FF3F559EFA26}" dt="2022-11-30T06:49:58.278" v="333"/>
          <ac:spMkLst>
            <pc:docMk/>
            <pc:sldMk cId="1889301071" sldId="384"/>
            <ac:spMk id="7" creationId="{B54909B4-EC5B-F7A4-A1A9-027AC04A2761}"/>
          </ac:spMkLst>
        </pc:spChg>
      </pc:sldChg>
      <pc:sldChg chg="modSp add del mod">
        <pc:chgData name="Edara Sreelatha" userId="ef6a9e55797107a3" providerId="LiveId" clId="{1446985E-A079-4096-B55E-FF3F559EFA26}" dt="2022-11-30T07:31:54.902" v="571" actId="113"/>
        <pc:sldMkLst>
          <pc:docMk/>
          <pc:sldMk cId="4224966579" sldId="385"/>
        </pc:sldMkLst>
        <pc:spChg chg="mod">
          <ac:chgData name="Edara Sreelatha" userId="ef6a9e55797107a3" providerId="LiveId" clId="{1446985E-A079-4096-B55E-FF3F559EFA26}" dt="2022-11-30T07:31:54.902" v="571" actId="113"/>
          <ac:spMkLst>
            <pc:docMk/>
            <pc:sldMk cId="4224966579" sldId="385"/>
            <ac:spMk id="3" creationId="{00000000-0000-0000-0000-000000000000}"/>
          </ac:spMkLst>
        </pc:spChg>
        <pc:spChg chg="mod">
          <ac:chgData name="Edara Sreelatha" userId="ef6a9e55797107a3" providerId="LiveId" clId="{1446985E-A079-4096-B55E-FF3F559EFA26}" dt="2022-11-30T06:51:45.091" v="354" actId="20577"/>
          <ac:spMkLst>
            <pc:docMk/>
            <pc:sldMk cId="4224966579" sldId="385"/>
            <ac:spMk id="7" creationId="{B54909B4-EC5B-F7A4-A1A9-027AC04A2761}"/>
          </ac:spMkLst>
        </pc:spChg>
      </pc:sldChg>
      <pc:sldChg chg="modSp add del mod">
        <pc:chgData name="Edara Sreelatha" userId="ef6a9e55797107a3" providerId="LiveId" clId="{1446985E-A079-4096-B55E-FF3F559EFA26}" dt="2022-11-30T07:31:58.711" v="572" actId="113"/>
        <pc:sldMkLst>
          <pc:docMk/>
          <pc:sldMk cId="1747161133" sldId="386"/>
        </pc:sldMkLst>
        <pc:spChg chg="mod">
          <ac:chgData name="Edara Sreelatha" userId="ef6a9e55797107a3" providerId="LiveId" clId="{1446985E-A079-4096-B55E-FF3F559EFA26}" dt="2022-11-30T07:31:58.711" v="572" actId="113"/>
          <ac:spMkLst>
            <pc:docMk/>
            <pc:sldMk cId="1747161133" sldId="386"/>
            <ac:spMk id="3" creationId="{00000000-0000-0000-0000-000000000000}"/>
          </ac:spMkLst>
        </pc:spChg>
        <pc:spChg chg="mod">
          <ac:chgData name="Edara Sreelatha" userId="ef6a9e55797107a3" providerId="LiveId" clId="{1446985E-A079-4096-B55E-FF3F559EFA26}" dt="2022-11-30T06:52:38.224" v="356"/>
          <ac:spMkLst>
            <pc:docMk/>
            <pc:sldMk cId="1747161133" sldId="386"/>
            <ac:spMk id="7" creationId="{B54909B4-EC5B-F7A4-A1A9-027AC04A2761}"/>
          </ac:spMkLst>
        </pc:spChg>
      </pc:sldChg>
      <pc:sldChg chg="modSp add del mod">
        <pc:chgData name="Edara Sreelatha" userId="ef6a9e55797107a3" providerId="LiveId" clId="{1446985E-A079-4096-B55E-FF3F559EFA26}" dt="2022-11-30T07:32:03.934" v="573" actId="113"/>
        <pc:sldMkLst>
          <pc:docMk/>
          <pc:sldMk cId="3237636326" sldId="387"/>
        </pc:sldMkLst>
        <pc:spChg chg="mod">
          <ac:chgData name="Edara Sreelatha" userId="ef6a9e55797107a3" providerId="LiveId" clId="{1446985E-A079-4096-B55E-FF3F559EFA26}" dt="2022-11-30T07:32:03.934" v="573" actId="113"/>
          <ac:spMkLst>
            <pc:docMk/>
            <pc:sldMk cId="3237636326" sldId="387"/>
            <ac:spMk id="3" creationId="{00000000-0000-0000-0000-000000000000}"/>
          </ac:spMkLst>
        </pc:spChg>
        <pc:spChg chg="mod">
          <ac:chgData name="Edara Sreelatha" userId="ef6a9e55797107a3" providerId="LiveId" clId="{1446985E-A079-4096-B55E-FF3F559EFA26}" dt="2022-11-30T06:53:45.296" v="358"/>
          <ac:spMkLst>
            <pc:docMk/>
            <pc:sldMk cId="3237636326" sldId="387"/>
            <ac:spMk id="7" creationId="{B54909B4-EC5B-F7A4-A1A9-027AC04A2761}"/>
          </ac:spMkLst>
        </pc:spChg>
      </pc:sldChg>
      <pc:sldChg chg="modSp add del mod">
        <pc:chgData name="Edara Sreelatha" userId="ef6a9e55797107a3" providerId="LiveId" clId="{1446985E-A079-4096-B55E-FF3F559EFA26}" dt="2022-11-30T07:32:09.083" v="574" actId="113"/>
        <pc:sldMkLst>
          <pc:docMk/>
          <pc:sldMk cId="2938156521" sldId="388"/>
        </pc:sldMkLst>
        <pc:spChg chg="mod">
          <ac:chgData name="Edara Sreelatha" userId="ef6a9e55797107a3" providerId="LiveId" clId="{1446985E-A079-4096-B55E-FF3F559EFA26}" dt="2022-11-30T07:32:09.083" v="574" actId="113"/>
          <ac:spMkLst>
            <pc:docMk/>
            <pc:sldMk cId="2938156521" sldId="388"/>
            <ac:spMk id="3" creationId="{00000000-0000-0000-0000-000000000000}"/>
          </ac:spMkLst>
        </pc:spChg>
        <pc:spChg chg="mod">
          <ac:chgData name="Edara Sreelatha" userId="ef6a9e55797107a3" providerId="LiveId" clId="{1446985E-A079-4096-B55E-FF3F559EFA26}" dt="2022-11-30T06:54:20.478" v="360"/>
          <ac:spMkLst>
            <pc:docMk/>
            <pc:sldMk cId="2938156521" sldId="388"/>
            <ac:spMk id="7" creationId="{B54909B4-EC5B-F7A4-A1A9-027AC04A2761}"/>
          </ac:spMkLst>
        </pc:spChg>
      </pc:sldChg>
      <pc:sldChg chg="modSp add del mod">
        <pc:chgData name="Edara Sreelatha" userId="ef6a9e55797107a3" providerId="LiveId" clId="{1446985E-A079-4096-B55E-FF3F559EFA26}" dt="2022-11-30T07:32:20.391" v="575" actId="113"/>
        <pc:sldMkLst>
          <pc:docMk/>
          <pc:sldMk cId="3032767760" sldId="389"/>
        </pc:sldMkLst>
        <pc:spChg chg="mod">
          <ac:chgData name="Edara Sreelatha" userId="ef6a9e55797107a3" providerId="LiveId" clId="{1446985E-A079-4096-B55E-FF3F559EFA26}" dt="2022-11-30T07:32:20.391" v="575" actId="113"/>
          <ac:spMkLst>
            <pc:docMk/>
            <pc:sldMk cId="3032767760" sldId="389"/>
            <ac:spMk id="3" creationId="{00000000-0000-0000-0000-000000000000}"/>
          </ac:spMkLst>
        </pc:spChg>
        <pc:spChg chg="mod">
          <ac:chgData name="Edara Sreelatha" userId="ef6a9e55797107a3" providerId="LiveId" clId="{1446985E-A079-4096-B55E-FF3F559EFA26}" dt="2022-11-30T06:59:52.948" v="378" actId="20577"/>
          <ac:spMkLst>
            <pc:docMk/>
            <pc:sldMk cId="3032767760" sldId="389"/>
            <ac:spMk id="7" creationId="{B54909B4-EC5B-F7A4-A1A9-027AC04A2761}"/>
          </ac:spMkLst>
        </pc:spChg>
      </pc:sldChg>
      <pc:sldChg chg="del">
        <pc:chgData name="Edara Sreelatha" userId="ef6a9e55797107a3" providerId="LiveId" clId="{1446985E-A079-4096-B55E-FF3F559EFA26}" dt="2022-11-30T06:09:45.823" v="78" actId="47"/>
        <pc:sldMkLst>
          <pc:docMk/>
          <pc:sldMk cId="1049045728" sldId="390"/>
        </pc:sldMkLst>
        <pc:spChg chg="mod">
          <ac:chgData name="Edara Sreelatha" userId="ef6a9e55797107a3" providerId="LiveId" clId="{1446985E-A079-4096-B55E-FF3F559EFA26}" dt="2022-11-30T07:31:46.629" v="570" actId="2711"/>
          <ac:spMkLst>
            <pc:docMk/>
            <pc:sldMk cId="1049045728" sldId="390"/>
            <ac:spMk id="3" creationId="{00000000-0000-0000-0000-000000000000}"/>
          </ac:spMkLst>
        </pc:spChg>
        <pc:spChg chg="mod">
          <ac:chgData name="Edara Sreelatha" userId="ef6a9e55797107a3" providerId="LiveId" clId="{1446985E-A079-4096-B55E-FF3F559EFA26}" dt="2022-11-30T06:57:42.285" v="363"/>
          <ac:spMkLst>
            <pc:docMk/>
            <pc:sldMk cId="1049045728" sldId="390"/>
            <ac:spMk id="7" creationId="{B54909B4-EC5B-F7A4-A1A9-027AC04A2761}"/>
          </ac:spMkLst>
        </pc:spChg>
      </pc:sldChg>
      <pc:sldChg chg="modSp add del mod">
        <pc:chgData name="Edara Sreelatha" userId="ef6a9e55797107a3" providerId="LiveId" clId="{1446985E-A079-4096-B55E-FF3F559EFA26}" dt="2022-11-30T07:32:29.190" v="576" actId="113"/>
        <pc:sldMkLst>
          <pc:docMk/>
          <pc:sldMk cId="2651119179" sldId="391"/>
        </pc:sldMkLst>
        <pc:spChg chg="mod">
          <ac:chgData name="Edara Sreelatha" userId="ef6a9e55797107a3" providerId="LiveId" clId="{1446985E-A079-4096-B55E-FF3F559EFA26}" dt="2022-11-30T07:32:29.190" v="576" actId="113"/>
          <ac:spMkLst>
            <pc:docMk/>
            <pc:sldMk cId="2651119179" sldId="391"/>
            <ac:spMk id="3" creationId="{00000000-0000-0000-0000-000000000000}"/>
          </ac:spMkLst>
        </pc:spChg>
        <pc:spChg chg="mod">
          <ac:chgData name="Edara Sreelatha" userId="ef6a9e55797107a3" providerId="LiveId" clId="{1446985E-A079-4096-B55E-FF3F559EFA26}" dt="2022-11-30T07:01:21.760" v="390" actId="20577"/>
          <ac:spMkLst>
            <pc:docMk/>
            <pc:sldMk cId="2651119179" sldId="391"/>
            <ac:spMk id="7" creationId="{B54909B4-EC5B-F7A4-A1A9-027AC04A2761}"/>
          </ac:spMkLst>
        </pc:spChg>
      </pc:sldChg>
      <pc:sldChg chg="modSp add del mod">
        <pc:chgData name="Edara Sreelatha" userId="ef6a9e55797107a3" providerId="LiveId" clId="{1446985E-A079-4096-B55E-FF3F559EFA26}" dt="2022-11-30T07:32:50.141" v="577" actId="113"/>
        <pc:sldMkLst>
          <pc:docMk/>
          <pc:sldMk cId="363910370" sldId="392"/>
        </pc:sldMkLst>
        <pc:spChg chg="mod">
          <ac:chgData name="Edara Sreelatha" userId="ef6a9e55797107a3" providerId="LiveId" clId="{1446985E-A079-4096-B55E-FF3F559EFA26}" dt="2022-11-30T07:32:50.141" v="577" actId="113"/>
          <ac:spMkLst>
            <pc:docMk/>
            <pc:sldMk cId="363910370" sldId="392"/>
            <ac:spMk id="3" creationId="{00000000-0000-0000-0000-000000000000}"/>
          </ac:spMkLst>
        </pc:spChg>
        <pc:spChg chg="mod">
          <ac:chgData name="Edara Sreelatha" userId="ef6a9e55797107a3" providerId="LiveId" clId="{1446985E-A079-4096-B55E-FF3F559EFA26}" dt="2022-11-30T07:09:57.066" v="478" actId="20577"/>
          <ac:spMkLst>
            <pc:docMk/>
            <pc:sldMk cId="363910370" sldId="392"/>
            <ac:spMk id="7" creationId="{B54909B4-EC5B-F7A4-A1A9-027AC04A2761}"/>
          </ac:spMkLst>
        </pc:spChg>
      </pc:sldChg>
      <pc:sldChg chg="modSp add del mod">
        <pc:chgData name="Edara Sreelatha" userId="ef6a9e55797107a3" providerId="LiveId" clId="{1446985E-A079-4096-B55E-FF3F559EFA26}" dt="2022-11-30T07:32:55.252" v="578" actId="113"/>
        <pc:sldMkLst>
          <pc:docMk/>
          <pc:sldMk cId="3116169721" sldId="393"/>
        </pc:sldMkLst>
        <pc:spChg chg="mod">
          <ac:chgData name="Edara Sreelatha" userId="ef6a9e55797107a3" providerId="LiveId" clId="{1446985E-A079-4096-B55E-FF3F559EFA26}" dt="2022-11-30T07:32:55.252" v="578" actId="113"/>
          <ac:spMkLst>
            <pc:docMk/>
            <pc:sldMk cId="3116169721" sldId="393"/>
            <ac:spMk id="3" creationId="{00000000-0000-0000-0000-000000000000}"/>
          </ac:spMkLst>
        </pc:spChg>
        <pc:spChg chg="mod">
          <ac:chgData name="Edara Sreelatha" userId="ef6a9e55797107a3" providerId="LiveId" clId="{1446985E-A079-4096-B55E-FF3F559EFA26}" dt="2022-11-30T07:12:02.367" v="541" actId="20577"/>
          <ac:spMkLst>
            <pc:docMk/>
            <pc:sldMk cId="3116169721" sldId="393"/>
            <ac:spMk id="7" creationId="{B54909B4-EC5B-F7A4-A1A9-027AC04A2761}"/>
          </ac:spMkLst>
        </pc:spChg>
      </pc:sldChg>
      <pc:sldChg chg="modSp add del mod">
        <pc:chgData name="Edara Sreelatha" userId="ef6a9e55797107a3" providerId="LiveId" clId="{1446985E-A079-4096-B55E-FF3F559EFA26}" dt="2022-11-30T07:33:00.077" v="579" actId="113"/>
        <pc:sldMkLst>
          <pc:docMk/>
          <pc:sldMk cId="2903879103" sldId="394"/>
        </pc:sldMkLst>
        <pc:spChg chg="mod">
          <ac:chgData name="Edara Sreelatha" userId="ef6a9e55797107a3" providerId="LiveId" clId="{1446985E-A079-4096-B55E-FF3F559EFA26}" dt="2022-11-30T07:33:00.077" v="579" actId="113"/>
          <ac:spMkLst>
            <pc:docMk/>
            <pc:sldMk cId="2903879103" sldId="394"/>
            <ac:spMk id="3" creationId="{00000000-0000-0000-0000-000000000000}"/>
          </ac:spMkLst>
        </pc:spChg>
        <pc:spChg chg="mod">
          <ac:chgData name="Edara Sreelatha" userId="ef6a9e55797107a3" providerId="LiveId" clId="{1446985E-A079-4096-B55E-FF3F559EFA26}" dt="2022-11-30T07:12:48.641" v="548" actId="27636"/>
          <ac:spMkLst>
            <pc:docMk/>
            <pc:sldMk cId="2903879103" sldId="394"/>
            <ac:spMk id="7" creationId="{B54909B4-EC5B-F7A4-A1A9-027AC04A2761}"/>
          </ac:spMkLst>
        </pc:spChg>
      </pc:sldChg>
      <pc:sldChg chg="modSp add del mod">
        <pc:chgData name="Edara Sreelatha" userId="ef6a9e55797107a3" providerId="LiveId" clId="{1446985E-A079-4096-B55E-FF3F559EFA26}" dt="2022-11-30T07:33:04.900" v="580" actId="113"/>
        <pc:sldMkLst>
          <pc:docMk/>
          <pc:sldMk cId="3928272366" sldId="395"/>
        </pc:sldMkLst>
        <pc:spChg chg="mod">
          <ac:chgData name="Edara Sreelatha" userId="ef6a9e55797107a3" providerId="LiveId" clId="{1446985E-A079-4096-B55E-FF3F559EFA26}" dt="2022-11-30T07:33:04.900" v="580" actId="113"/>
          <ac:spMkLst>
            <pc:docMk/>
            <pc:sldMk cId="3928272366" sldId="395"/>
            <ac:spMk id="3" creationId="{00000000-0000-0000-0000-000000000000}"/>
          </ac:spMkLst>
        </pc:spChg>
        <pc:spChg chg="mod">
          <ac:chgData name="Edara Sreelatha" userId="ef6a9e55797107a3" providerId="LiveId" clId="{1446985E-A079-4096-B55E-FF3F559EFA26}" dt="2022-11-30T07:14:33.590" v="554"/>
          <ac:spMkLst>
            <pc:docMk/>
            <pc:sldMk cId="3928272366" sldId="395"/>
            <ac:spMk id="7" creationId="{B54909B4-EC5B-F7A4-A1A9-027AC04A2761}"/>
          </ac:spMkLst>
        </pc:spChg>
      </pc:sldChg>
      <pc:sldChg chg="modSp add del mod">
        <pc:chgData name="Edara Sreelatha" userId="ef6a9e55797107a3" providerId="LiveId" clId="{1446985E-A079-4096-B55E-FF3F559EFA26}" dt="2022-11-30T07:28:27.502" v="559" actId="113"/>
        <pc:sldMkLst>
          <pc:docMk/>
          <pc:sldMk cId="4186740442" sldId="396"/>
        </pc:sldMkLst>
        <pc:spChg chg="mod">
          <ac:chgData name="Edara Sreelatha" userId="ef6a9e55797107a3" providerId="LiveId" clId="{1446985E-A079-4096-B55E-FF3F559EFA26}" dt="2022-11-30T07:28:27.502" v="559" actId="113"/>
          <ac:spMkLst>
            <pc:docMk/>
            <pc:sldMk cId="4186740442" sldId="396"/>
            <ac:spMk id="3" creationId="{00000000-0000-0000-0000-000000000000}"/>
          </ac:spMkLst>
        </pc:spChg>
        <pc:spChg chg="mod">
          <ac:chgData name="Edara Sreelatha" userId="ef6a9e55797107a3" providerId="LiveId" clId="{1446985E-A079-4096-B55E-FF3F559EFA26}" dt="2022-11-30T07:15:02.295" v="557" actId="20577"/>
          <ac:spMkLst>
            <pc:docMk/>
            <pc:sldMk cId="4186740442" sldId="396"/>
            <ac:spMk id="7" creationId="{B54909B4-EC5B-F7A4-A1A9-027AC04A2761}"/>
          </ac:spMkLst>
        </pc:spChg>
      </pc:sldChg>
      <pc:sldChg chg="modSp del mod">
        <pc:chgData name="Edara Sreelatha" userId="ef6a9e55797107a3" providerId="LiveId" clId="{1446985E-A079-4096-B55E-FF3F559EFA26}" dt="2022-11-30T10:03:54.315" v="586" actId="20577"/>
        <pc:sldMkLst>
          <pc:docMk/>
          <pc:sldMk cId="2919279144" sldId="397"/>
        </pc:sldMkLst>
        <pc:spChg chg="mod">
          <ac:chgData name="Edara Sreelatha" userId="ef6a9e55797107a3" providerId="LiveId" clId="{1446985E-A079-4096-B55E-FF3F559EFA26}" dt="2022-11-30T10:03:54.315" v="586" actId="20577"/>
          <ac:spMkLst>
            <pc:docMk/>
            <pc:sldMk cId="2919279144" sldId="397"/>
            <ac:spMk id="3" creationId="{DA5431B3-9073-DC8A-23F9-442AAC20B22B}"/>
          </ac:spMkLst>
        </pc:spChg>
      </pc:sldChg>
      <pc:sldChg chg="modSp del mod">
        <pc:chgData name="Edara Sreelatha" userId="ef6a9e55797107a3" providerId="LiveId" clId="{1446985E-A079-4096-B55E-FF3F559EFA26}" dt="2022-11-30T10:04:01.130" v="589" actId="20577"/>
        <pc:sldMkLst>
          <pc:docMk/>
          <pc:sldMk cId="3132107114" sldId="398"/>
        </pc:sldMkLst>
        <pc:spChg chg="mod">
          <ac:chgData name="Edara Sreelatha" userId="ef6a9e55797107a3" providerId="LiveId" clId="{1446985E-A079-4096-B55E-FF3F559EFA26}" dt="2022-11-30T10:04:01.130" v="589" actId="20577"/>
          <ac:spMkLst>
            <pc:docMk/>
            <pc:sldMk cId="3132107114" sldId="398"/>
            <ac:spMk id="3" creationId="{DA5431B3-9073-DC8A-23F9-442AAC20B22B}"/>
          </ac:spMkLst>
        </pc:spChg>
      </pc:sldChg>
      <pc:sldChg chg="modSp del mod">
        <pc:chgData name="Edara Sreelatha" userId="ef6a9e55797107a3" providerId="LiveId" clId="{1446985E-A079-4096-B55E-FF3F559EFA26}" dt="2022-11-30T10:04:11.113" v="592" actId="20577"/>
        <pc:sldMkLst>
          <pc:docMk/>
          <pc:sldMk cId="0" sldId="399"/>
        </pc:sldMkLst>
        <pc:spChg chg="mod">
          <ac:chgData name="Edara Sreelatha" userId="ef6a9e55797107a3" providerId="LiveId" clId="{1446985E-A079-4096-B55E-FF3F559EFA26}" dt="2022-11-30T10:04:11.113" v="592" actId="20577"/>
          <ac:spMkLst>
            <pc:docMk/>
            <pc:sldMk cId="0" sldId="399"/>
            <ac:spMk id="9" creationId="{5D373B01-B037-C738-B2A8-A092581D1BD1}"/>
          </ac:spMkLst>
        </pc:spChg>
      </pc:sldChg>
      <pc:sldChg chg="modSp del mod">
        <pc:chgData name="Edara Sreelatha" userId="ef6a9e55797107a3" providerId="LiveId" clId="{1446985E-A079-4096-B55E-FF3F559EFA26}" dt="2022-11-30T10:04:17.468" v="595" actId="20577"/>
        <pc:sldMkLst>
          <pc:docMk/>
          <pc:sldMk cId="120319821" sldId="400"/>
        </pc:sldMkLst>
        <pc:spChg chg="mod">
          <ac:chgData name="Edara Sreelatha" userId="ef6a9e55797107a3" providerId="LiveId" clId="{1446985E-A079-4096-B55E-FF3F559EFA26}" dt="2022-11-30T10:04:17.468" v="595" actId="20577"/>
          <ac:spMkLst>
            <pc:docMk/>
            <pc:sldMk cId="120319821" sldId="400"/>
            <ac:spMk id="9" creationId="{B14D5DB3-6FBB-9627-894F-60B1AAC5E2E7}"/>
          </ac:spMkLst>
        </pc:spChg>
      </pc:sldChg>
      <pc:sldChg chg="modSp del mod">
        <pc:chgData name="Edara Sreelatha" userId="ef6a9e55797107a3" providerId="LiveId" clId="{1446985E-A079-4096-B55E-FF3F559EFA26}" dt="2022-11-30T10:04:56.023" v="598" actId="20577"/>
        <pc:sldMkLst>
          <pc:docMk/>
          <pc:sldMk cId="2426950373" sldId="401"/>
        </pc:sldMkLst>
        <pc:spChg chg="mod">
          <ac:chgData name="Edara Sreelatha" userId="ef6a9e55797107a3" providerId="LiveId" clId="{1446985E-A079-4096-B55E-FF3F559EFA26}" dt="2022-11-30T10:04:56.023" v="598" actId="20577"/>
          <ac:spMkLst>
            <pc:docMk/>
            <pc:sldMk cId="2426950373" sldId="401"/>
            <ac:spMk id="9" creationId="{BB10AF4A-C0AD-4021-24A3-597B6704D3CC}"/>
          </ac:spMkLst>
        </pc:spChg>
      </pc:sldChg>
      <pc:sldChg chg="modSp del mod">
        <pc:chgData name="Edara Sreelatha" userId="ef6a9e55797107a3" providerId="LiveId" clId="{1446985E-A079-4096-B55E-FF3F559EFA26}" dt="2022-11-30T10:05:02.766" v="601" actId="20577"/>
        <pc:sldMkLst>
          <pc:docMk/>
          <pc:sldMk cId="3883553306" sldId="402"/>
        </pc:sldMkLst>
        <pc:spChg chg="mod">
          <ac:chgData name="Edara Sreelatha" userId="ef6a9e55797107a3" providerId="LiveId" clId="{1446985E-A079-4096-B55E-FF3F559EFA26}" dt="2022-11-30T10:05:02.766" v="601" actId="20577"/>
          <ac:spMkLst>
            <pc:docMk/>
            <pc:sldMk cId="3883553306" sldId="402"/>
            <ac:spMk id="9" creationId="{BB10AF4A-C0AD-4021-24A3-597B6704D3CC}"/>
          </ac:spMkLst>
        </pc:spChg>
      </pc:sldChg>
      <pc:sldChg chg="modSp del mod">
        <pc:chgData name="Edara Sreelatha" userId="ef6a9e55797107a3" providerId="LiveId" clId="{1446985E-A079-4096-B55E-FF3F559EFA26}" dt="2022-11-30T10:05:10.205" v="604" actId="20577"/>
        <pc:sldMkLst>
          <pc:docMk/>
          <pc:sldMk cId="142904343" sldId="403"/>
        </pc:sldMkLst>
        <pc:spChg chg="mod">
          <ac:chgData name="Edara Sreelatha" userId="ef6a9e55797107a3" providerId="LiveId" clId="{1446985E-A079-4096-B55E-FF3F559EFA26}" dt="2022-11-30T10:05:10.205" v="604" actId="20577"/>
          <ac:spMkLst>
            <pc:docMk/>
            <pc:sldMk cId="142904343" sldId="403"/>
            <ac:spMk id="9" creationId="{F3B0E09B-D340-4170-0811-91CD48455592}"/>
          </ac:spMkLst>
        </pc:spChg>
      </pc:sldChg>
      <pc:sldChg chg="modSp del mod">
        <pc:chgData name="Edara Sreelatha" userId="ef6a9e55797107a3" providerId="LiveId" clId="{1446985E-A079-4096-B55E-FF3F559EFA26}" dt="2022-11-30T10:05:17.231" v="607" actId="20577"/>
        <pc:sldMkLst>
          <pc:docMk/>
          <pc:sldMk cId="1951813605" sldId="404"/>
        </pc:sldMkLst>
        <pc:spChg chg="mod">
          <ac:chgData name="Edara Sreelatha" userId="ef6a9e55797107a3" providerId="LiveId" clId="{1446985E-A079-4096-B55E-FF3F559EFA26}" dt="2022-11-30T10:05:17.231" v="607" actId="20577"/>
          <ac:spMkLst>
            <pc:docMk/>
            <pc:sldMk cId="1951813605" sldId="404"/>
            <ac:spMk id="9" creationId="{F3B0E09B-D340-4170-0811-91CD48455592}"/>
          </ac:spMkLst>
        </pc:spChg>
      </pc:sldChg>
      <pc:sldChg chg="modSp del mod">
        <pc:chgData name="Edara Sreelatha" userId="ef6a9e55797107a3" providerId="LiveId" clId="{1446985E-A079-4096-B55E-FF3F559EFA26}" dt="2022-11-30T10:05:25.853" v="611" actId="20577"/>
        <pc:sldMkLst>
          <pc:docMk/>
          <pc:sldMk cId="2208068828" sldId="405"/>
        </pc:sldMkLst>
        <pc:spChg chg="mod">
          <ac:chgData name="Edara Sreelatha" userId="ef6a9e55797107a3" providerId="LiveId" clId="{1446985E-A079-4096-B55E-FF3F559EFA26}" dt="2022-11-30T10:05:25.853" v="611" actId="20577"/>
          <ac:spMkLst>
            <pc:docMk/>
            <pc:sldMk cId="2208068828" sldId="405"/>
            <ac:spMk id="9" creationId="{F3B0E09B-D340-4170-0811-91CD48455592}"/>
          </ac:spMkLst>
        </pc:spChg>
      </pc:sldChg>
      <pc:sldChg chg="modSp del mod">
        <pc:chgData name="Edara Sreelatha" userId="ef6a9e55797107a3" providerId="LiveId" clId="{1446985E-A079-4096-B55E-FF3F559EFA26}" dt="2022-11-30T10:05:33.291" v="615" actId="20577"/>
        <pc:sldMkLst>
          <pc:docMk/>
          <pc:sldMk cId="1820390617" sldId="406"/>
        </pc:sldMkLst>
        <pc:spChg chg="mod">
          <ac:chgData name="Edara Sreelatha" userId="ef6a9e55797107a3" providerId="LiveId" clId="{1446985E-A079-4096-B55E-FF3F559EFA26}" dt="2022-11-30T10:05:33.291" v="615" actId="20577"/>
          <ac:spMkLst>
            <pc:docMk/>
            <pc:sldMk cId="1820390617" sldId="406"/>
            <ac:spMk id="9" creationId="{F3B0E09B-D340-4170-0811-91CD48455592}"/>
          </ac:spMkLst>
        </pc:spChg>
      </pc:sldChg>
      <pc:sldChg chg="modSp del mod">
        <pc:chgData name="Edara Sreelatha" userId="ef6a9e55797107a3" providerId="LiveId" clId="{1446985E-A079-4096-B55E-FF3F559EFA26}" dt="2022-11-30T10:05:42.510" v="617" actId="20577"/>
        <pc:sldMkLst>
          <pc:docMk/>
          <pc:sldMk cId="1757105905" sldId="407"/>
        </pc:sldMkLst>
        <pc:spChg chg="mod">
          <ac:chgData name="Edara Sreelatha" userId="ef6a9e55797107a3" providerId="LiveId" clId="{1446985E-A079-4096-B55E-FF3F559EFA26}" dt="2022-11-30T10:05:42.510" v="617" actId="20577"/>
          <ac:spMkLst>
            <pc:docMk/>
            <pc:sldMk cId="1757105905" sldId="407"/>
            <ac:spMk id="9" creationId="{F3B0E09B-D340-4170-0811-91CD48455592}"/>
          </ac:spMkLst>
        </pc:spChg>
      </pc:sldChg>
      <pc:sldChg chg="modSp del mod">
        <pc:chgData name="Edara Sreelatha" userId="ef6a9e55797107a3" providerId="LiveId" clId="{1446985E-A079-4096-B55E-FF3F559EFA26}" dt="2022-11-30T10:05:50.472" v="621" actId="20577"/>
        <pc:sldMkLst>
          <pc:docMk/>
          <pc:sldMk cId="2703437534" sldId="408"/>
        </pc:sldMkLst>
        <pc:spChg chg="mod">
          <ac:chgData name="Edara Sreelatha" userId="ef6a9e55797107a3" providerId="LiveId" clId="{1446985E-A079-4096-B55E-FF3F559EFA26}" dt="2022-11-30T10:05:50.472" v="621" actId="20577"/>
          <ac:spMkLst>
            <pc:docMk/>
            <pc:sldMk cId="2703437534" sldId="408"/>
            <ac:spMk id="9" creationId="{F3B0E09B-D340-4170-0811-91CD48455592}"/>
          </ac:spMkLst>
        </pc:spChg>
      </pc:sldChg>
      <pc:sldChg chg="modSp del mod">
        <pc:chgData name="Edara Sreelatha" userId="ef6a9e55797107a3" providerId="LiveId" clId="{1446985E-A079-4096-B55E-FF3F559EFA26}" dt="2022-11-30T10:05:56.006" v="625" actId="20577"/>
        <pc:sldMkLst>
          <pc:docMk/>
          <pc:sldMk cId="4284041320" sldId="409"/>
        </pc:sldMkLst>
        <pc:spChg chg="mod">
          <ac:chgData name="Edara Sreelatha" userId="ef6a9e55797107a3" providerId="LiveId" clId="{1446985E-A079-4096-B55E-FF3F559EFA26}" dt="2022-11-30T10:05:56.006" v="625" actId="20577"/>
          <ac:spMkLst>
            <pc:docMk/>
            <pc:sldMk cId="4284041320" sldId="409"/>
            <ac:spMk id="9" creationId="{F3B0E09B-D340-4170-0811-91CD48455592}"/>
          </ac:spMkLst>
        </pc:spChg>
      </pc:sldChg>
      <pc:sldChg chg="del">
        <pc:chgData name="Edara Sreelatha" userId="ef6a9e55797107a3" providerId="LiveId" clId="{1446985E-A079-4096-B55E-FF3F559EFA26}" dt="2022-11-30T06:09:51.278" v="98" actId="47"/>
        <pc:sldMkLst>
          <pc:docMk/>
          <pc:sldMk cId="0" sldId="410"/>
        </pc:sldMkLst>
      </pc:sldChg>
      <pc:sldChg chg="del">
        <pc:chgData name="Edara Sreelatha" userId="ef6a9e55797107a3" providerId="LiveId" clId="{1446985E-A079-4096-B55E-FF3F559EFA26}" dt="2022-11-30T06:09:51.554" v="99" actId="47"/>
        <pc:sldMkLst>
          <pc:docMk/>
          <pc:sldMk cId="0" sldId="411"/>
        </pc:sldMkLst>
      </pc:sldChg>
      <pc:sldChg chg="del">
        <pc:chgData name="Edara Sreelatha" userId="ef6a9e55797107a3" providerId="LiveId" clId="{1446985E-A079-4096-B55E-FF3F559EFA26}" dt="2022-11-30T06:09:51.814" v="100" actId="47"/>
        <pc:sldMkLst>
          <pc:docMk/>
          <pc:sldMk cId="0" sldId="412"/>
        </pc:sldMkLst>
      </pc:sldChg>
      <pc:sldChg chg="del">
        <pc:chgData name="Edara Sreelatha" userId="ef6a9e55797107a3" providerId="LiveId" clId="{1446985E-A079-4096-B55E-FF3F559EFA26}" dt="2022-11-30T06:09:52.097" v="101" actId="47"/>
        <pc:sldMkLst>
          <pc:docMk/>
          <pc:sldMk cId="0" sldId="413"/>
        </pc:sldMkLst>
      </pc:sldChg>
      <pc:sldChg chg="del">
        <pc:chgData name="Edara Sreelatha" userId="ef6a9e55797107a3" providerId="LiveId" clId="{1446985E-A079-4096-B55E-FF3F559EFA26}" dt="2022-11-30T06:09:52.370" v="102" actId="47"/>
        <pc:sldMkLst>
          <pc:docMk/>
          <pc:sldMk cId="0" sldId="414"/>
        </pc:sldMkLst>
      </pc:sldChg>
      <pc:sldChg chg="del">
        <pc:chgData name="Edara Sreelatha" userId="ef6a9e55797107a3" providerId="LiveId" clId="{1446985E-A079-4096-B55E-FF3F559EFA26}" dt="2022-11-30T06:09:52.649" v="103" actId="47"/>
        <pc:sldMkLst>
          <pc:docMk/>
          <pc:sldMk cId="0" sldId="415"/>
        </pc:sldMkLst>
      </pc:sldChg>
      <pc:sldChg chg="del">
        <pc:chgData name="Edara Sreelatha" userId="ef6a9e55797107a3" providerId="LiveId" clId="{1446985E-A079-4096-B55E-FF3F559EFA26}" dt="2022-11-30T06:09:52.887" v="104" actId="47"/>
        <pc:sldMkLst>
          <pc:docMk/>
          <pc:sldMk cId="0" sldId="416"/>
        </pc:sldMkLst>
      </pc:sldChg>
      <pc:sldChg chg="del">
        <pc:chgData name="Edara Sreelatha" userId="ef6a9e55797107a3" providerId="LiveId" clId="{1446985E-A079-4096-B55E-FF3F559EFA26}" dt="2022-11-30T06:09:53.157" v="105" actId="47"/>
        <pc:sldMkLst>
          <pc:docMk/>
          <pc:sldMk cId="0" sldId="417"/>
        </pc:sldMkLst>
      </pc:sldChg>
      <pc:sldChg chg="del">
        <pc:chgData name="Edara Sreelatha" userId="ef6a9e55797107a3" providerId="LiveId" clId="{1446985E-A079-4096-B55E-FF3F559EFA26}" dt="2022-11-30T06:09:53.442" v="106" actId="47"/>
        <pc:sldMkLst>
          <pc:docMk/>
          <pc:sldMk cId="0" sldId="418"/>
        </pc:sldMkLst>
      </pc:sldChg>
      <pc:sldChg chg="del">
        <pc:chgData name="Edara Sreelatha" userId="ef6a9e55797107a3" providerId="LiveId" clId="{1446985E-A079-4096-B55E-FF3F559EFA26}" dt="2022-11-30T06:09:53.712" v="107" actId="47"/>
        <pc:sldMkLst>
          <pc:docMk/>
          <pc:sldMk cId="0" sldId="419"/>
        </pc:sldMkLst>
      </pc:sldChg>
      <pc:sldChg chg="del">
        <pc:chgData name="Edara Sreelatha" userId="ef6a9e55797107a3" providerId="LiveId" clId="{1446985E-A079-4096-B55E-FF3F559EFA26}" dt="2022-11-30T06:09:54.012" v="108" actId="47"/>
        <pc:sldMkLst>
          <pc:docMk/>
          <pc:sldMk cId="0" sldId="420"/>
        </pc:sldMkLst>
      </pc:sldChg>
      <pc:sldChg chg="del">
        <pc:chgData name="Edara Sreelatha" userId="ef6a9e55797107a3" providerId="LiveId" clId="{1446985E-A079-4096-B55E-FF3F559EFA26}" dt="2022-11-30T06:09:54.294" v="109" actId="47"/>
        <pc:sldMkLst>
          <pc:docMk/>
          <pc:sldMk cId="0" sldId="421"/>
        </pc:sldMkLst>
      </pc:sldChg>
      <pc:sldChg chg="del">
        <pc:chgData name="Edara Sreelatha" userId="ef6a9e55797107a3" providerId="LiveId" clId="{1446985E-A079-4096-B55E-FF3F559EFA26}" dt="2022-11-30T06:09:54.562" v="110" actId="47"/>
        <pc:sldMkLst>
          <pc:docMk/>
          <pc:sldMk cId="0" sldId="422"/>
        </pc:sldMkLst>
      </pc:sldChg>
      <pc:sldChg chg="del">
        <pc:chgData name="Edara Sreelatha" userId="ef6a9e55797107a3" providerId="LiveId" clId="{1446985E-A079-4096-B55E-FF3F559EFA26}" dt="2022-11-30T06:09:54.847" v="111" actId="47"/>
        <pc:sldMkLst>
          <pc:docMk/>
          <pc:sldMk cId="0" sldId="423"/>
        </pc:sldMkLst>
      </pc:sldChg>
      <pc:sldChg chg="del">
        <pc:chgData name="Edara Sreelatha" userId="ef6a9e55797107a3" providerId="LiveId" clId="{1446985E-A079-4096-B55E-FF3F559EFA26}" dt="2022-11-30T06:09:55.102" v="112" actId="47"/>
        <pc:sldMkLst>
          <pc:docMk/>
          <pc:sldMk cId="0" sldId="424"/>
        </pc:sldMkLst>
      </pc:sldChg>
      <pc:sldChg chg="del">
        <pc:chgData name="Edara Sreelatha" userId="ef6a9e55797107a3" providerId="LiveId" clId="{1446985E-A079-4096-B55E-FF3F559EFA26}" dt="2022-11-30T06:09:55.384" v="113" actId="47"/>
        <pc:sldMkLst>
          <pc:docMk/>
          <pc:sldMk cId="0" sldId="425"/>
        </pc:sldMkLst>
      </pc:sldChg>
      <pc:sldChg chg="del">
        <pc:chgData name="Edara Sreelatha" userId="ef6a9e55797107a3" providerId="LiveId" clId="{1446985E-A079-4096-B55E-FF3F559EFA26}" dt="2022-11-30T06:09:55.644" v="114" actId="47"/>
        <pc:sldMkLst>
          <pc:docMk/>
          <pc:sldMk cId="0" sldId="426"/>
        </pc:sldMkLst>
      </pc:sldChg>
      <pc:sldChg chg="del">
        <pc:chgData name="Edara Sreelatha" userId="ef6a9e55797107a3" providerId="LiveId" clId="{1446985E-A079-4096-B55E-FF3F559EFA26}" dt="2022-11-30T06:09:55.910" v="115" actId="47"/>
        <pc:sldMkLst>
          <pc:docMk/>
          <pc:sldMk cId="0" sldId="427"/>
        </pc:sldMkLst>
      </pc:sldChg>
      <pc:sldChg chg="del">
        <pc:chgData name="Edara Sreelatha" userId="ef6a9e55797107a3" providerId="LiveId" clId="{1446985E-A079-4096-B55E-FF3F559EFA26}" dt="2022-11-30T06:09:56.189" v="116" actId="47"/>
        <pc:sldMkLst>
          <pc:docMk/>
          <pc:sldMk cId="0" sldId="428"/>
        </pc:sldMkLst>
      </pc:sldChg>
      <pc:sldChg chg="del">
        <pc:chgData name="Edara Sreelatha" userId="ef6a9e55797107a3" providerId="LiveId" clId="{1446985E-A079-4096-B55E-FF3F559EFA26}" dt="2022-11-30T06:09:56.447" v="117" actId="47"/>
        <pc:sldMkLst>
          <pc:docMk/>
          <pc:sldMk cId="0" sldId="429"/>
        </pc:sldMkLst>
      </pc:sldChg>
      <pc:sldChg chg="del">
        <pc:chgData name="Edara Sreelatha" userId="ef6a9e55797107a3" providerId="LiveId" clId="{1446985E-A079-4096-B55E-FF3F559EFA26}" dt="2022-11-30T06:09:56.699" v="118" actId="47"/>
        <pc:sldMkLst>
          <pc:docMk/>
          <pc:sldMk cId="0" sldId="430"/>
        </pc:sldMkLst>
      </pc:sldChg>
      <pc:sldChg chg="del">
        <pc:chgData name="Edara Sreelatha" userId="ef6a9e55797107a3" providerId="LiveId" clId="{1446985E-A079-4096-B55E-FF3F559EFA26}" dt="2022-11-30T06:09:56.968" v="119" actId="47"/>
        <pc:sldMkLst>
          <pc:docMk/>
          <pc:sldMk cId="0" sldId="431"/>
        </pc:sldMkLst>
      </pc:sldChg>
      <pc:sldChg chg="del">
        <pc:chgData name="Edara Sreelatha" userId="ef6a9e55797107a3" providerId="LiveId" clId="{1446985E-A079-4096-B55E-FF3F559EFA26}" dt="2022-11-30T06:09:57.224" v="120" actId="47"/>
        <pc:sldMkLst>
          <pc:docMk/>
          <pc:sldMk cId="0" sldId="432"/>
        </pc:sldMkLst>
      </pc:sldChg>
      <pc:sldChg chg="del">
        <pc:chgData name="Edara Sreelatha" userId="ef6a9e55797107a3" providerId="LiveId" clId="{1446985E-A079-4096-B55E-FF3F559EFA26}" dt="2022-11-30T06:09:57.490" v="121" actId="47"/>
        <pc:sldMkLst>
          <pc:docMk/>
          <pc:sldMk cId="0" sldId="433"/>
        </pc:sldMkLst>
      </pc:sldChg>
      <pc:sldChg chg="del">
        <pc:chgData name="Edara Sreelatha" userId="ef6a9e55797107a3" providerId="LiveId" clId="{1446985E-A079-4096-B55E-FF3F559EFA26}" dt="2022-11-30T06:09:57.726" v="122" actId="47"/>
        <pc:sldMkLst>
          <pc:docMk/>
          <pc:sldMk cId="0" sldId="434"/>
        </pc:sldMkLst>
      </pc:sldChg>
      <pc:sldChg chg="del">
        <pc:chgData name="Edara Sreelatha" userId="ef6a9e55797107a3" providerId="LiveId" clId="{1446985E-A079-4096-B55E-FF3F559EFA26}" dt="2022-11-30T06:09:58.026" v="123" actId="47"/>
        <pc:sldMkLst>
          <pc:docMk/>
          <pc:sldMk cId="0" sldId="435"/>
        </pc:sldMkLst>
      </pc:sldChg>
      <pc:sldChg chg="del">
        <pc:chgData name="Edara Sreelatha" userId="ef6a9e55797107a3" providerId="LiveId" clId="{1446985E-A079-4096-B55E-FF3F559EFA26}" dt="2022-11-30T06:09:58.581" v="125" actId="47"/>
        <pc:sldMkLst>
          <pc:docMk/>
          <pc:sldMk cId="0" sldId="436"/>
        </pc:sldMkLst>
      </pc:sldChg>
      <pc:sldChg chg="del">
        <pc:chgData name="Edara Sreelatha" userId="ef6a9e55797107a3" providerId="LiveId" clId="{1446985E-A079-4096-B55E-FF3F559EFA26}" dt="2022-11-30T06:09:58.314" v="124" actId="47"/>
        <pc:sldMkLst>
          <pc:docMk/>
          <pc:sldMk cId="0" sldId="437"/>
        </pc:sldMkLst>
      </pc:sldChg>
      <pc:sldChg chg="del">
        <pc:chgData name="Edara Sreelatha" userId="ef6a9e55797107a3" providerId="LiveId" clId="{1446985E-A079-4096-B55E-FF3F559EFA26}" dt="2022-11-30T06:09:58.836" v="126" actId="47"/>
        <pc:sldMkLst>
          <pc:docMk/>
          <pc:sldMk cId="0" sldId="438"/>
        </pc:sldMkLst>
      </pc:sldChg>
      <pc:sldChg chg="del">
        <pc:chgData name="Edara Sreelatha" userId="ef6a9e55797107a3" providerId="LiveId" clId="{1446985E-A079-4096-B55E-FF3F559EFA26}" dt="2022-11-30T06:09:59.117" v="127" actId="47"/>
        <pc:sldMkLst>
          <pc:docMk/>
          <pc:sldMk cId="0" sldId="439"/>
        </pc:sldMkLst>
      </pc:sldChg>
      <pc:sldChg chg="del">
        <pc:chgData name="Edara Sreelatha" userId="ef6a9e55797107a3" providerId="LiveId" clId="{1446985E-A079-4096-B55E-FF3F559EFA26}" dt="2022-11-30T06:09:59.405" v="128" actId="47"/>
        <pc:sldMkLst>
          <pc:docMk/>
          <pc:sldMk cId="0" sldId="44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1423AFD-A348-4F41-BA74-43CC51F3E801}" type="datetime3">
              <a:rPr lang="en-US"/>
              <a:pPr>
                <a:defRPr/>
              </a:pPr>
              <a:t>7 December 2022</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Euphemia" pitchFamily="34" charset="0"/>
              </a:defRPr>
            </a:lvl1pPr>
          </a:lstStyle>
          <a:p>
            <a:pPr>
              <a:defRPr/>
            </a:pPr>
            <a:fld id="{8A45D051-46F1-4F9D-A7E9-9E5FCEAB206F}" type="slidenum">
              <a:rPr lang="en-US" altLang="en-US"/>
              <a:pPr>
                <a:defRPr/>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D9682927-0613-4D18-A703-C091E90F7FE4}" type="datetime3">
              <a:rPr lang="en-US"/>
              <a:pPr>
                <a:defRPr/>
              </a:pPr>
              <a:t>7 December 2022</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Euphemia" pitchFamily="34" charset="0"/>
              </a:defRPr>
            </a:lvl1pPr>
          </a:lstStyle>
          <a:p>
            <a:pPr>
              <a:defRPr/>
            </a:pPr>
            <a:fld id="{21A65773-A6F6-462B-9354-9551C97D5475}"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8BC71C-82F4-441C-AB0B-18724F7540E7}" type="slidenum">
              <a:rPr lang="en-US" smtClean="0"/>
              <a:pPr/>
              <a:t>7</a:t>
            </a:fld>
            <a:endParaRPr lang="en-US"/>
          </a:p>
        </p:txBody>
      </p:sp>
      <p:sp>
        <p:nvSpPr>
          <p:cNvPr id="5" name="Header Placeholder 4"/>
          <p:cNvSpPr>
            <a:spLocks noGrp="1"/>
          </p:cNvSpPr>
          <p:nvPr>
            <p:ph type="hdr" sz="quarter" idx="11"/>
          </p:nvPr>
        </p:nvSpPr>
        <p:spPr/>
        <p:txBody>
          <a:bodyPr/>
          <a:lstStyle/>
          <a:p>
            <a:r>
              <a:rPr lang="en-US"/>
              <a:t>KL University</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sp>
        <p:nvSpPr>
          <p:cNvPr id="5" name="Rectangle 4"/>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pic>
        <p:nvPicPr>
          <p:cNvPr id="6" name="Picture 11"/>
          <p:cNvPicPr>
            <a:picLocks noChangeAspect="1" noChangeArrowheads="1"/>
          </p:cNvPicPr>
          <p:nvPr/>
        </p:nvPicPr>
        <p:blipFill>
          <a:blip r:embed="rId2"/>
          <a:srcRect/>
          <a:stretch>
            <a:fillRect/>
          </a:stretch>
        </p:blipFill>
        <p:spPr bwMode="auto">
          <a:xfrm>
            <a:off x="1320800" y="0"/>
            <a:ext cx="1752600" cy="2298700"/>
          </a:xfrm>
          <a:prstGeom prst="rect">
            <a:avLst/>
          </a:prstGeom>
          <a:noFill/>
          <a:ln w="9525">
            <a:noFill/>
            <a:miter lim="800000"/>
            <a:headEnd/>
            <a:tailEnd/>
          </a:ln>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p:cNvSpPr>
            <a:spLocks noGrp="1"/>
          </p:cNvSpPr>
          <p:nvPr>
            <p:ph type="dt" sz="half" idx="10"/>
          </p:nvPr>
        </p:nvSpPr>
        <p:spPr/>
        <p:txBody>
          <a:bodyPr/>
          <a:lstStyle>
            <a:lvl1pPr>
              <a:defRPr/>
            </a:lvl1pPr>
          </a:lstStyle>
          <a:p>
            <a:pPr>
              <a:defRPr/>
            </a:pPr>
            <a:fld id="{6AC24C8B-D3C4-4895-BEED-7EAD8C5E57C8}" type="datetime3">
              <a:rPr lang="en-US"/>
              <a:pPr>
                <a:defRPr/>
              </a:pPr>
              <a:t>7 December 2022</a:t>
            </a:fld>
            <a:endParaRPr dirty="0"/>
          </a:p>
        </p:txBody>
      </p:sp>
      <p:sp>
        <p:nvSpPr>
          <p:cNvPr id="8" name="Footer Placeholder 4"/>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9" name="Slide Number Placeholder 5"/>
          <p:cNvSpPr>
            <a:spLocks noGrp="1"/>
          </p:cNvSpPr>
          <p:nvPr>
            <p:ph type="sldNum" sz="quarter" idx="12"/>
          </p:nvPr>
        </p:nvSpPr>
        <p:spPr/>
        <p:txBody>
          <a:bodyPr/>
          <a:lstStyle>
            <a:lvl1pPr>
              <a:defRPr smtClean="0"/>
            </a:lvl1pPr>
          </a:lstStyle>
          <a:p>
            <a:pPr>
              <a:defRPr/>
            </a:pPr>
            <a:fld id="{AE9CCD24-3876-4C7C-A4F6-F90544E938EB}" type="slidenum">
              <a:rPr lang="en-US" altLang="en-US"/>
              <a:pPr>
                <a:defRPr/>
              </a:pPr>
              <a:t>‹#›</a:t>
            </a:fld>
            <a:endParaRPr lang="en-US" altLang="en-US"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lvl1pPr>
              <a:defRPr/>
            </a:lvl1pPr>
          </a:lstStyle>
          <a:p>
            <a:pPr>
              <a:defRPr/>
            </a:pPr>
            <a:fld id="{D8E7DA89-42A0-4A8F-AABA-40D2F567E698}" type="datetime3">
              <a:rPr lang="en-US"/>
              <a:pPr>
                <a:defRPr/>
              </a:pPr>
              <a:t>7 December 2022</a:t>
            </a:fld>
            <a:endParaRPr dirty="0"/>
          </a:p>
        </p:txBody>
      </p:sp>
      <p:sp>
        <p:nvSpPr>
          <p:cNvPr id="5" name="Footer Placeholder 4"/>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6" name="Slide Number Placeholder 5"/>
          <p:cNvSpPr>
            <a:spLocks noGrp="1"/>
          </p:cNvSpPr>
          <p:nvPr>
            <p:ph type="sldNum" sz="quarter" idx="12"/>
          </p:nvPr>
        </p:nvSpPr>
        <p:spPr/>
        <p:txBody>
          <a:bodyPr/>
          <a:lstStyle>
            <a:lvl1pPr>
              <a:defRPr smtClean="0"/>
            </a:lvl1pPr>
          </a:lstStyle>
          <a:p>
            <a:pPr>
              <a:defRPr/>
            </a:pPr>
            <a:fld id="{0AB23F99-A2CA-4F81-B477-F6A6353FB04F}" type="slidenum">
              <a:rPr lang="en-US" altLang="en-US"/>
              <a:pPr>
                <a:defRPr/>
              </a:pPr>
              <a:t>‹#›</a:t>
            </a:fld>
            <a:endParaRPr lang="en-US" altLang="en-US" dirty="0"/>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grpSp>
        <p:nvGrpSpPr>
          <p:cNvPr id="5" name="Group 12"/>
          <p:cNvGrpSpPr>
            <a:grpSpLocks/>
          </p:cNvGrpSpPr>
          <p:nvPr/>
        </p:nvGrpSpPr>
        <p:grpSpPr bwMode="auto">
          <a:xfrm rot="10800000">
            <a:off x="0" y="5645150"/>
            <a:ext cx="12192000" cy="63500"/>
            <a:chOff x="507492" y="1501519"/>
            <a:chExt cx="8129016" cy="63125"/>
          </a:xfrm>
        </p:grpSpPr>
        <p:cxnSp>
          <p:nvCxnSpPr>
            <p:cNvPr id="6" name="Straight Connector 5"/>
            <p:cNvCxnSpPr/>
            <p:nvPr/>
          </p:nvCxnSpPr>
          <p:spPr>
            <a:xfrm>
              <a:off x="541363"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41363"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Group 13"/>
          <p:cNvGrpSpPr>
            <a:grpSpLocks/>
          </p:cNvGrpSpPr>
          <p:nvPr/>
        </p:nvGrpSpPr>
        <p:grpSpPr bwMode="auto">
          <a:xfrm>
            <a:off x="0" y="1143000"/>
            <a:ext cx="12192000" cy="63500"/>
            <a:chOff x="507492" y="1501519"/>
            <a:chExt cx="8129016" cy="63125"/>
          </a:xfrm>
        </p:grpSpPr>
        <p:cxnSp>
          <p:nvCxnSpPr>
            <p:cNvPr id="9" name="Straight Connector 8"/>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2" name="Rectangle 11"/>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sp>
        <p:nvSpPr>
          <p:cNvPr id="13" name="Rectangle 12"/>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pic>
        <p:nvPicPr>
          <p:cNvPr id="14" name="Picture 19"/>
          <p:cNvPicPr>
            <a:picLocks noChangeAspect="1" noChangeArrowheads="1"/>
          </p:cNvPicPr>
          <p:nvPr/>
        </p:nvPicPr>
        <p:blipFill>
          <a:blip r:embed="rId2"/>
          <a:srcRect/>
          <a:stretch>
            <a:fillRect/>
          </a:stretch>
        </p:blipFill>
        <p:spPr bwMode="auto">
          <a:xfrm>
            <a:off x="1320800" y="0"/>
            <a:ext cx="1752600" cy="2298700"/>
          </a:xfrm>
          <a:prstGeom prst="rect">
            <a:avLst/>
          </a:prstGeom>
          <a:noFill/>
          <a:ln w="9525">
            <a:noFill/>
            <a:miter lim="800000"/>
            <a:headEnd/>
            <a:tailEnd/>
          </a:ln>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dirty="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Group 9"/>
          <p:cNvGrpSpPr>
            <a:grpSpLocks/>
          </p:cNvGrpSpPr>
          <p:nvPr/>
        </p:nvGrpSpPr>
        <p:grpSpPr bwMode="auto">
          <a:xfrm>
            <a:off x="0" y="2514600"/>
            <a:ext cx="12192000" cy="3194050"/>
            <a:chOff x="647402" y="2514600"/>
            <a:chExt cx="10838688" cy="3194035"/>
          </a:xfrm>
        </p:grpSpPr>
        <p:grpSp>
          <p:nvGrpSpPr>
            <p:cNvPr id="5" name="Group 10"/>
            <p:cNvGrpSpPr>
              <a:grpSpLocks/>
            </p:cNvGrpSpPr>
            <p:nvPr/>
          </p:nvGrpSpPr>
          <p:grpSpPr bwMode="auto">
            <a:xfrm>
              <a:off x="647402" y="2514600"/>
              <a:ext cx="10838688" cy="63500"/>
              <a:chOff x="507492" y="1501519"/>
              <a:chExt cx="8129016" cy="63500"/>
            </a:xfrm>
          </p:grpSpPr>
          <p:cxnSp>
            <p:nvCxnSpPr>
              <p:cNvPr id="10" name="Straight Connector 9"/>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grpSp>
          <p:nvGrpSpPr>
            <p:cNvPr id="7" name="Group 14"/>
            <p:cNvGrpSpPr>
              <a:grpSpLocks/>
            </p:cNvGrpSpPr>
            <p:nvPr/>
          </p:nvGrpSpPr>
          <p:grpSpPr bwMode="auto">
            <a:xfrm rot="10800000">
              <a:off x="602241" y="5645135"/>
              <a:ext cx="10838688" cy="63500"/>
              <a:chOff x="541362" y="1501519"/>
              <a:chExt cx="8129016" cy="63500"/>
            </a:xfrm>
          </p:grpSpPr>
          <p:cxnSp>
            <p:nvCxnSpPr>
              <p:cNvPr id="8" name="Straight Connector 7"/>
              <p:cNvCxnSpPr/>
              <p:nvPr/>
            </p:nvCxnSpPr>
            <p:spPr>
              <a:xfrm>
                <a:off x="54136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4136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9"/>
          <p:cNvPicPr>
            <a:picLocks noChangeAspect="1" noChangeArrowheads="1"/>
          </p:cNvPicPr>
          <p:nvPr/>
        </p:nvPicPr>
        <p:blipFill>
          <a:blip r:embed="rId2"/>
          <a:srcRect/>
          <a:stretch>
            <a:fillRect/>
          </a:stretch>
        </p:blipFill>
        <p:spPr bwMode="auto">
          <a:xfrm>
            <a:off x="1320800" y="0"/>
            <a:ext cx="1790700" cy="2984500"/>
          </a:xfrm>
          <a:prstGeom prst="rect">
            <a:avLst/>
          </a:prstGeom>
          <a:noFill/>
          <a:ln w="9525">
            <a:noFill/>
            <a:miter lim="800000"/>
            <a:headEnd/>
            <a:tailEnd/>
          </a:ln>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p:cNvSpPr>
            <a:spLocks noGrp="1"/>
          </p:cNvSpPr>
          <p:nvPr>
            <p:ph type="dt" sz="half" idx="10"/>
          </p:nvPr>
        </p:nvSpPr>
        <p:spPr/>
        <p:txBody>
          <a:bodyPr/>
          <a:lstStyle>
            <a:lvl1pPr>
              <a:defRPr/>
            </a:lvl1pPr>
          </a:lstStyle>
          <a:p>
            <a:pPr>
              <a:defRPr/>
            </a:pPr>
            <a:fld id="{83C48D8C-7356-4AD9-8B59-8A9F83EA6DD7}" type="datetime3">
              <a:rPr lang="en-US"/>
              <a:pPr>
                <a:defRPr/>
              </a:pPr>
              <a:t>7 December 2022</a:t>
            </a:fld>
            <a:endParaRPr dirty="0"/>
          </a:p>
        </p:txBody>
      </p:sp>
      <p:sp>
        <p:nvSpPr>
          <p:cNvPr id="14" name="Footer Placeholder 4"/>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15" name="Slide Number Placeholder 5"/>
          <p:cNvSpPr>
            <a:spLocks noGrp="1"/>
          </p:cNvSpPr>
          <p:nvPr>
            <p:ph type="sldNum" sz="quarter" idx="12"/>
          </p:nvPr>
        </p:nvSpPr>
        <p:spPr/>
        <p:txBody>
          <a:bodyPr/>
          <a:lstStyle>
            <a:lvl1pPr>
              <a:defRPr smtClean="0"/>
            </a:lvl1pPr>
          </a:lstStyle>
          <a:p>
            <a:pPr>
              <a:defRPr/>
            </a:pPr>
            <a:fld id="{6925BE29-118E-4718-B95C-99241A3A2EA1}" type="slidenum">
              <a:rPr lang="en-US" altLang="en-US"/>
              <a:pPr>
                <a:defRPr/>
              </a:pPr>
              <a:t>‹#›</a:t>
            </a:fld>
            <a:endParaRPr lang="en-US" altLang="en-US" dirty="0"/>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lvl1pPr>
              <a:defRPr/>
            </a:lvl1pPr>
          </a:lstStyle>
          <a:p>
            <a:pPr>
              <a:defRPr/>
            </a:pPr>
            <a:fld id="{7EFB412B-2535-4814-92EC-070AE40D4A9E}" type="datetime3">
              <a:rPr lang="en-US"/>
              <a:pPr>
                <a:defRPr/>
              </a:pPr>
              <a:t>7 December 2022</a:t>
            </a:fld>
            <a:endParaRPr dirty="0"/>
          </a:p>
        </p:txBody>
      </p:sp>
      <p:sp>
        <p:nvSpPr>
          <p:cNvPr id="6" name="Footer Placeholder 5"/>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7" name="Slide Number Placeholder 6"/>
          <p:cNvSpPr>
            <a:spLocks noGrp="1"/>
          </p:cNvSpPr>
          <p:nvPr>
            <p:ph type="sldNum" sz="quarter" idx="12"/>
          </p:nvPr>
        </p:nvSpPr>
        <p:spPr/>
        <p:txBody>
          <a:bodyPr/>
          <a:lstStyle>
            <a:lvl1pPr>
              <a:defRPr smtClean="0"/>
            </a:lvl1pPr>
          </a:lstStyle>
          <a:p>
            <a:pPr>
              <a:defRPr/>
            </a:pPr>
            <a:fld id="{3A3F451F-791C-47FA-BDB3-5521910D9A5E}" type="slidenum">
              <a:rPr lang="en-US" altLang="en-US"/>
              <a:pPr>
                <a:defRPr/>
              </a:pPr>
              <a:t>‹#›</a:t>
            </a:fld>
            <a:endParaRPr lang="en-US" altLang="en-US" dirty="0"/>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lvl1pPr>
              <a:defRPr/>
            </a:lvl1pPr>
          </a:lstStyle>
          <a:p>
            <a:pPr>
              <a:defRPr/>
            </a:pPr>
            <a:fld id="{4B4E9D6B-1869-4CA8-AC2D-CF72C53308B7}" type="datetime3">
              <a:rPr lang="en-US"/>
              <a:pPr>
                <a:defRPr/>
              </a:pPr>
              <a:t>7 December 2022</a:t>
            </a:fld>
            <a:endParaRPr dirty="0"/>
          </a:p>
        </p:txBody>
      </p:sp>
      <p:sp>
        <p:nvSpPr>
          <p:cNvPr id="8" name="Footer Placeholder 7"/>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9" name="Slide Number Placeholder 8"/>
          <p:cNvSpPr>
            <a:spLocks noGrp="1"/>
          </p:cNvSpPr>
          <p:nvPr>
            <p:ph type="sldNum" sz="quarter" idx="12"/>
          </p:nvPr>
        </p:nvSpPr>
        <p:spPr/>
        <p:txBody>
          <a:bodyPr/>
          <a:lstStyle>
            <a:lvl1pPr>
              <a:defRPr smtClean="0"/>
            </a:lvl1pPr>
          </a:lstStyle>
          <a:p>
            <a:pPr>
              <a:defRPr/>
            </a:pPr>
            <a:fld id="{43F10703-B4D3-466E-8056-EC5379923E6E}" type="slidenum">
              <a:rPr lang="en-US" altLang="en-US"/>
              <a:pPr>
                <a:defRPr/>
              </a:pPr>
              <a:t>‹#›</a:t>
            </a:fld>
            <a:endParaRPr lang="en-US" altLang="en-US" dirty="0"/>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lvl1pPr>
              <a:defRPr/>
            </a:lvl1pPr>
          </a:lstStyle>
          <a:p>
            <a:pPr>
              <a:defRPr/>
            </a:pPr>
            <a:fld id="{8E3CF9D8-412F-4779-B410-149BF355B81F}" type="datetime3">
              <a:rPr lang="en-US"/>
              <a:pPr>
                <a:defRPr/>
              </a:pPr>
              <a:t>7 December 2022</a:t>
            </a:fld>
            <a:endParaRPr dirty="0"/>
          </a:p>
        </p:txBody>
      </p:sp>
      <p:sp>
        <p:nvSpPr>
          <p:cNvPr id="4" name="Footer Placeholder 3"/>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5" name="Slide Number Placeholder 4"/>
          <p:cNvSpPr>
            <a:spLocks noGrp="1"/>
          </p:cNvSpPr>
          <p:nvPr>
            <p:ph type="sldNum" sz="quarter" idx="12"/>
          </p:nvPr>
        </p:nvSpPr>
        <p:spPr/>
        <p:txBody>
          <a:bodyPr/>
          <a:lstStyle>
            <a:lvl1pPr>
              <a:defRPr smtClean="0"/>
            </a:lvl1pPr>
          </a:lstStyle>
          <a:p>
            <a:pPr>
              <a:defRPr/>
            </a:pPr>
            <a:fld id="{80155972-4358-4A1D-AA81-0836A96E803F}" type="slidenum">
              <a:rPr lang="en-US" altLang="en-US"/>
              <a:pPr>
                <a:defRPr/>
              </a:pPr>
              <a:t>‹#›</a:t>
            </a:fld>
            <a:endParaRPr lang="en-US" altLang="en-US" dirty="0"/>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37C34603-B310-447F-A3E6-DDD7A91E7A47}" type="datetime3">
              <a:rPr lang="en-US"/>
              <a:pPr>
                <a:defRPr/>
              </a:pPr>
              <a:t>7 December 2022</a:t>
            </a:fld>
            <a:endParaRPr dirty="0"/>
          </a:p>
        </p:txBody>
      </p:sp>
      <p:sp>
        <p:nvSpPr>
          <p:cNvPr id="3" name="Footer Placeholder 2"/>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4" name="Slide Number Placeholder 3"/>
          <p:cNvSpPr>
            <a:spLocks noGrp="1"/>
          </p:cNvSpPr>
          <p:nvPr>
            <p:ph type="sldNum" sz="quarter" idx="12"/>
          </p:nvPr>
        </p:nvSpPr>
        <p:spPr/>
        <p:txBody>
          <a:bodyPr/>
          <a:lstStyle>
            <a:lvl1pPr>
              <a:defRPr smtClean="0"/>
            </a:lvl1pPr>
          </a:lstStyle>
          <a:p>
            <a:pPr>
              <a:defRPr/>
            </a:pPr>
            <a:fld id="{8731F13A-DA1B-4BF3-BA95-BFC70ABFF7B5}" type="slidenum">
              <a:rPr lang="en-US" altLang="en-US"/>
              <a:pPr>
                <a:defRPr/>
              </a:pPr>
              <a:t>‹#›</a:t>
            </a:fld>
            <a:endParaRPr lang="en-US" altLang="en-US" dirty="0"/>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lvl1pPr>
              <a:defRPr/>
            </a:lvl1pPr>
          </a:lstStyle>
          <a:p>
            <a:pPr>
              <a:defRPr/>
            </a:pPr>
            <a:fld id="{15929729-50A0-4C5F-BB3E-CD0BEE4E07BA}" type="datetime3">
              <a:rPr lang="en-US"/>
              <a:pPr>
                <a:defRPr/>
              </a:pPr>
              <a:t>7 December 2022</a:t>
            </a:fld>
            <a:endParaRPr dirty="0"/>
          </a:p>
        </p:txBody>
      </p:sp>
      <p:sp>
        <p:nvSpPr>
          <p:cNvPr id="6" name="Footer Placeholder 5"/>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7" name="Slide Number Placeholder 6"/>
          <p:cNvSpPr>
            <a:spLocks noGrp="1"/>
          </p:cNvSpPr>
          <p:nvPr>
            <p:ph type="sldNum" sz="quarter" idx="12"/>
          </p:nvPr>
        </p:nvSpPr>
        <p:spPr/>
        <p:txBody>
          <a:bodyPr/>
          <a:lstStyle>
            <a:lvl1pPr>
              <a:defRPr smtClean="0"/>
            </a:lvl1pPr>
          </a:lstStyle>
          <a:p>
            <a:pPr>
              <a:defRPr/>
            </a:pPr>
            <a:fld id="{241B6B3A-E60A-4EF3-8412-FBC2CAC22330}" type="slidenum">
              <a:rPr lang="en-US" altLang="en-US"/>
              <a:pPr>
                <a:defRPr/>
              </a:pPr>
              <a:t>‹#›</a:t>
            </a:fld>
            <a:endParaRPr lang="en-US" altLang="en-US" dirty="0"/>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dirty="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lvl1pPr>
              <a:defRPr/>
            </a:lvl1pPr>
          </a:lstStyle>
          <a:p>
            <a:pPr>
              <a:defRPr/>
            </a:pPr>
            <a:fld id="{3C85E831-E5C4-499D-8D0A-001BA114513C}" type="datetime3">
              <a:rPr lang="en-US"/>
              <a:pPr>
                <a:defRPr/>
              </a:pPr>
              <a:t>7 December 2022</a:t>
            </a:fld>
            <a:endParaRPr dirty="0"/>
          </a:p>
        </p:txBody>
      </p:sp>
      <p:sp>
        <p:nvSpPr>
          <p:cNvPr id="6" name="Footer Placeholder 5"/>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7" name="Slide Number Placeholder 6"/>
          <p:cNvSpPr>
            <a:spLocks noGrp="1"/>
          </p:cNvSpPr>
          <p:nvPr>
            <p:ph type="sldNum" sz="quarter" idx="12"/>
          </p:nvPr>
        </p:nvSpPr>
        <p:spPr/>
        <p:txBody>
          <a:bodyPr/>
          <a:lstStyle>
            <a:lvl1pPr>
              <a:defRPr smtClean="0"/>
            </a:lvl1pPr>
          </a:lstStyle>
          <a:p>
            <a:pPr>
              <a:defRPr/>
            </a:pPr>
            <a:fld id="{33117649-796C-4895-9F76-0DDCC8C04DEA}" type="slidenum">
              <a:rPr lang="en-US" altLang="en-US"/>
              <a:pPr>
                <a:defRPr/>
              </a:pPr>
              <a:t>‹#›</a:t>
            </a:fld>
            <a:endParaRPr lang="en-US" altLang="en-US" dirty="0"/>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lvl1pPr>
              <a:defRPr/>
            </a:lvl1pPr>
          </a:lstStyle>
          <a:p>
            <a:pPr>
              <a:defRPr/>
            </a:pPr>
            <a:fld id="{7043B6C3-6447-4AE1-BA66-4868C4A6EEB4}" type="datetime3">
              <a:rPr lang="en-US"/>
              <a:pPr>
                <a:defRPr/>
              </a:pPr>
              <a:t>7 December 2022</a:t>
            </a:fld>
            <a:endParaRPr dirty="0"/>
          </a:p>
        </p:txBody>
      </p:sp>
      <p:sp>
        <p:nvSpPr>
          <p:cNvPr id="5" name="Footer Placeholder 4"/>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6" name="Slide Number Placeholder 5"/>
          <p:cNvSpPr>
            <a:spLocks noGrp="1"/>
          </p:cNvSpPr>
          <p:nvPr>
            <p:ph type="sldNum" sz="quarter" idx="12"/>
          </p:nvPr>
        </p:nvSpPr>
        <p:spPr/>
        <p:txBody>
          <a:bodyPr/>
          <a:lstStyle>
            <a:lvl1pPr>
              <a:defRPr smtClean="0"/>
            </a:lvl1pPr>
          </a:lstStyle>
          <a:p>
            <a:pPr>
              <a:defRPr/>
            </a:pPr>
            <a:fld id="{D66E943E-EB32-4A2B-9387-FA0A0CEBB27D}" type="slidenum">
              <a:rPr lang="en-US" altLang="en-US"/>
              <a:pPr>
                <a:defRPr/>
              </a:pPr>
              <a:t>‹#›</a:t>
            </a:fld>
            <a:endParaRPr lang="en-US" altLang="en-US" dirty="0"/>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9"/>
          <p:cNvGrpSpPr>
            <a:grpSpLocks/>
          </p:cNvGrpSpPr>
          <p:nvPr/>
        </p:nvGrpSpPr>
        <p:grpSpPr bwMode="auto">
          <a:xfrm rot="5400000">
            <a:off x="6513513" y="3228975"/>
            <a:ext cx="5634038" cy="84137"/>
            <a:chOff x="1073150" y="1219201"/>
            <a:chExt cx="10058400" cy="63125"/>
          </a:xfrm>
        </p:grpSpPr>
        <p:cxnSp>
          <p:nvCxnSpPr>
            <p:cNvPr id="5" name="Straight Connector 4"/>
            <p:cNvCxnSpPr/>
            <p:nvPr/>
          </p:nvCxnSpPr>
          <p:spPr>
            <a:xfrm rot="10800000">
              <a:off x="1073151" y="1181088"/>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10800000">
              <a:off x="1073151" y="1244213"/>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p:cNvSpPr>
            <a:spLocks noGrp="1"/>
          </p:cNvSpPr>
          <p:nvPr>
            <p:ph type="dt" sz="half" idx="10"/>
          </p:nvPr>
        </p:nvSpPr>
        <p:spPr/>
        <p:txBody>
          <a:bodyPr/>
          <a:lstStyle>
            <a:lvl1pPr>
              <a:defRPr/>
            </a:lvl1pPr>
          </a:lstStyle>
          <a:p>
            <a:pPr>
              <a:defRPr/>
            </a:pPr>
            <a:fld id="{DFB64625-BC99-46D0-B896-61CAB8F2B696}" type="datetime3">
              <a:rPr lang="en-US"/>
              <a:pPr>
                <a:defRPr/>
              </a:pPr>
              <a:t>7 December 2022</a:t>
            </a:fld>
            <a:endParaRPr dirty="0"/>
          </a:p>
        </p:txBody>
      </p:sp>
      <p:sp>
        <p:nvSpPr>
          <p:cNvPr id="8" name="Footer Placeholder 4"/>
          <p:cNvSpPr>
            <a:spLocks noGrp="1"/>
          </p:cNvSpPr>
          <p:nvPr>
            <p:ph type="ftr" sz="quarter" idx="11"/>
          </p:nvPr>
        </p:nvSpPr>
        <p:spPr/>
        <p:txBody>
          <a:bodyPr/>
          <a:lstStyle>
            <a:lvl1pPr>
              <a:defRPr/>
            </a:lvl1pPr>
          </a:lstStyle>
          <a:p>
            <a:pPr>
              <a:defRPr/>
            </a:pPr>
            <a:r>
              <a:rPr lang="en-IN" dirty="0"/>
              <a:t>QUANTITATIVE APTITUDE &amp; REASONING DIVISION</a:t>
            </a:r>
            <a:endParaRPr dirty="0"/>
          </a:p>
        </p:txBody>
      </p:sp>
      <p:sp>
        <p:nvSpPr>
          <p:cNvPr id="9" name="Slide Number Placeholder 5"/>
          <p:cNvSpPr>
            <a:spLocks noGrp="1"/>
          </p:cNvSpPr>
          <p:nvPr>
            <p:ph type="sldNum" sz="quarter" idx="12"/>
          </p:nvPr>
        </p:nvSpPr>
        <p:spPr/>
        <p:txBody>
          <a:bodyPr/>
          <a:lstStyle>
            <a:lvl1pPr>
              <a:defRPr smtClean="0"/>
            </a:lvl1pPr>
          </a:lstStyle>
          <a:p>
            <a:pPr>
              <a:defRPr/>
            </a:pPr>
            <a:fld id="{34DC0E89-6AFA-4BE8-8F69-4A7852F41A04}" type="slidenum">
              <a:rPr lang="en-US" altLang="en-US"/>
              <a:pPr>
                <a:defRPr/>
              </a:pPr>
              <a:t>‹#›</a:t>
            </a:fld>
            <a:endParaRPr lang="en-US" altLang="en-US" dirty="0"/>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DEC"/>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104900" y="76200"/>
            <a:ext cx="9980613" cy="1096963"/>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fld id="{3BAAAE0A-E460-4A7A-A0E3-46453CB76F1B}" type="datetime3">
              <a:rPr lang="en-US"/>
              <a:pPr>
                <a:defRPr/>
              </a:pPr>
              <a:t>7 December 2022</a:t>
            </a:fld>
            <a:endParaRPr lang="en-US" dirty="0"/>
          </a:p>
        </p:txBody>
      </p:sp>
      <p:sp>
        <p:nvSpPr>
          <p:cNvPr id="5" name="Footer Placeholder 4"/>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US" dirty="0"/>
              <a:t>QUANTITATIVE APTITUDE &amp; REASONING DIVISION</a:t>
            </a:r>
          </a:p>
        </p:txBody>
      </p:sp>
      <p:sp>
        <p:nvSpPr>
          <p:cNvPr id="6" name="Slide Number Placeholder 5"/>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smtClean="0">
                <a:solidFill>
                  <a:srgbClr val="3D3632"/>
                </a:solidFill>
                <a:latin typeface="Euphemia" pitchFamily="34" charset="0"/>
              </a:defRPr>
            </a:lvl1pPr>
          </a:lstStyle>
          <a:p>
            <a:pPr>
              <a:defRPr/>
            </a:pPr>
            <a:fld id="{302D7B5D-839D-496A-8B2F-63500702F7C4}" type="slidenum">
              <a:rPr lang="en-US" altLang="en-US"/>
              <a:pPr>
                <a:defRPr/>
              </a:pPr>
              <a:t>‹#›</a:t>
            </a:fld>
            <a:endParaRPr lang="en-US" altLang="en-US" dirty="0"/>
          </a:p>
        </p:txBody>
      </p:sp>
      <p:grpSp>
        <p:nvGrpSpPr>
          <p:cNvPr id="1031" name="Group 14"/>
          <p:cNvGrpSpPr>
            <a:grpSpLocks/>
          </p:cNvGrpSpPr>
          <p:nvPr/>
        </p:nvGrpSpPr>
        <p:grpSpPr bwMode="auto">
          <a:xfrm>
            <a:off x="1103313" y="1219200"/>
            <a:ext cx="9985375" cy="84138"/>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 id="2147484423" r:id="rId7"/>
    <p:sldLayoutId id="2147484424" r:id="rId8"/>
    <p:sldLayoutId id="2147484425" r:id="rId9"/>
    <p:sldLayoutId id="2147484426" r:id="rId10"/>
    <p:sldLayoutId id="2147484427" r:id="rId11"/>
    <p:sldLayoutId id="2147484428" r:id="rId12"/>
  </p:sldLayoutIdLst>
  <p:transition spd="med">
    <p:fade/>
  </p:transition>
  <p:hf hdr="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www.thebluediamondgallery.com/wooden-tile/t/thank-you.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44500" y="2546350"/>
            <a:ext cx="6302375" cy="2219325"/>
          </a:xfrm>
        </p:spPr>
        <p:txBody>
          <a:bodyPr rtlCol="0">
            <a:normAutofit/>
          </a:bodyPr>
          <a:lstStyle/>
          <a:p>
            <a:pPr algn="ctr" eaLnBrk="1" fontAlgn="auto" hangingPunct="1">
              <a:spcAft>
                <a:spcPts val="0"/>
              </a:spcAft>
              <a:defRPr/>
            </a:pPr>
            <a:r>
              <a:rPr lang="en-US" b="1" i="1" dirty="0">
                <a:solidFill>
                  <a:schemeClr val="tx2"/>
                </a:solidFill>
                <a:latin typeface="Cambria" pitchFamily="18" charset="0"/>
              </a:rPr>
              <a:t>Welcome</a:t>
            </a:r>
            <a:br>
              <a:rPr lang="en-US" b="1" i="1" dirty="0">
                <a:solidFill>
                  <a:schemeClr val="tx2"/>
                </a:solidFill>
                <a:latin typeface="Cambria" pitchFamily="18" charset="0"/>
              </a:rPr>
            </a:br>
            <a:r>
              <a:rPr lang="en-US" b="1" i="1" dirty="0">
                <a:solidFill>
                  <a:schemeClr val="tx2"/>
                </a:solidFill>
                <a:latin typeface="Cambria" pitchFamily="18" charset="0"/>
              </a:rPr>
              <a:t>TO</a:t>
            </a:r>
            <a:br>
              <a:rPr lang="en-US" b="1" i="1" dirty="0">
                <a:solidFill>
                  <a:schemeClr val="tx2"/>
                </a:solidFill>
                <a:latin typeface="Cambria" pitchFamily="18" charset="0"/>
              </a:rPr>
            </a:br>
            <a:r>
              <a:rPr lang="en-US" b="1" i="1" dirty="0">
                <a:solidFill>
                  <a:schemeClr val="tx2"/>
                </a:solidFill>
                <a:latin typeface="Cambria" pitchFamily="18" charset="0"/>
              </a:rPr>
              <a:t>PSS-1</a:t>
            </a:r>
            <a:endParaRPr lang="en-US" b="1" i="1" dirty="0">
              <a:solidFill>
                <a:schemeClr val="tx2"/>
              </a:solidFill>
            </a:endParaRPr>
          </a:p>
        </p:txBody>
      </p:sp>
      <p:pic>
        <p:nvPicPr>
          <p:cNvPr id="14339" name="Picture 2" descr="KL Deemed to be University Logo"/>
          <p:cNvPicPr>
            <a:picLocks noChangeAspect="1" noChangeArrowheads="1"/>
          </p:cNvPicPr>
          <p:nvPr/>
        </p:nvPicPr>
        <p:blipFill>
          <a:blip r:embed="rId3"/>
          <a:srcRect/>
          <a:stretch>
            <a:fillRect/>
          </a:stretch>
        </p:blipFill>
        <p:spPr bwMode="auto">
          <a:xfrm>
            <a:off x="9469438" y="26988"/>
            <a:ext cx="3576637" cy="1077912"/>
          </a:xfrm>
          <a:prstGeom prst="rect">
            <a:avLst/>
          </a:prstGeom>
          <a:noFill/>
          <a:ln w="9525">
            <a:noFill/>
            <a:miter lim="800000"/>
            <a:headEnd/>
            <a:tailEnd/>
          </a:ln>
        </p:spPr>
      </p:pic>
      <p:pic>
        <p:nvPicPr>
          <p:cNvPr id="9" name="Picture Placeholder 8"/>
          <p:cNvPicPr>
            <a:picLocks noGrp="1" noChangeAspect="1" noChangeArrowheads="1"/>
          </p:cNvPicPr>
          <p:nvPr>
            <p:ph type="pic" sz="quarter" idx="13"/>
          </p:nvPr>
        </p:nvPicPr>
        <p:blipFill>
          <a:blip r:embed="rId4"/>
          <a:srcRect l="8724" r="8724"/>
          <a:stretch/>
        </p:blipFill>
        <p:spPr bwMode="auto">
          <a:xfrm>
            <a:off x="6999288" y="1320800"/>
            <a:ext cx="5210175" cy="4254500"/>
          </a:xfrm>
        </p:spPr>
      </p:pic>
      <p:sp>
        <p:nvSpPr>
          <p:cNvPr id="2" name="TextBox 1"/>
          <p:cNvSpPr txBox="1"/>
          <p:nvPr/>
        </p:nvSpPr>
        <p:spPr>
          <a:xfrm rot="20025114">
            <a:off x="8187393" y="4624759"/>
            <a:ext cx="1047672" cy="400110"/>
          </a:xfrm>
          <a:prstGeom prst="rect">
            <a:avLst/>
          </a:prstGeom>
          <a:noFill/>
        </p:spPr>
        <p:txBody>
          <a:bodyPr>
            <a:spAutoFit/>
          </a:bodyPr>
          <a:lstStyle/>
          <a:p>
            <a:pPr algn="ctr">
              <a:defRPr/>
            </a:pPr>
            <a:r>
              <a:rPr lang="en-US" sz="1000" dirty="0">
                <a:highlight>
                  <a:srgbClr val="C0C0C0"/>
                </a:highlight>
                <a:latin typeface="Arial" panose="020B0604020202020204" pitchFamily="34" charset="0"/>
                <a:cs typeface="Arial" panose="020B0604020202020204" pitchFamily="34" charset="0"/>
              </a:rPr>
              <a:t>QUANT &amp;</a:t>
            </a:r>
          </a:p>
          <a:p>
            <a:pPr algn="ctr">
              <a:defRPr/>
            </a:pPr>
            <a:r>
              <a:rPr lang="en-US" sz="1000" dirty="0">
                <a:highlight>
                  <a:srgbClr val="C0C0C0"/>
                </a:highlight>
                <a:latin typeface="Arial" panose="020B0604020202020204" pitchFamily="34" charset="0"/>
                <a:cs typeface="Arial" panose="020B0604020202020204" pitchFamily="34" charset="0"/>
              </a:rPr>
              <a:t>REASONING</a:t>
            </a:r>
            <a:endParaRPr lang="en-IN" sz="1000" dirty="0">
              <a:highlight>
                <a:srgbClr val="C0C0C0"/>
              </a:highlight>
              <a:latin typeface="Arial" panose="020B0604020202020204" pitchFamily="34" charset="0"/>
              <a:cs typeface="Arial" panose="020B0604020202020204" pitchFamily="34" charset="0"/>
            </a:endParaRPr>
          </a:p>
        </p:txBody>
      </p:sp>
      <p:sp>
        <p:nvSpPr>
          <p:cNvPr id="14342" name="TextBox 2"/>
          <p:cNvSpPr txBox="1">
            <a:spLocks noChangeArrowheads="1"/>
          </p:cNvSpPr>
          <p:nvPr/>
        </p:nvSpPr>
        <p:spPr bwMode="auto">
          <a:xfrm>
            <a:off x="10280650" y="731838"/>
            <a:ext cx="2014538" cy="461962"/>
          </a:xfrm>
          <a:prstGeom prst="rect">
            <a:avLst/>
          </a:prstGeom>
          <a:noFill/>
          <a:ln w="9525">
            <a:noFill/>
            <a:miter lim="800000"/>
            <a:headEnd/>
            <a:tailEnd/>
          </a:ln>
        </p:spPr>
        <p:txBody>
          <a:bodyPr>
            <a:spAutoFit/>
          </a:bodyPr>
          <a:lstStyle/>
          <a:p>
            <a:r>
              <a:rPr lang="en-IN" altLang="en-US" sz="2400" dirty="0">
                <a:solidFill>
                  <a:schemeClr val="bg1"/>
                </a:solidFill>
              </a:rPr>
              <a:t>university</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3048925" y="2590799"/>
            <a:ext cx="5652654" cy="1884219"/>
          </a:xfrm>
        </p:spPr>
        <p:txBody>
          <a:bodyPr/>
          <a:lstStyle/>
          <a:p>
            <a:pPr algn="ctr"/>
            <a:r>
              <a:rPr lang="en-IN" altLang="en-US" sz="4800" dirty="0">
                <a:solidFill>
                  <a:srgbClr val="FF0000"/>
                </a:solidFill>
                <a:latin typeface="Cambria" pitchFamily="18" charset="0"/>
                <a:ea typeface="Cambria" pitchFamily="18" charset="0"/>
                <a:cs typeface="Cambria" pitchFamily="18" charset="0"/>
              </a:rPr>
              <a:t>Averages</a:t>
            </a:r>
            <a:br>
              <a:rPr lang="en-IN" altLang="en-US" sz="4800" dirty="0">
                <a:solidFill>
                  <a:srgbClr val="FF0000"/>
                </a:solidFill>
                <a:latin typeface="Cambria" pitchFamily="18" charset="0"/>
                <a:ea typeface="Cambria" pitchFamily="18" charset="0"/>
                <a:cs typeface="Cambria" pitchFamily="18" charset="0"/>
              </a:rPr>
            </a:br>
            <a:r>
              <a:rPr lang="en-IN" altLang="en-US" sz="4800" dirty="0">
                <a:solidFill>
                  <a:srgbClr val="FF0000"/>
                </a:solidFill>
                <a:latin typeface="Cambria" pitchFamily="18" charset="0"/>
                <a:ea typeface="Cambria" pitchFamily="18" charset="0"/>
                <a:cs typeface="Cambria" pitchFamily="18" charset="0"/>
              </a:rPr>
              <a:t>&amp;</a:t>
            </a:r>
            <a:br>
              <a:rPr lang="en-IN" altLang="en-US" sz="4800" dirty="0">
                <a:solidFill>
                  <a:srgbClr val="FF0000"/>
                </a:solidFill>
                <a:latin typeface="Cambria" pitchFamily="18" charset="0"/>
                <a:ea typeface="Cambria" pitchFamily="18" charset="0"/>
                <a:cs typeface="Cambria" pitchFamily="18" charset="0"/>
              </a:rPr>
            </a:br>
            <a:r>
              <a:rPr lang="en-IN" altLang="en-US" sz="4800" dirty="0" err="1">
                <a:solidFill>
                  <a:srgbClr val="FF0000"/>
                </a:solidFill>
                <a:latin typeface="Cambria" pitchFamily="18" charset="0"/>
                <a:ea typeface="Cambria" pitchFamily="18" charset="0"/>
                <a:cs typeface="Cambria" pitchFamily="18" charset="0"/>
              </a:rPr>
              <a:t>Alligations</a:t>
            </a:r>
            <a:endParaRPr lang="en-IN" altLang="en-US" sz="4800" dirty="0">
              <a:solidFill>
                <a:srgbClr val="FF0000"/>
              </a:solidFill>
              <a:latin typeface="Cambria" pitchFamily="18" charset="0"/>
              <a:ea typeface="Cambria" pitchFamily="18" charset="0"/>
              <a:cs typeface="Cambria" pitchFamily="18" charset="0"/>
            </a:endParaRPr>
          </a:p>
        </p:txBody>
      </p:sp>
      <p:sp>
        <p:nvSpPr>
          <p:cNvPr id="4" name="Date Placeholder 3"/>
          <p:cNvSpPr>
            <a:spLocks noGrp="1"/>
          </p:cNvSpPr>
          <p:nvPr>
            <p:ph type="dt" sz="quarter" idx="10"/>
          </p:nvPr>
        </p:nvSpPr>
        <p:spPr/>
        <p:txBody>
          <a:bodyPr/>
          <a:lstStyle/>
          <a:p>
            <a:pPr>
              <a:defRPr/>
            </a:pPr>
            <a:fld id="{DA99F02E-E5F1-4921-A802-627C60B1E8E4}" type="datetime3">
              <a:rPr lang="en-US" smtClean="0"/>
              <a:pPr>
                <a:defRPr/>
              </a:pPr>
              <a:t>7 December 2022</a:t>
            </a:fld>
            <a:endParaRPr lang="en-US"/>
          </a:p>
        </p:txBody>
      </p:sp>
      <p:sp>
        <p:nvSpPr>
          <p:cNvPr id="5" name="Footer Placeholder 4"/>
          <p:cNvSpPr>
            <a:spLocks noGrp="1"/>
          </p:cNvSpPr>
          <p:nvPr>
            <p:ph type="ftr" sz="quarter" idx="11"/>
          </p:nvPr>
        </p:nvSpPr>
        <p:spPr>
          <a:xfrm>
            <a:off x="2933700" y="6099175"/>
            <a:ext cx="6324600" cy="622300"/>
          </a:xfrm>
        </p:spPr>
        <p:txBody>
          <a:bodyPr/>
          <a:lstStyle/>
          <a:p>
            <a:pPr>
              <a:defRPr/>
            </a:pPr>
            <a:r>
              <a:rPr lang="en-IN" sz="1800" b="1" dirty="0">
                <a:solidFill>
                  <a:srgbClr val="C00000"/>
                </a:solidFill>
                <a:latin typeface="Cambria" panose="02040503050406030204" pitchFamily="18" charset="0"/>
                <a:ea typeface="Cambria" panose="02040503050406030204" pitchFamily="18" charset="0"/>
              </a:rPr>
              <a:t>QUANTITATIVE APTITUDE &amp; REASONING DIVISION</a:t>
            </a:r>
          </a:p>
        </p:txBody>
      </p:sp>
      <p:sp>
        <p:nvSpPr>
          <p:cNvPr id="15365" name="Slide Number Placeholder 5"/>
          <p:cNvSpPr>
            <a:spLocks noGrp="1" noChangeArrowheads="1"/>
          </p:cNvSpPr>
          <p:nvPr>
            <p:ph type="sldNum" sz="quarter" idx="12"/>
          </p:nvPr>
        </p:nvSpPr>
        <p:spPr bwMode="auto">
          <a:noFill/>
          <a:ln>
            <a:miter lim="800000"/>
            <a:headEnd/>
            <a:tailEnd/>
          </a:ln>
        </p:spPr>
        <p:txBody>
          <a:bodyPr/>
          <a:lstStyle/>
          <a:p>
            <a:fld id="{426E8325-8C0D-41ED-B4A1-244DF64C03BB}" type="slidenum">
              <a:rPr lang="en-US" altLang="en-US"/>
              <a:pPr/>
              <a:t>2</a:t>
            </a:fld>
            <a:endParaRPr lang="en-US" altLang="en-US"/>
          </a:p>
        </p:txBody>
      </p:sp>
      <p:pic>
        <p:nvPicPr>
          <p:cNvPr id="15366" name="Picture 2" descr="KL Deemed to be University Logo"/>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75555DF-C102-47E7-9DD1-9CF183B7524F}"/>
              </a:ext>
            </a:extLst>
          </p:cNvPr>
          <p:cNvSpPr>
            <a:spLocks noGrp="1"/>
          </p:cNvSpPr>
          <p:nvPr>
            <p:ph idx="1"/>
          </p:nvPr>
        </p:nvSpPr>
        <p:spPr>
          <a:xfrm>
            <a:off x="838200" y="1381759"/>
            <a:ext cx="10515600" cy="4795203"/>
          </a:xfrm>
        </p:spPr>
        <p:txBody>
          <a:bodyPr/>
          <a:lstStyle/>
          <a:p>
            <a:pPr>
              <a:lnSpc>
                <a:spcPct val="150000"/>
              </a:lnSpc>
            </a:pPr>
            <a:r>
              <a:rPr lang="en-US" sz="2000" dirty="0">
                <a:latin typeface="Times New Roman" pitchFamily="18" charset="0"/>
                <a:cs typeface="Times New Roman" pitchFamily="18" charset="0"/>
              </a:rPr>
              <a:t>Average is a very simple topic and just involves simple mathematical calculations. Average concept has various applications. We will discuss its applications in next session. Firstly we will try to make you understand the basics of this topic. </a:t>
            </a:r>
          </a:p>
          <a:p>
            <a:pPr>
              <a:lnSpc>
                <a:spcPct val="150000"/>
              </a:lnSpc>
            </a:pPr>
            <a:r>
              <a:rPr lang="en-US" sz="2000" dirty="0">
                <a:latin typeface="Times New Roman" pitchFamily="18" charset="0"/>
                <a:cs typeface="Times New Roman" pitchFamily="18" charset="0"/>
              </a:rPr>
              <a:t>Average is just a mean value of all the given observations or we can say it is an arithmetic mean of observations.</a:t>
            </a: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16" name="Text Box 2">
            <a:extLst>
              <a:ext uri="{FF2B5EF4-FFF2-40B4-BE49-F238E27FC236}">
                <a16:creationId xmlns:a16="http://schemas.microsoft.com/office/drawing/2014/main" id="{4F51AC02-A8D3-4422-8B72-86939A56DB6C}"/>
              </a:ext>
            </a:extLst>
          </p:cNvPr>
          <p:cNvSpPr txBox="1">
            <a:spLocks noChangeArrowheads="1"/>
          </p:cNvSpPr>
          <p:nvPr/>
        </p:nvSpPr>
        <p:spPr bwMode="auto">
          <a:xfrm flipV="1">
            <a:off x="1200443" y="4229332"/>
            <a:ext cx="9617612" cy="1246909"/>
          </a:xfrm>
          <a:prstGeom prst="rect">
            <a:avLst/>
          </a:prstGeom>
          <a:noFill/>
          <a:ln w="9525">
            <a:noFill/>
            <a:miter lim="800000"/>
            <a:headEnd/>
            <a:tailEnd/>
          </a:ln>
        </p:spPr>
        <p:txBody>
          <a:bodyPr rot="0" vert="horz" wrap="square" lIns="91440" tIns="45720" rIns="91440" bIns="45720" anchor="t" anchorCtr="0" upright="1">
            <a:noAutofit/>
          </a:bodyPr>
          <a:lstStyle/>
          <a:p>
            <a:pPr>
              <a:lnSpc>
                <a:spcPct val="115000"/>
              </a:lnSpc>
              <a:spcAft>
                <a:spcPts val="1000"/>
              </a:spcAft>
              <a:tabLst>
                <a:tab pos="914400" algn="l"/>
                <a:tab pos="3143250" algn="l"/>
                <a:tab pos="3200400" algn="l"/>
                <a:tab pos="4972050" algn="l"/>
                <a:tab pos="5715000" algn="l"/>
              </a:tabLst>
            </a:pP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tabLst>
                <a:tab pos="914400" algn="l"/>
                <a:tab pos="3143250" algn="l"/>
                <a:tab pos="3200400" algn="l"/>
                <a:tab pos="4972050" algn="l"/>
                <a:tab pos="57150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Average = </a:t>
            </a:r>
            <a:r>
              <a:rPr lang="en-US" sz="2800" dirty="0">
                <a:solidFill>
                  <a:srgbClr val="000000"/>
                </a:solidFill>
                <a:effectLst/>
                <a:latin typeface="Cambria Math" panose="02040503050406030204" pitchFamily="18" charset="0"/>
                <a:ea typeface="Calibri" panose="020F0502020204030204" pitchFamily="34" charset="0"/>
                <a:cs typeface="Cambria Math" panose="02040503050406030204" pitchFamily="18" charset="0"/>
              </a:rPr>
              <a:t>Sum of all observations / Number of observations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A7C93B9-844F-AB9A-6DCF-620D0C07EC4F}"/>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3" name="Picture 2" descr="KL Deemed to be University Logo">
            <a:extLst>
              <a:ext uri="{FF2B5EF4-FFF2-40B4-BE49-F238E27FC236}">
                <a16:creationId xmlns:a16="http://schemas.microsoft.com/office/drawing/2014/main" id="{102C77F8-AE2E-9A01-C782-3FEDBB8DF9E2}"/>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116102338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75555DF-C102-47E7-9DD1-9CF183B7524F}"/>
              </a:ext>
            </a:extLst>
          </p:cNvPr>
          <p:cNvSpPr>
            <a:spLocks noGrp="1"/>
          </p:cNvSpPr>
          <p:nvPr>
            <p:ph idx="1"/>
          </p:nvPr>
        </p:nvSpPr>
        <p:spPr>
          <a:xfrm>
            <a:off x="838199" y="1381759"/>
            <a:ext cx="11006959" cy="4795203"/>
          </a:xfrm>
        </p:spPr>
        <p:txBody>
          <a:bodyPr>
            <a:normAutofit fontScale="92500"/>
          </a:bodyPr>
          <a:lstStyle/>
          <a:p>
            <a:pPr>
              <a:lnSpc>
                <a:spcPct val="150000"/>
              </a:lnSpc>
            </a:pPr>
            <a:r>
              <a:rPr lang="en-US" sz="2000" dirty="0">
                <a:latin typeface="Times New Roman" pitchFamily="18" charset="0"/>
                <a:cs typeface="Times New Roman" pitchFamily="18" charset="0"/>
              </a:rPr>
              <a:t> Average lies between Maximum and Minimum Observation.</a:t>
            </a:r>
          </a:p>
          <a:p>
            <a:pPr>
              <a:lnSpc>
                <a:spcPct val="150000"/>
              </a:lnSpc>
            </a:pPr>
            <a:r>
              <a:rPr lang="en-US" dirty="0">
                <a:latin typeface="Times New Roman" pitchFamily="18" charset="0"/>
                <a:cs typeface="Times New Roman" pitchFamily="18" charset="0"/>
              </a:rPr>
              <a:t>When the Same value </a:t>
            </a:r>
            <a:r>
              <a:rPr lang="en-US" sz="2400" b="1" dirty="0">
                <a:latin typeface="Times New Roman" pitchFamily="18" charset="0"/>
                <a:cs typeface="Times New Roman" pitchFamily="18" charset="0"/>
              </a:rPr>
              <a:t>a</a:t>
            </a:r>
            <a:r>
              <a:rPr lang="en-US" dirty="0">
                <a:latin typeface="Times New Roman" pitchFamily="18" charset="0"/>
                <a:cs typeface="Times New Roman" pitchFamily="18" charset="0"/>
              </a:rPr>
              <a:t> is added to each data/observation, then the New average = original average+ </a:t>
            </a:r>
            <a:r>
              <a:rPr lang="en-US" sz="2400" b="1" dirty="0">
                <a:latin typeface="Times New Roman" pitchFamily="18" charset="0"/>
                <a:cs typeface="Times New Roman" pitchFamily="18" charset="0"/>
              </a:rPr>
              <a:t>a</a:t>
            </a:r>
          </a:p>
          <a:p>
            <a:pPr>
              <a:lnSpc>
                <a:spcPct val="150000"/>
              </a:lnSpc>
            </a:pPr>
            <a:r>
              <a:rPr lang="en-US" dirty="0">
                <a:latin typeface="Times New Roman" pitchFamily="18" charset="0"/>
                <a:cs typeface="Times New Roman" pitchFamily="18" charset="0"/>
              </a:rPr>
              <a:t>When the Same value </a:t>
            </a:r>
            <a:r>
              <a:rPr lang="en-US" sz="2400" b="1" dirty="0">
                <a:latin typeface="Times New Roman" pitchFamily="18" charset="0"/>
                <a:cs typeface="Times New Roman" pitchFamily="18" charset="0"/>
              </a:rPr>
              <a:t>a</a:t>
            </a:r>
            <a:r>
              <a:rPr lang="en-US" dirty="0">
                <a:latin typeface="Times New Roman" pitchFamily="18" charset="0"/>
                <a:cs typeface="Times New Roman" pitchFamily="18" charset="0"/>
              </a:rPr>
              <a:t> is subtracted from each data/observation, then the New average = original average- </a:t>
            </a:r>
            <a:r>
              <a:rPr lang="en-US" sz="2400" b="1" dirty="0">
                <a:latin typeface="Times New Roman" pitchFamily="18" charset="0"/>
                <a:cs typeface="Times New Roman" pitchFamily="18" charset="0"/>
              </a:rPr>
              <a:t>a</a:t>
            </a:r>
          </a:p>
          <a:p>
            <a:pPr>
              <a:lnSpc>
                <a:spcPct val="150000"/>
              </a:lnSpc>
            </a:pPr>
            <a:r>
              <a:rPr lang="en-US" dirty="0">
                <a:latin typeface="Times New Roman" pitchFamily="18" charset="0"/>
                <a:cs typeface="Times New Roman" pitchFamily="18" charset="0"/>
              </a:rPr>
              <a:t>When the Same value </a:t>
            </a:r>
            <a:r>
              <a:rPr lang="en-US" sz="2400" b="1" dirty="0">
                <a:latin typeface="Times New Roman" pitchFamily="18" charset="0"/>
                <a:cs typeface="Times New Roman" pitchFamily="18" charset="0"/>
              </a:rPr>
              <a:t>a</a:t>
            </a:r>
            <a:r>
              <a:rPr lang="en-US" sz="2400" dirty="0">
                <a:latin typeface="Times New Roman" pitchFamily="18" charset="0"/>
                <a:cs typeface="Times New Roman" pitchFamily="18" charset="0"/>
              </a:rPr>
              <a:t> </a:t>
            </a:r>
            <a:r>
              <a:rPr lang="en-US" dirty="0">
                <a:latin typeface="Times New Roman" pitchFamily="18" charset="0"/>
                <a:cs typeface="Times New Roman" pitchFamily="18" charset="0"/>
              </a:rPr>
              <a:t>is Multiplied to each data/observation, then the New average = original average * </a:t>
            </a:r>
            <a:r>
              <a:rPr lang="en-US" sz="2400" b="1" dirty="0">
                <a:latin typeface="Times New Roman" pitchFamily="18" charset="0"/>
                <a:cs typeface="Times New Roman" pitchFamily="18" charset="0"/>
              </a:rPr>
              <a:t>a</a:t>
            </a:r>
          </a:p>
          <a:p>
            <a:pPr>
              <a:lnSpc>
                <a:spcPct val="150000"/>
              </a:lnSpc>
            </a:pPr>
            <a:r>
              <a:rPr lang="en-US" dirty="0">
                <a:latin typeface="Times New Roman" pitchFamily="18" charset="0"/>
                <a:cs typeface="Times New Roman" pitchFamily="18" charset="0"/>
              </a:rPr>
              <a:t>If  ‘x’ and ‘y’ are the average of group ‘a’ and ‘b’ respectively then combined average of two groups given by       	=</a:t>
            </a:r>
          </a:p>
          <a:p>
            <a:pPr>
              <a:lnSpc>
                <a:spcPct val="150000"/>
              </a:lnSpc>
            </a:pPr>
            <a:endParaRPr lang="en-US" sz="2400" b="1" dirty="0">
              <a:latin typeface="Times New Roman" pitchFamily="18" charset="0"/>
              <a:cs typeface="Times New Roman" pitchFamily="18" charset="0"/>
            </a:endParaRPr>
          </a:p>
          <a:p>
            <a:pPr>
              <a:lnSpc>
                <a:spcPct val="150000"/>
              </a:lnSpc>
            </a:pPr>
            <a:endParaRPr lang="en-US" sz="2800" b="1" dirty="0">
              <a:latin typeface="Times New Roman" pitchFamily="18" charset="0"/>
              <a:cs typeface="Times New Roman" pitchFamily="18" charset="0"/>
            </a:endParaRPr>
          </a:p>
          <a:p>
            <a:pPr>
              <a:lnSpc>
                <a:spcPct val="150000"/>
              </a:lnSpc>
            </a:pPr>
            <a:endParaRPr lang="en-US" sz="2400" b="1"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E3AA56FA-02DF-52A4-BDBD-07F87C7EA164}"/>
              </a:ext>
            </a:extLst>
          </p:cNvPr>
          <p:cNvSpPr txBox="1"/>
          <p:nvPr/>
        </p:nvSpPr>
        <p:spPr>
          <a:xfrm>
            <a:off x="1056640" y="681038"/>
            <a:ext cx="4612640" cy="461665"/>
          </a:xfrm>
          <a:prstGeom prst="rect">
            <a:avLst/>
          </a:prstGeom>
          <a:noFill/>
        </p:spPr>
        <p:txBody>
          <a:bodyPr wrap="square" rtlCol="0">
            <a:spAutoFit/>
          </a:bodyPr>
          <a:lstStyle/>
          <a:p>
            <a:r>
              <a:rPr lang="en-US" sz="2400">
                <a:solidFill>
                  <a:srgbClr val="FF0000"/>
                </a:solidFill>
                <a:latin typeface="Times New Roman" pitchFamily="18" charset="0"/>
                <a:cs typeface="Times New Roman" pitchFamily="18" charset="0"/>
              </a:rPr>
              <a:t>Properties of Average</a:t>
            </a:r>
            <a:endParaRPr lang="en-IN" sz="2400" dirty="0">
              <a:solidFill>
                <a:srgbClr val="FF0000"/>
              </a:solidFill>
            </a:endParaRPr>
          </a:p>
        </p:txBody>
      </p:sp>
      <p:sp>
        <p:nvSpPr>
          <p:cNvPr id="3" name="TextBox 2">
            <a:extLst>
              <a:ext uri="{FF2B5EF4-FFF2-40B4-BE49-F238E27FC236}">
                <a16:creationId xmlns:a16="http://schemas.microsoft.com/office/drawing/2014/main" id="{52EB7044-7EC9-256A-CC52-76B30F3B50F8}"/>
              </a:ext>
            </a:extLst>
          </p:cNvPr>
          <p:cNvSpPr txBox="1"/>
          <p:nvPr/>
        </p:nvSpPr>
        <p:spPr>
          <a:xfrm>
            <a:off x="1930400" y="4734560"/>
            <a:ext cx="2865120" cy="369332"/>
          </a:xfrm>
          <a:prstGeom prst="rect">
            <a:avLst/>
          </a:prstGeom>
          <a:noFill/>
        </p:spPr>
        <p:txBody>
          <a:bodyPr wrap="square" rtlCol="0">
            <a:spAutoFit/>
          </a:bodyPr>
          <a:lstStyle/>
          <a:p>
            <a:r>
              <a:rPr lang="en-IN" dirty="0">
                <a:solidFill>
                  <a:srgbClr val="FF0000"/>
                </a:solidFill>
              </a:rPr>
              <a:t>(</a:t>
            </a:r>
            <a:r>
              <a:rPr lang="en-IN" dirty="0" err="1">
                <a:solidFill>
                  <a:srgbClr val="FF0000"/>
                </a:solidFill>
              </a:rPr>
              <a:t>ax+by</a:t>
            </a:r>
            <a:r>
              <a:rPr lang="en-IN" dirty="0">
                <a:solidFill>
                  <a:srgbClr val="FF0000"/>
                </a:solidFill>
              </a:rPr>
              <a:t>) / (</a:t>
            </a:r>
            <a:r>
              <a:rPr lang="en-IN" dirty="0" err="1">
                <a:solidFill>
                  <a:srgbClr val="FF0000"/>
                </a:solidFill>
              </a:rPr>
              <a:t>a+b</a:t>
            </a:r>
            <a:r>
              <a:rPr lang="en-IN" dirty="0">
                <a:solidFill>
                  <a:srgbClr val="FF0000"/>
                </a:solidFill>
              </a:rPr>
              <a:t>)</a:t>
            </a:r>
          </a:p>
        </p:txBody>
      </p:sp>
      <p:pic>
        <p:nvPicPr>
          <p:cNvPr id="4" name="Picture 3" descr="KL Deemed to be University Logo">
            <a:extLst>
              <a:ext uri="{FF2B5EF4-FFF2-40B4-BE49-F238E27FC236}">
                <a16:creationId xmlns:a16="http://schemas.microsoft.com/office/drawing/2014/main" id="{5A1CE803-E46A-E95C-6783-674DA685A0F6}"/>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390476689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EF8031-2D02-4C24-B332-14057E2C45F7}"/>
              </a:ext>
            </a:extLst>
          </p:cNvPr>
          <p:cNvSpPr>
            <a:spLocks noGrp="1"/>
          </p:cNvSpPr>
          <p:nvPr>
            <p:ph idx="1"/>
          </p:nvPr>
        </p:nvSpPr>
        <p:spPr>
          <a:xfrm>
            <a:off x="838200" y="1452879"/>
            <a:ext cx="10947400" cy="4724083"/>
          </a:xfrm>
        </p:spPr>
        <p:txBody>
          <a:bodyPr/>
          <a:lstStyle/>
          <a:p>
            <a:pPr marL="0" indent="0">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1.</a:t>
            </a:r>
            <a:r>
              <a:rPr lang="en-US" sz="2000" b="1" dirty="0">
                <a:latin typeface="Times New Roman" pitchFamily="18" charset="0"/>
                <a:ea typeface="Times New Roman" panose="02020603050405020304" pitchFamily="18" charset="0"/>
                <a:cs typeface="Times New Roman" pitchFamily="18" charset="0"/>
              </a:rPr>
              <a:t> </a:t>
            </a:r>
            <a:r>
              <a:rPr lang="en-US" sz="2000" dirty="0">
                <a:latin typeface="Times New Roman" pitchFamily="18" charset="0"/>
                <a:ea typeface="Times New Roman" panose="02020603050405020304" pitchFamily="18" charset="0"/>
                <a:cs typeface="Times New Roman" pitchFamily="18" charset="0"/>
              </a:rPr>
              <a:t>The average weight of 40 Students is 32. If the Heaviest and Lightest are excluded the average weight reduces by 1. If only the Heaviest is excluded, then the average is 31. Then what is the weight of the Lightest?</a:t>
            </a:r>
            <a:br>
              <a:rPr lang="en-US" sz="2000" dirty="0">
                <a:latin typeface="Times New Roman" pitchFamily="18" charset="0"/>
                <a:ea typeface="Times New Roman" panose="02020603050405020304" pitchFamily="18" charset="0"/>
                <a:cs typeface="Times New Roman" pitchFamily="18" charset="0"/>
              </a:rPr>
            </a:br>
            <a:r>
              <a:rPr lang="en-US" sz="2000" dirty="0">
                <a:latin typeface="Times New Roman" pitchFamily="18" charset="0"/>
                <a:ea typeface="Times New Roman" panose="02020603050405020304" pitchFamily="18" charset="0"/>
                <a:cs typeface="Times New Roman" pitchFamily="18" charset="0"/>
              </a:rPr>
              <a:t> 	a. 30			b. 31			c. 32			d. 33</a:t>
            </a:r>
            <a:endParaRPr lang="en-IN" sz="2000" dirty="0">
              <a:latin typeface="Times New Roman" pitchFamily="18" charset="0"/>
              <a:ea typeface="Times New Roman" panose="02020603050405020304"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B263E0D4-6D2F-58D5-F517-DCB7FE12D602}"/>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2518BEF0-7AAC-6D6C-BAD6-9F55BC95983F}"/>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1683329141"/>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1DA9E-4902-4BF6-B188-4AFB9437B5B6}"/>
              </a:ext>
            </a:extLst>
          </p:cNvPr>
          <p:cNvSpPr>
            <a:spLocks noGrp="1"/>
          </p:cNvSpPr>
          <p:nvPr>
            <p:ph idx="1"/>
          </p:nvPr>
        </p:nvSpPr>
        <p:spPr>
          <a:xfrm>
            <a:off x="838200" y="1324303"/>
            <a:ext cx="11112062" cy="4852660"/>
          </a:xfrm>
        </p:spPr>
        <p:txBody>
          <a:bodyPr/>
          <a:lstStyle/>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2. </a:t>
            </a:r>
            <a:r>
              <a:rPr lang="en-US" sz="2000" dirty="0">
                <a:solidFill>
                  <a:srgbClr val="2A2A2A"/>
                </a:solidFill>
                <a:latin typeface="Times New Roman" pitchFamily="18" charset="0"/>
                <a:ea typeface="Times New Roman" panose="02020603050405020304" pitchFamily="18" charset="0"/>
                <a:cs typeface="Times New Roman" pitchFamily="18" charset="0"/>
              </a:rPr>
              <a:t>8 years ago there were 5 members in the Arthur's family and then the average age of the family was 36 years. Meanwhile Arthur got married and gave birth to a child. Still the average age of his family is same now. What is the age of his wife at the time of his child's birth was, if the difference between the age of her child and herself was 26 years?</a:t>
            </a:r>
            <a:endParaRPr lang="en-IN" sz="2000" dirty="0">
              <a:latin typeface="Times New Roman" pitchFamily="18" charset="0"/>
              <a:ea typeface="Times New Roman" panose="02020603050405020304" pitchFamily="18" charset="0"/>
              <a:cs typeface="Times New Roman" pitchFamily="18" charset="0"/>
            </a:endParaRPr>
          </a:p>
          <a:p>
            <a:pPr marL="0" indent="0">
              <a:buNone/>
            </a:pPr>
            <a:r>
              <a:rPr lang="en-IN" sz="2000" dirty="0">
                <a:latin typeface="Times New Roman" pitchFamily="18" charset="0"/>
                <a:ea typeface="Calibri" panose="020F0502020204030204" pitchFamily="34" charset="0"/>
                <a:cs typeface="Times New Roman" pitchFamily="18" charset="0"/>
              </a:rPr>
              <a:t>a. 25 yrs		b. 26 yrs		c. 20 yrs		d. cannot be determined</a:t>
            </a: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404CF9FE-37D8-A13F-7D6A-DD1CF6766A28}"/>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C14052FF-72CB-2740-F583-983FBC78D647}"/>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279858952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5CC12A-AD8A-4A4B-9DDD-33F10B9A21A8}"/>
              </a:ext>
            </a:extLst>
          </p:cNvPr>
          <p:cNvSpPr>
            <a:spLocks noGrp="1"/>
          </p:cNvSpPr>
          <p:nvPr>
            <p:ph idx="1"/>
          </p:nvPr>
        </p:nvSpPr>
        <p:spPr>
          <a:xfrm>
            <a:off x="838200" y="1351280"/>
            <a:ext cx="11150600" cy="4825682"/>
          </a:xfrm>
        </p:spPr>
        <p:txBody>
          <a:bodyPr/>
          <a:lstStyle/>
          <a:p>
            <a:pPr marL="0" indent="0" algn="just">
              <a:lnSpc>
                <a:spcPct val="150000"/>
              </a:lnSpc>
              <a:spcAft>
                <a:spcPts val="0"/>
              </a:spcAft>
              <a:buNone/>
            </a:pPr>
            <a:r>
              <a:rPr lang="en-US" sz="2000" dirty="0">
                <a:solidFill>
                  <a:srgbClr val="2A2A2A"/>
                </a:solidFill>
                <a:latin typeface="Times New Roman" pitchFamily="18" charset="0"/>
                <a:ea typeface="Times New Roman" panose="02020603050405020304" pitchFamily="18" charset="0"/>
                <a:cs typeface="Times New Roman" pitchFamily="18" charset="0"/>
              </a:rPr>
              <a:t>3. The average weight of 45 passengers in a bus is 52 kg. 5 of them whose average weight is 48 kg leave the bus and other 5 passengers whose average weight is 54 kg join the bus at the same stop. What is the new average weight of the bus?   </a:t>
            </a:r>
            <a:endParaRPr lang="en-IN" sz="2000" dirty="0">
              <a:latin typeface="Times New Roman" pitchFamily="18" charset="0"/>
              <a:ea typeface="Times New Roman" panose="02020603050405020304" pitchFamily="18" charset="0"/>
              <a:cs typeface="Times New Roman" pitchFamily="18" charset="0"/>
            </a:endParaRPr>
          </a:p>
          <a:p>
            <a:pPr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a. 54.21 kgs		b. 51.07 kgs		c. 52.66 kgs		d. 53.45 kgs</a:t>
            </a:r>
            <a:endParaRPr lang="en-IN" sz="2000" dirty="0">
              <a:latin typeface="Times New Roman" pitchFamily="18" charset="0"/>
              <a:ea typeface="Times New Roman" panose="02020603050405020304" pitchFamily="18" charset="0"/>
              <a:cs typeface="Times New Roman" pitchFamily="18" charset="0"/>
            </a:endParaRPr>
          </a:p>
          <a:p>
            <a:pPr marL="0" indent="0">
              <a:lnSpc>
                <a:spcPct val="150000"/>
              </a:lnSpc>
              <a:spcAft>
                <a:spcPts val="800"/>
              </a:spcAft>
              <a:buNone/>
            </a:pPr>
            <a:endParaRPr lang="en-IN" sz="2000" dirty="0">
              <a:latin typeface="Times New Roman" pitchFamily="18" charset="0"/>
              <a:ea typeface="Calibri" panose="020F0502020204030204" pitchFamily="34"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E447C8AE-8B09-9037-6E79-1F56E1A95321}"/>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2589A6D5-1A69-AE42-0603-FCE73326217B}"/>
              </a:ext>
            </a:extLst>
          </p:cNvPr>
          <p:cNvPicPr>
            <a:picLocks noChangeAspect="1" noChangeArrowheads="1"/>
          </p:cNvPicPr>
          <p:nvPr/>
        </p:nvPicPr>
        <p:blipFill>
          <a:blip r:embed="rId3"/>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3375738660"/>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D06D58-A0C1-4493-8104-5DE35ACADF88}"/>
              </a:ext>
            </a:extLst>
          </p:cNvPr>
          <p:cNvSpPr>
            <a:spLocks noGrp="1"/>
          </p:cNvSpPr>
          <p:nvPr>
            <p:ph idx="1"/>
          </p:nvPr>
        </p:nvSpPr>
        <p:spPr>
          <a:xfrm>
            <a:off x="838200" y="1239519"/>
            <a:ext cx="10977880" cy="4937443"/>
          </a:xfrm>
        </p:spPr>
        <p:txBody>
          <a:bodyPr/>
          <a:lstStyle/>
          <a:p>
            <a:pPr marL="0" indent="0" algn="just">
              <a:lnSpc>
                <a:spcPct val="150000"/>
              </a:lnSpc>
              <a:spcAft>
                <a:spcPts val="0"/>
              </a:spcAft>
              <a:buNone/>
            </a:pPr>
            <a:r>
              <a:rPr lang="en-US" sz="2000" dirty="0">
                <a:solidFill>
                  <a:srgbClr val="2A2A2A"/>
                </a:solidFill>
                <a:latin typeface="Times New Roman" pitchFamily="18" charset="0"/>
                <a:ea typeface="Times New Roman" panose="02020603050405020304" pitchFamily="18" charset="0"/>
                <a:cs typeface="Times New Roman" pitchFamily="18" charset="0"/>
              </a:rPr>
              <a:t>4. In the first 39 overs of a cricket match, the run rate was 4.6 runs/over. Calculate the required run rate in the remaining 11 overs to reach the target of 252 runs?</a:t>
            </a:r>
            <a:endParaRPr lang="en-IN" sz="2000" dirty="0">
              <a:latin typeface="Times New Roman" pitchFamily="18" charset="0"/>
              <a:ea typeface="Times New Roman" panose="02020603050405020304" pitchFamily="18" charset="0"/>
              <a:cs typeface="Times New Roman" pitchFamily="18" charset="0"/>
            </a:endParaRPr>
          </a:p>
          <a:p>
            <a:pPr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a. 7.2			b. 5.7			c. 6.3			d. 6.6</a:t>
            </a:r>
            <a:endParaRPr lang="en-IN" sz="2000" dirty="0">
              <a:latin typeface="Times New Roman" pitchFamily="18" charset="0"/>
              <a:ea typeface="Times New Roman" panose="02020603050405020304"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E3C14D84-6BC6-6B94-F3FF-C7F2E7E2C83B}"/>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6C638795-E181-D33F-073B-97C9860CB928}"/>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3977004822"/>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39CEE-6F56-4AB3-9ECF-10D2EE806383}"/>
              </a:ext>
            </a:extLst>
          </p:cNvPr>
          <p:cNvSpPr>
            <a:spLocks noGrp="1"/>
          </p:cNvSpPr>
          <p:nvPr>
            <p:ph idx="1"/>
          </p:nvPr>
        </p:nvSpPr>
        <p:spPr>
          <a:xfrm>
            <a:off x="838200" y="1381759"/>
            <a:ext cx="10515600" cy="4795203"/>
          </a:xfrm>
        </p:spPr>
        <p:txBody>
          <a:bodyPr/>
          <a:lstStyle/>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5.</a:t>
            </a:r>
            <a:r>
              <a:rPr lang="en-US" sz="2000" dirty="0">
                <a:solidFill>
                  <a:srgbClr val="2A2A2A"/>
                </a:solidFill>
                <a:latin typeface="Times New Roman" pitchFamily="18" charset="0"/>
                <a:ea typeface="Times New Roman" panose="02020603050405020304" pitchFamily="18" charset="0"/>
                <a:cs typeface="Times New Roman" pitchFamily="18" charset="0"/>
              </a:rPr>
              <a:t> Sriram was conducting an experiment in which the average of 11 observations came to be 92, while the average of first five observations was 89, and that of the last five was 86. What was the measure of the 6th observation? </a:t>
            </a:r>
            <a:endParaRPr lang="en-IN" sz="2000" dirty="0">
              <a:latin typeface="Times New Roman" pitchFamily="18" charset="0"/>
              <a:ea typeface="Times New Roman" panose="02020603050405020304" pitchFamily="18" charset="0"/>
              <a:cs typeface="Times New Roman" pitchFamily="18" charset="0"/>
            </a:endParaRPr>
          </a:p>
          <a:p>
            <a:pPr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a. 134			b.137			c. 139			d. 141</a:t>
            </a:r>
            <a:endParaRPr lang="en-IN" sz="2000" dirty="0">
              <a:latin typeface="Times New Roman" pitchFamily="18" charset="0"/>
              <a:ea typeface="Times New Roman" panose="02020603050405020304" pitchFamily="18" charset="0"/>
              <a:cs typeface="Times New Roman" pitchFamily="18" charset="0"/>
            </a:endParaRPr>
          </a:p>
          <a:p>
            <a:pPr marL="0" indent="0">
              <a:lnSpc>
                <a:spcPct val="150000"/>
              </a:lnSpc>
              <a:spcAft>
                <a:spcPts val="0"/>
              </a:spcAft>
              <a:buNone/>
            </a:pPr>
            <a:r>
              <a:rPr lang="en-IN" sz="2000" dirty="0">
                <a:latin typeface="Times New Roman" pitchFamily="18" charset="0"/>
                <a:ea typeface="Times New Roman" panose="02020603050405020304" pitchFamily="18" charset="0"/>
                <a:cs typeface="Times New Roman" pitchFamily="18" charset="0"/>
              </a:rPr>
              <a:t> </a:t>
            </a: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5569CD1F-184D-C960-138F-D0174FA27843}"/>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941390C7-408C-CCC5-8039-AF32A0622746}"/>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4165030956"/>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9E9A77-516A-45F3-A7C4-F86C4C78C6CC}"/>
              </a:ext>
            </a:extLst>
          </p:cNvPr>
          <p:cNvSpPr>
            <a:spLocks noGrp="1"/>
          </p:cNvSpPr>
          <p:nvPr>
            <p:ph idx="1"/>
          </p:nvPr>
        </p:nvSpPr>
        <p:spPr>
          <a:xfrm>
            <a:off x="838200" y="1229359"/>
            <a:ext cx="10967720" cy="4947603"/>
          </a:xfrm>
        </p:spPr>
        <p:txBody>
          <a:bodyPr/>
          <a:lstStyle/>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6. A car owner buys petrol at Rs.7.50, Rs. 8 and Rs. 8.50 per liter for three successive years. What approximately is the average cost per liter of petrol if he spends Rs. 4000 each year?</a:t>
            </a:r>
            <a:endParaRPr lang="en-IN" sz="2000" dirty="0">
              <a:latin typeface="Times New Roman" pitchFamily="18" charset="0"/>
              <a:ea typeface="Times New Roman" panose="02020603050405020304" pitchFamily="18" charset="0"/>
              <a:cs typeface="Times New Roman" pitchFamily="18" charset="0"/>
            </a:endParaRPr>
          </a:p>
          <a:p>
            <a:pPr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a. Rs. 7.98		b. Rs. 8		c. Rs. 8.50		d. Rs. 9</a:t>
            </a:r>
            <a:endParaRPr lang="en-IN" sz="2000" dirty="0">
              <a:latin typeface="Times New Roman" pitchFamily="18" charset="0"/>
              <a:ea typeface="Times New Roman" panose="02020603050405020304" pitchFamily="18" charset="0"/>
              <a:cs typeface="Times New Roman" pitchFamily="18" charset="0"/>
            </a:endParaRPr>
          </a:p>
          <a:p>
            <a:pPr marL="0" indent="0">
              <a:lnSpc>
                <a:spcPct val="150000"/>
              </a:lnSpc>
              <a:spcAft>
                <a:spcPts val="0"/>
              </a:spcAft>
              <a:buNone/>
            </a:pPr>
            <a:r>
              <a:rPr lang="en-IN" sz="2000" dirty="0">
                <a:latin typeface="Times New Roman" pitchFamily="18" charset="0"/>
                <a:ea typeface="Times New Roman" panose="02020603050405020304" pitchFamily="18" charset="0"/>
                <a:cs typeface="Times New Roman" pitchFamily="18" charset="0"/>
              </a:rPr>
              <a:t> </a:t>
            </a: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DF5891C8-1076-89B6-9F78-B64056A4C6DA}"/>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64F5B1A3-C4C7-E6D9-E0F2-66483F3338F4}"/>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567729597"/>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DAEDC5-EA65-493B-B306-E7697FE11DBC}"/>
              </a:ext>
            </a:extLst>
          </p:cNvPr>
          <p:cNvSpPr>
            <a:spLocks noGrp="1"/>
          </p:cNvSpPr>
          <p:nvPr>
            <p:ph idx="1"/>
          </p:nvPr>
        </p:nvSpPr>
        <p:spPr>
          <a:xfrm>
            <a:off x="838200" y="1330959"/>
            <a:ext cx="10515600" cy="4846003"/>
          </a:xfrm>
        </p:spPr>
        <p:txBody>
          <a:bodyPr/>
          <a:lstStyle/>
          <a:p>
            <a:pPr marL="0" indent="0" algn="just">
              <a:lnSpc>
                <a:spcPct val="150000"/>
              </a:lnSpc>
              <a:spcAft>
                <a:spcPts val="0"/>
              </a:spcAft>
              <a:buNone/>
            </a:pPr>
            <a:r>
              <a:rPr lang="en-US" dirty="0">
                <a:latin typeface="Times New Roman" pitchFamily="18" charset="0"/>
                <a:ea typeface="Times New Roman" panose="02020603050405020304" pitchFamily="18" charset="0"/>
                <a:cs typeface="Times New Roman" pitchFamily="18" charset="0"/>
              </a:rPr>
              <a:t>7</a:t>
            </a:r>
            <a:r>
              <a:rPr lang="en-US" sz="2000" dirty="0">
                <a:latin typeface="Times New Roman" pitchFamily="18" charset="0"/>
                <a:ea typeface="Times New Roman" panose="02020603050405020304" pitchFamily="18" charset="0"/>
                <a:cs typeface="Times New Roman" pitchFamily="18" charset="0"/>
              </a:rPr>
              <a:t>. The mean (Average) of 50 numbers is 30. Later, it was discovered that two entries were wrongly entered as 82 and 13 instead of 28 and 31. Find the correct mean.</a:t>
            </a:r>
            <a:endParaRPr lang="en-IN"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	a. 36.12		b. 30.66		c. 29.28		d.38.21</a:t>
            </a:r>
            <a:endParaRPr lang="en-IN" sz="2000" dirty="0">
              <a:latin typeface="Times New Roman" pitchFamily="18" charset="0"/>
              <a:ea typeface="Times New Roman" panose="02020603050405020304"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2D63B921-F2B1-3E2E-980E-C409EA4AC514}"/>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8CBF86CA-C49C-EF0E-4E19-F3D7C55B193D}"/>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2484337027"/>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C45A85-6A35-4245-98C7-22C76A243371}"/>
              </a:ext>
            </a:extLst>
          </p:cNvPr>
          <p:cNvSpPr>
            <a:spLocks noGrp="1"/>
          </p:cNvSpPr>
          <p:nvPr>
            <p:ph idx="1"/>
          </p:nvPr>
        </p:nvSpPr>
        <p:spPr>
          <a:xfrm>
            <a:off x="838200" y="548640"/>
            <a:ext cx="10515600" cy="5628323"/>
          </a:xfrm>
        </p:spPr>
        <p:txBody>
          <a:bodyPr>
            <a:normAutofit/>
          </a:bodyPr>
          <a:lstStyle/>
          <a:p>
            <a:pPr marL="0" indent="0" algn="just">
              <a:lnSpc>
                <a:spcPct val="150000"/>
              </a:lnSpc>
              <a:spcAft>
                <a:spcPts val="0"/>
              </a:spcAft>
              <a:buNone/>
            </a:pPr>
            <a:endParaRPr lang="en-US" sz="2000" dirty="0">
              <a:solidFill>
                <a:srgbClr val="222222"/>
              </a:solidFill>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dirty="0">
                <a:solidFill>
                  <a:srgbClr val="222222"/>
                </a:solidFill>
                <a:latin typeface="Times New Roman" pitchFamily="18" charset="0"/>
                <a:ea typeface="Times New Roman" panose="02020603050405020304" pitchFamily="18" charset="0"/>
                <a:cs typeface="Times New Roman" pitchFamily="18" charset="0"/>
              </a:rPr>
              <a:t>8</a:t>
            </a:r>
            <a:r>
              <a:rPr lang="en-US" sz="2000" dirty="0">
                <a:solidFill>
                  <a:srgbClr val="222222"/>
                </a:solidFill>
                <a:latin typeface="Times New Roman" pitchFamily="18" charset="0"/>
                <a:ea typeface="Times New Roman" panose="02020603050405020304" pitchFamily="18" charset="0"/>
                <a:cs typeface="Times New Roman" pitchFamily="18" charset="0"/>
              </a:rPr>
              <a:t>. </a:t>
            </a:r>
            <a:r>
              <a:rPr lang="en-US" sz="2000" dirty="0">
                <a:latin typeface="Times New Roman" pitchFamily="18" charset="0"/>
                <a:ea typeface="Times New Roman" panose="02020603050405020304" pitchFamily="18" charset="0"/>
                <a:cs typeface="Times New Roman" pitchFamily="18" charset="0"/>
              </a:rPr>
              <a:t>The average age of a husband and wife 5 years ago, was 25 years at that time. The average age of the family including the husband, the wife and the children who were born during the interval 16 years now. How old are the children now? (All of them have different ages with integral values)</a:t>
            </a:r>
            <a:endParaRPr lang="en-IN" sz="2000" dirty="0">
              <a:latin typeface="Times New Roman" pitchFamily="18" charset="0"/>
              <a:ea typeface="Times New Roman" panose="02020603050405020304" pitchFamily="18" charset="0"/>
              <a:cs typeface="Times New Roman" pitchFamily="18" charset="0"/>
            </a:endParaRPr>
          </a:p>
          <a:p>
            <a:pPr marL="514350" indent="-514350" algn="just">
              <a:lnSpc>
                <a:spcPct val="150000"/>
              </a:lnSpc>
              <a:spcAft>
                <a:spcPts val="0"/>
              </a:spcAft>
              <a:buAutoNum type="alphaLcPeriod"/>
            </a:pPr>
            <a:r>
              <a:rPr lang="en-US" sz="2000" dirty="0">
                <a:latin typeface="Times New Roman" pitchFamily="18" charset="0"/>
                <a:ea typeface="Times New Roman" panose="02020603050405020304" pitchFamily="18" charset="0"/>
                <a:cs typeface="Times New Roman" pitchFamily="18" charset="0"/>
              </a:rPr>
              <a:t>1 year, 3 years	b.4 years, 1year	c.2 years, 3 years		d.2 years, 2 years</a:t>
            </a:r>
            <a:endParaRPr lang="en-IN" sz="2000" dirty="0">
              <a:latin typeface="Times New Roman" pitchFamily="18" charset="0"/>
              <a:ea typeface="Times New Roman" panose="02020603050405020304" pitchFamily="18" charset="0"/>
              <a:cs typeface="Times New Roman" pitchFamily="18" charset="0"/>
            </a:endParaRPr>
          </a:p>
          <a:p>
            <a:pPr marL="0" indent="0">
              <a:lnSpc>
                <a:spcPct val="150000"/>
              </a:lnSpc>
              <a:spcAft>
                <a:spcPts val="0"/>
              </a:spcAft>
              <a:buNone/>
            </a:pPr>
            <a:r>
              <a:rPr lang="en-US" sz="2000" dirty="0">
                <a:solidFill>
                  <a:srgbClr val="222222"/>
                </a:solidFill>
                <a:latin typeface="Times New Roman" pitchFamily="18" charset="0"/>
                <a:ea typeface="Times New Roman" panose="02020603050405020304" pitchFamily="18" charset="0"/>
                <a:cs typeface="Times New Roman" pitchFamily="18" charset="0"/>
              </a:rPr>
              <a:t> </a:t>
            </a:r>
            <a:endParaRPr lang="en-IN" sz="2000" dirty="0">
              <a:latin typeface="Times New Roman" pitchFamily="18" charset="0"/>
              <a:ea typeface="Times New Roman" panose="02020603050405020304"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783A054E-E07B-0224-6CAD-24A9BBC67DB5}"/>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29ADAB9B-70A4-5177-4156-783A9CC14A03}"/>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326052711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0A451-052C-4B54-ADAF-8D1DDFBF284D}"/>
              </a:ext>
            </a:extLst>
          </p:cNvPr>
          <p:cNvSpPr>
            <a:spLocks noGrp="1"/>
          </p:cNvSpPr>
          <p:nvPr>
            <p:ph idx="1"/>
          </p:nvPr>
        </p:nvSpPr>
        <p:spPr>
          <a:xfrm>
            <a:off x="838200" y="944879"/>
            <a:ext cx="10515600" cy="5232083"/>
          </a:xfrm>
        </p:spPr>
        <p:txBody>
          <a:bodyPr/>
          <a:lstStyle/>
          <a:p>
            <a:pPr marL="0" indent="0" algn="just">
              <a:lnSpc>
                <a:spcPct val="150000"/>
              </a:lnSpc>
              <a:spcAft>
                <a:spcPts val="0"/>
              </a:spcAft>
              <a:buNone/>
            </a:pPr>
            <a:endParaRPr lang="en-US" sz="2000" dirty="0">
              <a:solidFill>
                <a:srgbClr val="222222"/>
              </a:solidFill>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dirty="0">
                <a:solidFill>
                  <a:srgbClr val="222222"/>
                </a:solidFill>
                <a:latin typeface="Times New Roman" pitchFamily="18" charset="0"/>
                <a:ea typeface="Times New Roman" panose="02020603050405020304" pitchFamily="18" charset="0"/>
                <a:cs typeface="Times New Roman" pitchFamily="18" charset="0"/>
              </a:rPr>
              <a:t>9</a:t>
            </a:r>
            <a:r>
              <a:rPr lang="en-US" sz="2000" dirty="0">
                <a:solidFill>
                  <a:srgbClr val="222222"/>
                </a:solidFill>
                <a:latin typeface="Times New Roman" pitchFamily="18" charset="0"/>
                <a:ea typeface="Times New Roman" panose="02020603050405020304" pitchFamily="18" charset="0"/>
                <a:cs typeface="Times New Roman" pitchFamily="18" charset="0"/>
              </a:rPr>
              <a:t>.</a:t>
            </a:r>
            <a:r>
              <a:rPr lang="en-US" sz="2000" dirty="0">
                <a:latin typeface="Times New Roman" pitchFamily="18" charset="0"/>
                <a:ea typeface="Times New Roman" panose="02020603050405020304" pitchFamily="18" charset="0"/>
                <a:cs typeface="Times New Roman" pitchFamily="18" charset="0"/>
              </a:rPr>
              <a:t> A set of consecutive positive integers beginning with 1 is written on the blackboard. A student came along and erased one number. The average of the remaining numbers is 35 7/17.</a:t>
            </a: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 What was the erased number?</a:t>
            </a:r>
            <a:endParaRPr lang="en-IN"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a.7		b.8		c.9		d. None of these</a:t>
            </a:r>
            <a:endParaRPr lang="en-IN" sz="2000" dirty="0">
              <a:latin typeface="Times New Roman" pitchFamily="18" charset="0"/>
              <a:ea typeface="Times New Roman" panose="02020603050405020304"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9DAC42E4-20DB-7029-BBE6-46864668C6B8}"/>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15BF5B02-6B14-350A-F1A2-55587CAC99B7}"/>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2469201755"/>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B77D24-3FD5-4836-AACD-3C16F36E09A0}"/>
              </a:ext>
            </a:extLst>
          </p:cNvPr>
          <p:cNvSpPr>
            <a:spLocks noGrp="1"/>
          </p:cNvSpPr>
          <p:nvPr>
            <p:ph idx="1"/>
          </p:nvPr>
        </p:nvSpPr>
        <p:spPr>
          <a:xfrm>
            <a:off x="838200" y="562708"/>
            <a:ext cx="10515600" cy="5614255"/>
          </a:xfrm>
        </p:spPr>
        <p:txBody>
          <a:bodyPr/>
          <a:lstStyle/>
          <a:p>
            <a:pPr marL="0" indent="0" algn="just">
              <a:lnSpc>
                <a:spcPct val="150000"/>
              </a:lnSpc>
              <a:spcAft>
                <a:spcPts val="0"/>
              </a:spcAft>
              <a:buNone/>
            </a:pPr>
            <a:endParaRPr lang="en-US" sz="2000" dirty="0">
              <a:solidFill>
                <a:srgbClr val="222222"/>
              </a:solidFill>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solidFill>
                  <a:srgbClr val="222222"/>
                </a:solidFill>
                <a:latin typeface="Times New Roman" pitchFamily="18" charset="0"/>
                <a:ea typeface="Times New Roman" panose="02020603050405020304" pitchFamily="18" charset="0"/>
                <a:cs typeface="Times New Roman" pitchFamily="18" charset="0"/>
              </a:rPr>
              <a:t>10.</a:t>
            </a:r>
            <a:r>
              <a:rPr lang="en-US" sz="2000" dirty="0">
                <a:latin typeface="Times New Roman" pitchFamily="18" charset="0"/>
                <a:ea typeface="Times New Roman" panose="02020603050405020304" pitchFamily="18" charset="0"/>
                <a:cs typeface="Times New Roman" pitchFamily="18" charset="0"/>
              </a:rPr>
              <a:t> A vegetable vendor mixes 68 kgs of tomatoes purchased at Rs. 63 per kg with 85 kgs of tomatoes purchased at Rs. 81 per kg.  Find the average cost price of the resultant tomatoes per kg.</a:t>
            </a:r>
            <a:endParaRPr lang="en-IN"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	a.Rs.68		b. Rs. 70		c. Rs.73		d. Rs.72</a:t>
            </a:r>
            <a:endParaRPr lang="en-IN" sz="2000" dirty="0">
              <a:latin typeface="Times New Roman" pitchFamily="18" charset="0"/>
              <a:ea typeface="Times New Roman" panose="02020603050405020304" pitchFamily="18" charset="0"/>
              <a:cs typeface="Times New Roman" pitchFamily="18" charset="0"/>
            </a:endParaRPr>
          </a:p>
          <a:p>
            <a:pPr marL="0" indent="0">
              <a:lnSpc>
                <a:spcPct val="150000"/>
              </a:lnSpc>
              <a:spcAft>
                <a:spcPts val="0"/>
              </a:spcAft>
              <a:buNone/>
            </a:pPr>
            <a:endParaRPr lang="en-US" sz="2000" dirty="0">
              <a:solidFill>
                <a:srgbClr val="222222"/>
              </a:solidFill>
              <a:latin typeface="Times New Roman" pitchFamily="18" charset="0"/>
              <a:ea typeface="Times New Roman" panose="02020603050405020304" pitchFamily="18" charset="0"/>
              <a:cs typeface="Times New Roman" pitchFamily="18" charset="0"/>
            </a:endParaRPr>
          </a:p>
          <a:p>
            <a:pPr marL="0" indent="0">
              <a:lnSpc>
                <a:spcPct val="150000"/>
              </a:lnSpc>
              <a:spcAft>
                <a:spcPts val="0"/>
              </a:spcAft>
              <a:buNone/>
            </a:pPr>
            <a:endParaRPr lang="en-IN" sz="2000" dirty="0">
              <a:latin typeface="Times New Roman" pitchFamily="18" charset="0"/>
              <a:ea typeface="Times New Roman" panose="02020603050405020304"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679DD14C-0EBA-DA23-4FF8-56F10BB35527}"/>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B876F040-9E2E-14B6-52D4-14F7F3510344}"/>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1528261011"/>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1F658D-C69B-47F8-A8DF-0564BA36DA5B}"/>
              </a:ext>
            </a:extLst>
          </p:cNvPr>
          <p:cNvSpPr>
            <a:spLocks noGrp="1"/>
          </p:cNvSpPr>
          <p:nvPr>
            <p:ph idx="1"/>
          </p:nvPr>
        </p:nvSpPr>
        <p:spPr>
          <a:xfrm>
            <a:off x="838200" y="633046"/>
            <a:ext cx="10515600" cy="5543917"/>
          </a:xfrm>
        </p:spPr>
        <p:txBody>
          <a:bodyPr>
            <a:normAutofit/>
          </a:bodyPr>
          <a:lstStyle/>
          <a:p>
            <a:pPr marL="0" lvl="0" indent="0" algn="just">
              <a:lnSpc>
                <a:spcPct val="150000"/>
              </a:lnSpc>
              <a:spcAft>
                <a:spcPts val="800"/>
              </a:spcAft>
              <a:buSzPts val="1400"/>
              <a:buNone/>
            </a:pPr>
            <a:endParaRPr lang="en-IN" sz="2000" dirty="0">
              <a:latin typeface="Times New Roman" pitchFamily="18" charset="0"/>
              <a:cs typeface="Times New Roman" pitchFamily="18" charset="0"/>
            </a:endParaRPr>
          </a:p>
          <a:p>
            <a:pPr marL="0" lvl="0" indent="0">
              <a:lnSpc>
                <a:spcPct val="150000"/>
              </a:lnSpc>
              <a:spcAft>
                <a:spcPts val="800"/>
              </a:spcAft>
              <a:buSzPts val="1400"/>
              <a:buNone/>
            </a:pPr>
            <a:r>
              <a:rPr lang="en-IN" sz="2000" dirty="0">
                <a:latin typeface="Times New Roman" pitchFamily="18" charset="0"/>
                <a:cs typeface="Times New Roman" pitchFamily="18" charset="0"/>
              </a:rPr>
              <a:t>11.</a:t>
            </a:r>
            <a:r>
              <a:rPr lang="en-IN" sz="2000" b="1" dirty="0">
                <a:solidFill>
                  <a:srgbClr val="000000"/>
                </a:solidFill>
                <a:latin typeface="Times New Roman" pitchFamily="18" charset="0"/>
                <a:ea typeface="Calibri" panose="020F0502020204030204" pitchFamily="34" charset="0"/>
                <a:cs typeface="Times New Roman" pitchFamily="18" charset="0"/>
              </a:rPr>
              <a:t> </a:t>
            </a:r>
            <a:r>
              <a:rPr lang="en-IN" sz="2000" dirty="0">
                <a:solidFill>
                  <a:srgbClr val="000000"/>
                </a:solidFill>
                <a:latin typeface="Times New Roman" pitchFamily="18" charset="0"/>
                <a:ea typeface="Calibri" panose="020F0502020204030204" pitchFamily="34" charset="0"/>
                <a:cs typeface="Times New Roman" pitchFamily="18" charset="0"/>
              </a:rPr>
              <a:t>Kritika is on a 4 days trip with school mates. She had decided to keep her average expense for 4 days at Rs 80. However, at the end of third day she realized that her expenses on first three days were Rs 80, Rs 90, Rs 110 and respectively. How much should she spend on 4th day to ensure that she meets her targeted average expense?</a:t>
            </a:r>
            <a:br>
              <a:rPr lang="en-IN" sz="2000" dirty="0">
                <a:solidFill>
                  <a:srgbClr val="000000"/>
                </a:solidFill>
                <a:latin typeface="Times New Roman" pitchFamily="18" charset="0"/>
                <a:ea typeface="Calibri" panose="020F0502020204030204" pitchFamily="34" charset="0"/>
                <a:cs typeface="Times New Roman" pitchFamily="18" charset="0"/>
              </a:rPr>
            </a:br>
            <a:br>
              <a:rPr lang="en-IN" sz="2000" dirty="0">
                <a:solidFill>
                  <a:srgbClr val="000000"/>
                </a:solidFill>
                <a:latin typeface="Times New Roman" pitchFamily="18" charset="0"/>
                <a:ea typeface="Calibri" panose="020F0502020204030204" pitchFamily="34" charset="0"/>
                <a:cs typeface="Times New Roman" pitchFamily="18" charset="0"/>
              </a:rPr>
            </a:br>
            <a:r>
              <a:rPr lang="en-IN" sz="2000" dirty="0">
                <a:solidFill>
                  <a:srgbClr val="000000"/>
                </a:solidFill>
                <a:latin typeface="Times New Roman" pitchFamily="18" charset="0"/>
                <a:ea typeface="Calibri" panose="020F0502020204030204" pitchFamily="34" charset="0"/>
                <a:cs typeface="Times New Roman" pitchFamily="18" charset="0"/>
              </a:rPr>
              <a:t>a. Rs. 40 	b. Rs. 60		c. Rs. 90		d. Rs. 220</a:t>
            </a:r>
            <a:endParaRPr lang="en-IN" sz="2000" dirty="0">
              <a:latin typeface="Times New Roman" pitchFamily="18" charset="0"/>
              <a:ea typeface="Calibri" panose="020F0502020204030204" pitchFamily="34"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0B25A73B-ED7B-D68F-A667-D88F7FDAEEE5}"/>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603F02D2-40B6-2DB0-2396-5182F515F72D}"/>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1222644013"/>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2BFA85-7D4A-42D2-B7E9-C18C7E9D002F}"/>
              </a:ext>
            </a:extLst>
          </p:cNvPr>
          <p:cNvSpPr>
            <a:spLocks noGrp="1"/>
          </p:cNvSpPr>
          <p:nvPr>
            <p:ph idx="1"/>
          </p:nvPr>
        </p:nvSpPr>
        <p:spPr>
          <a:xfrm>
            <a:off x="838200" y="815926"/>
            <a:ext cx="10977880" cy="5361037"/>
          </a:xfrm>
        </p:spPr>
        <p:txBody>
          <a:bodyPr>
            <a:normAutofit/>
          </a:bodyPr>
          <a:lstStyle/>
          <a:p>
            <a:pPr>
              <a:lnSpc>
                <a:spcPct val="150000"/>
              </a:lnSpc>
              <a:spcAft>
                <a:spcPts val="800"/>
              </a:spcAft>
            </a:pPr>
            <a:endParaRPr lang="en-IN" sz="2000" dirty="0">
              <a:solidFill>
                <a:srgbClr val="000000"/>
              </a:solidFill>
              <a:latin typeface="Times New Roman" pitchFamily="18" charset="0"/>
              <a:ea typeface="Calibri" panose="020F0502020204030204" pitchFamily="34" charset="0"/>
              <a:cs typeface="Times New Roman" pitchFamily="18" charset="0"/>
            </a:endParaRPr>
          </a:p>
          <a:p>
            <a:pPr marL="0" indent="0">
              <a:lnSpc>
                <a:spcPct val="150000"/>
              </a:lnSpc>
              <a:spcAft>
                <a:spcPts val="800"/>
              </a:spcAft>
              <a:buNone/>
            </a:pPr>
            <a:r>
              <a:rPr lang="en-IN" sz="2000" dirty="0">
                <a:solidFill>
                  <a:srgbClr val="000000"/>
                </a:solidFill>
                <a:latin typeface="Times New Roman" pitchFamily="18" charset="0"/>
                <a:ea typeface="Calibri" panose="020F0502020204030204" pitchFamily="34" charset="0"/>
                <a:cs typeface="Times New Roman" pitchFamily="18" charset="0"/>
              </a:rPr>
              <a:t>12.The cargo ship was carrying gas cylinders from Australia to New Zealand. 3 cylinders with average weight X Kg belonged to a single owner. Last minute one of the cylinders weighing 85 kg was replaced by another cylinder leading to a rise in average weight of the 3 cylinders by 7 kg. Find the weight of the new cylinder.</a:t>
            </a:r>
            <a:br>
              <a:rPr lang="en-IN" sz="2000" dirty="0">
                <a:solidFill>
                  <a:srgbClr val="000000"/>
                </a:solidFill>
                <a:latin typeface="Times New Roman" pitchFamily="18" charset="0"/>
                <a:ea typeface="Calibri" panose="020F0502020204030204" pitchFamily="34" charset="0"/>
                <a:cs typeface="Times New Roman" pitchFamily="18" charset="0"/>
              </a:rPr>
            </a:br>
            <a:r>
              <a:rPr lang="en-IN" sz="2000" dirty="0">
                <a:solidFill>
                  <a:srgbClr val="000000"/>
                </a:solidFill>
                <a:latin typeface="Times New Roman" pitchFamily="18" charset="0"/>
                <a:ea typeface="Calibri" panose="020F0502020204030204" pitchFamily="34" charset="0"/>
                <a:cs typeface="Times New Roman" pitchFamily="18" charset="0"/>
              </a:rPr>
              <a:t> a. 79 kg		b. 92 kg		c. 106 kg		d. 109 kg</a:t>
            </a:r>
            <a:endParaRPr lang="en-IN" sz="2000" dirty="0">
              <a:latin typeface="Times New Roman" pitchFamily="18" charset="0"/>
              <a:ea typeface="Calibri" panose="020F0502020204030204" pitchFamily="34"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FB7B59B2-77D1-1ED4-AE43-E61FD5C6CEA0}"/>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20D2F029-EF1B-9C66-C320-DE6AAD091B35}"/>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931703867"/>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61899-45EE-4D69-BE36-1CB7EA3916EC}"/>
              </a:ext>
            </a:extLst>
          </p:cNvPr>
          <p:cNvSpPr>
            <a:spLocks noGrp="1"/>
          </p:cNvSpPr>
          <p:nvPr>
            <p:ph idx="1"/>
          </p:nvPr>
        </p:nvSpPr>
        <p:spPr>
          <a:xfrm>
            <a:off x="838200" y="675249"/>
            <a:ext cx="10515600" cy="5501714"/>
          </a:xfrm>
        </p:spPr>
        <p:txBody>
          <a:bodyPr/>
          <a:lstStyle/>
          <a:p>
            <a:pPr>
              <a:lnSpc>
                <a:spcPct val="200000"/>
              </a:lnSpc>
              <a:spcAft>
                <a:spcPts val="0"/>
              </a:spcAft>
            </a:pPr>
            <a:endParaRPr lang="en-IN" sz="2000" dirty="0">
              <a:latin typeface="Times New Roman" pitchFamily="18" charset="0"/>
              <a:cs typeface="Times New Roman" pitchFamily="18" charset="0"/>
            </a:endParaRPr>
          </a:p>
          <a:p>
            <a:pPr marL="0" indent="0">
              <a:spcAft>
                <a:spcPts val="0"/>
              </a:spcAft>
              <a:buNone/>
            </a:pPr>
            <a:r>
              <a:rPr lang="en-IN" sz="2000" dirty="0">
                <a:latin typeface="Times New Roman" pitchFamily="18" charset="0"/>
                <a:cs typeface="Times New Roman" pitchFamily="18" charset="0"/>
              </a:rPr>
              <a:t>13.</a:t>
            </a:r>
            <a:r>
              <a:rPr lang="en-IN" sz="2000" dirty="0">
                <a:solidFill>
                  <a:srgbClr val="2A2A2A"/>
                </a:solidFill>
                <a:latin typeface="Times New Roman" pitchFamily="18" charset="0"/>
                <a:ea typeface="Times New Roman" panose="02020603050405020304" pitchFamily="18" charset="0"/>
                <a:cs typeface="Times New Roman" pitchFamily="18" charset="0"/>
              </a:rPr>
              <a:t> There are 100 students in 3 sections A, B and C of a class. The average marks of all the three sections was 84. The average of B and C was 87.5 and the average marks of students in A section was :</a:t>
            </a:r>
            <a:endParaRPr lang="en-IN" sz="2000" dirty="0">
              <a:latin typeface="Times New Roman" pitchFamily="18" charset="0"/>
              <a:ea typeface="Times New Roman" panose="02020603050405020304" pitchFamily="18" charset="0"/>
              <a:cs typeface="Times New Roman" pitchFamily="18" charset="0"/>
            </a:endParaRPr>
          </a:p>
          <a:p>
            <a:pPr marL="0" indent="0">
              <a:buNone/>
            </a:pPr>
            <a:r>
              <a:rPr lang="en-IN" sz="2000" dirty="0">
                <a:latin typeface="Times New Roman" pitchFamily="18" charset="0"/>
                <a:cs typeface="Times New Roman" pitchFamily="18" charset="0"/>
              </a:rPr>
              <a:t>	a.20		b.35		c.54			d.40</a:t>
            </a:r>
          </a:p>
        </p:txBody>
      </p:sp>
      <p:sp>
        <p:nvSpPr>
          <p:cNvPr id="2" name="TextBox 1">
            <a:extLst>
              <a:ext uri="{FF2B5EF4-FFF2-40B4-BE49-F238E27FC236}">
                <a16:creationId xmlns:a16="http://schemas.microsoft.com/office/drawing/2014/main" id="{A12831CA-E451-C4F3-A94D-1FF69342A477}"/>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F2E76603-FDB7-93DC-0A17-87246D71A6DD}"/>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3941173249"/>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8D79CA-05F9-45A8-AE8A-F8E54A553000}"/>
              </a:ext>
            </a:extLst>
          </p:cNvPr>
          <p:cNvSpPr>
            <a:spLocks noGrp="1"/>
          </p:cNvSpPr>
          <p:nvPr>
            <p:ph idx="1"/>
          </p:nvPr>
        </p:nvSpPr>
        <p:spPr>
          <a:xfrm>
            <a:off x="838200" y="647114"/>
            <a:ext cx="10515600" cy="5529849"/>
          </a:xfrm>
        </p:spPr>
        <p:txBody>
          <a:bodyPr/>
          <a:lstStyle/>
          <a:p>
            <a:pPr marL="0" indent="0">
              <a:buNone/>
            </a:pPr>
            <a:endParaRPr lang="en-IN" sz="20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a:p>
            <a:pPr marL="0" indent="0">
              <a:buNone/>
            </a:pPr>
            <a:r>
              <a:rPr lang="en-IN" sz="2000" dirty="0">
                <a:latin typeface="Times New Roman" pitchFamily="18" charset="0"/>
                <a:cs typeface="Times New Roman" pitchFamily="18" charset="0"/>
              </a:rPr>
              <a:t>14.On a school’s Annual day sweets were to be equally distributed amongst 112 children. But on that particular day, 32 children were absent. Thus the remaining children got 6 extra sweets. How many sweets was each child originally supposed to get ?</a:t>
            </a:r>
          </a:p>
          <a:p>
            <a:pPr marL="0" indent="0">
              <a:buNone/>
            </a:pPr>
            <a:endParaRPr lang="en-IN" sz="2000" dirty="0">
              <a:latin typeface="Times New Roman" pitchFamily="18" charset="0"/>
              <a:cs typeface="Times New Roman" pitchFamily="18" charset="0"/>
            </a:endParaRPr>
          </a:p>
          <a:p>
            <a:pPr marL="0" indent="0">
              <a:buNone/>
            </a:pPr>
            <a:r>
              <a:rPr lang="en-IN" sz="2000" dirty="0">
                <a:latin typeface="Times New Roman" pitchFamily="18" charset="0"/>
                <a:cs typeface="Times New Roman" pitchFamily="18" charset="0"/>
              </a:rPr>
              <a:t>a.14		b.16		c.12		d.15</a:t>
            </a:r>
          </a:p>
        </p:txBody>
      </p:sp>
      <p:sp>
        <p:nvSpPr>
          <p:cNvPr id="2" name="TextBox 1">
            <a:extLst>
              <a:ext uri="{FF2B5EF4-FFF2-40B4-BE49-F238E27FC236}">
                <a16:creationId xmlns:a16="http://schemas.microsoft.com/office/drawing/2014/main" id="{1FE61AD6-BE98-16D9-EB51-BDCC15D6AE95}"/>
              </a:ext>
            </a:extLst>
          </p:cNvPr>
          <p:cNvSpPr txBox="1"/>
          <p:nvPr/>
        </p:nvSpPr>
        <p:spPr>
          <a:xfrm>
            <a:off x="1200443" y="637550"/>
            <a:ext cx="5545797" cy="523220"/>
          </a:xfrm>
          <a:prstGeom prst="rect">
            <a:avLst/>
          </a:prstGeom>
          <a:noFill/>
        </p:spPr>
        <p:txBody>
          <a:bodyPr wrap="square" rtlCol="0">
            <a:spAutoFit/>
          </a:bodyPr>
          <a:lstStyle/>
          <a:p>
            <a:r>
              <a:rPr lang="en-IN" altLang="en-US" sz="2800" dirty="0">
                <a:solidFill>
                  <a:srgbClr val="FF0000"/>
                </a:solidFill>
                <a:latin typeface="Cambria" pitchFamily="18" charset="0"/>
                <a:ea typeface="Cambria" pitchFamily="18" charset="0"/>
                <a:cs typeface="Cambria" pitchFamily="18" charset="0"/>
              </a:rPr>
              <a:t>Averages</a:t>
            </a:r>
            <a:endParaRPr lang="en-IN" sz="2800" dirty="0"/>
          </a:p>
        </p:txBody>
      </p:sp>
      <p:pic>
        <p:nvPicPr>
          <p:cNvPr id="4" name="Picture 3" descr="KL Deemed to be University Logo">
            <a:extLst>
              <a:ext uri="{FF2B5EF4-FFF2-40B4-BE49-F238E27FC236}">
                <a16:creationId xmlns:a16="http://schemas.microsoft.com/office/drawing/2014/main" id="{8B01CD50-7A36-C668-24A6-4B6F6ADA9124}"/>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640376733"/>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90D26-2A89-4933-A41F-8BE544266BD3}"/>
              </a:ext>
            </a:extLst>
          </p:cNvPr>
          <p:cNvSpPr>
            <a:spLocks noGrp="1"/>
          </p:cNvSpPr>
          <p:nvPr>
            <p:ph idx="1"/>
          </p:nvPr>
        </p:nvSpPr>
        <p:spPr>
          <a:xfrm>
            <a:off x="838200" y="717452"/>
            <a:ext cx="10515600" cy="5459511"/>
          </a:xfrm>
        </p:spPr>
        <p:txBody>
          <a:bodyPr/>
          <a:lstStyle/>
          <a:p>
            <a:pPr marL="0" indent="0">
              <a:lnSpc>
                <a:spcPct val="150000"/>
              </a:lnSpc>
              <a:spcAft>
                <a:spcPts val="800"/>
              </a:spcAft>
              <a:buNone/>
            </a:pPr>
            <a:endParaRPr lang="en-IN" sz="2000" dirty="0">
              <a:latin typeface="Times New Roman" pitchFamily="18" charset="0"/>
              <a:ea typeface="Calibri" panose="020F0502020204030204" pitchFamily="34" charset="0"/>
              <a:cs typeface="Times New Roman" pitchFamily="18" charset="0"/>
            </a:endParaRPr>
          </a:p>
          <a:p>
            <a:pPr marL="0" indent="0">
              <a:lnSpc>
                <a:spcPct val="150000"/>
              </a:lnSpc>
              <a:spcAft>
                <a:spcPts val="800"/>
              </a:spcAft>
              <a:buNone/>
            </a:pPr>
            <a:r>
              <a:rPr lang="en-IN" sz="2000" dirty="0">
                <a:latin typeface="Times New Roman" pitchFamily="18" charset="0"/>
                <a:ea typeface="Calibri" panose="020F0502020204030204" pitchFamily="34" charset="0"/>
                <a:cs typeface="Times New Roman" pitchFamily="18" charset="0"/>
              </a:rPr>
              <a:t>Mixture : It is a combination of two or more quantities</a:t>
            </a:r>
          </a:p>
          <a:p>
            <a:pPr marL="0" indent="0">
              <a:lnSpc>
                <a:spcPct val="150000"/>
              </a:lnSpc>
              <a:spcAft>
                <a:spcPts val="800"/>
              </a:spcAft>
              <a:buNone/>
            </a:pPr>
            <a:r>
              <a:rPr lang="en-IN" sz="2000" dirty="0">
                <a:latin typeface="Times New Roman" pitchFamily="18" charset="0"/>
                <a:ea typeface="Calibri" panose="020F0502020204030204" pitchFamily="34" charset="0"/>
                <a:cs typeface="Times New Roman" pitchFamily="18" charset="0"/>
              </a:rPr>
              <a:t>Allegation : It is the rule that enable to find the ratio in which two or more ingredients in the given price must be mixed to produce a mixture of a desire price.</a:t>
            </a:r>
          </a:p>
          <a:p>
            <a:pPr marL="0" indent="0">
              <a:lnSpc>
                <a:spcPct val="150000"/>
              </a:lnSpc>
              <a:spcAft>
                <a:spcPts val="800"/>
              </a:spcAft>
              <a:buNone/>
            </a:pPr>
            <a:r>
              <a:rPr lang="en-IN" sz="2000" dirty="0">
                <a:latin typeface="Times New Roman" pitchFamily="18" charset="0"/>
                <a:ea typeface="Calibri" panose="020F0502020204030204" pitchFamily="34" charset="0"/>
                <a:cs typeface="Times New Roman" pitchFamily="18" charset="0"/>
              </a:rPr>
              <a:t>Mean Price : The cost price of the unit quantity of the mixture is called Mean price</a:t>
            </a: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9A1825DD-3EA9-ABFB-8AE9-87E212668659}"/>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807812F7-F204-A1E2-D1C6-B438A14B94B0}"/>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781109342"/>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02147134-01C6-40A4-AE17-2DC7BCDFD573}"/>
                  </a:ext>
                </a:extLst>
              </p:cNvPr>
              <p:cNvGraphicFramePr>
                <a:graphicFrameLocks noGrp="1"/>
              </p:cNvGraphicFramePr>
              <p:nvPr>
                <p:ph idx="1"/>
                <p:extLst>
                  <p:ext uri="{D42A27DB-BD31-4B8C-83A1-F6EECF244321}">
                    <p14:modId xmlns:p14="http://schemas.microsoft.com/office/powerpoint/2010/main" val="2473682733"/>
                  </p:ext>
                </p:extLst>
              </p:nvPr>
            </p:nvGraphicFramePr>
            <p:xfrm>
              <a:off x="661184" y="1166422"/>
              <a:ext cx="10480430" cy="2716213"/>
            </p:xfrm>
            <a:graphic>
              <a:graphicData uri="http://schemas.openxmlformats.org/drawingml/2006/table">
                <a:tbl>
                  <a:tblPr firstRow="1" firstCol="1" bandRow="1"/>
                  <a:tblGrid>
                    <a:gridCol w="10480430">
                      <a:extLst>
                        <a:ext uri="{9D8B030D-6E8A-4147-A177-3AD203B41FA5}">
                          <a16:colId xmlns:a16="http://schemas.microsoft.com/office/drawing/2014/main" val="1791218545"/>
                        </a:ext>
                      </a:extLst>
                    </a:gridCol>
                  </a:tblGrid>
                  <a:tr h="2073093">
                    <a:tc>
                      <a:txBody>
                        <a:bodyPr/>
                        <a:lstStyle/>
                        <a:p>
                          <a:pPr>
                            <a:lnSpc>
                              <a:spcPct val="115000"/>
                            </a:lnSpc>
                            <a:spcAft>
                              <a:spcPts val="10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 Vessel is filled with liquid  ‘m’ parts of water and ‘n’ parts of syrup. How much of the mixture must be drawn off and replaced with water so that resultant mixture may be half water and  half syrup is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f>
                                <m:f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𝑅𝑒𝑠𝑢𝑙𝑡𝑎𝑛𝑡</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𝑤𝑎𝑡𝑒𝑟</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𝑅𝑎𝑡𝑖𝑜</m:t>
                                  </m:r>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𝑅𝑒𝑠𝑢𝑙𝑡𝑎𝑛𝑡</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𝑡𝑜𝑡𝑎𝑙</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𝑅𝑎𝑡𝑖𝑜</m:t>
                                  </m:r>
                                </m:den>
                              </m:f>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d>
                                <m:d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𝐼𝑛𝑖𝑡𝑖𝑎𝑙𝑙𝑦</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𝑑𝑖𝑓𝑓𝑟𝑒𝑛𝑐𝑒</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𝑝𝑎𝑟𝑡𝑠</m:t>
                                      </m:r>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𝐼𝑛𝑖𝑡𝑖𝑎𝑙𝑙𝑦</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𝐺𝑟𝑒𝑎𝑡𝑒𝑟</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𝑝𝑎𝑟𝑡</m:t>
                                      </m:r>
                                    </m:den>
                                  </m:f>
                                </m:e>
                              </m:d>
                            </m:oMath>
                          </a14:m>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2580590"/>
                      </a:ext>
                    </a:extLst>
                  </a:tr>
                </a:tbl>
              </a:graphicData>
            </a:graphic>
          </p:graphicFrame>
        </mc:Choice>
        <mc:Fallback xmlns="">
          <p:graphicFrame>
            <p:nvGraphicFramePr>
              <p:cNvPr id="4" name="Content Placeholder 3">
                <a:extLst>
                  <a:ext uri="{FF2B5EF4-FFF2-40B4-BE49-F238E27FC236}">
                    <a16:creationId xmlns:a16="http://schemas.microsoft.com/office/drawing/2014/main" id="{02147134-01C6-40A4-AE17-2DC7BCDFD573}"/>
                  </a:ext>
                </a:extLst>
              </p:cNvPr>
              <p:cNvGraphicFramePr>
                <a:graphicFrameLocks noGrp="1"/>
              </p:cNvGraphicFramePr>
              <p:nvPr>
                <p:ph idx="1"/>
                <p:extLst>
                  <p:ext uri="{D42A27DB-BD31-4B8C-83A1-F6EECF244321}">
                    <p14:modId xmlns:p14="http://schemas.microsoft.com/office/powerpoint/2010/main" val="2473682733"/>
                  </p:ext>
                </p:extLst>
              </p:nvPr>
            </p:nvGraphicFramePr>
            <p:xfrm>
              <a:off x="661184" y="1166422"/>
              <a:ext cx="10480430" cy="2716213"/>
            </p:xfrm>
            <a:graphic>
              <a:graphicData uri="http://schemas.openxmlformats.org/drawingml/2006/table">
                <a:tbl>
                  <a:tblPr firstRow="1" firstCol="1" bandRow="1"/>
                  <a:tblGrid>
                    <a:gridCol w="10480430">
                      <a:extLst>
                        <a:ext uri="{9D8B030D-6E8A-4147-A177-3AD203B41FA5}">
                          <a16:colId xmlns:a16="http://schemas.microsoft.com/office/drawing/2014/main" val="1791218545"/>
                        </a:ext>
                      </a:extLst>
                    </a:gridCol>
                  </a:tblGrid>
                  <a:tr h="2716213">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8" t="-224" r="-116" b="-448"/>
                          </a:stretch>
                        </a:blipFill>
                      </a:tcPr>
                    </a:tc>
                    <a:extLst>
                      <a:ext uri="{0D108BD9-81ED-4DB2-BD59-A6C34878D82A}">
                        <a16:rowId xmlns:a16="http://schemas.microsoft.com/office/drawing/2014/main" val="319258059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6D7FCD95-C00C-446C-9A1F-3CFA56774715}"/>
                  </a:ext>
                </a:extLst>
              </p:cNvPr>
              <p:cNvGraphicFramePr>
                <a:graphicFrameLocks noGrp="1"/>
              </p:cNvGraphicFramePr>
              <p:nvPr>
                <p:extLst>
                  <p:ext uri="{D42A27DB-BD31-4B8C-83A1-F6EECF244321}">
                    <p14:modId xmlns:p14="http://schemas.microsoft.com/office/powerpoint/2010/main" val="1076995170"/>
                  </p:ext>
                </p:extLst>
              </p:nvPr>
            </p:nvGraphicFramePr>
            <p:xfrm>
              <a:off x="661184" y="4296155"/>
              <a:ext cx="10480430" cy="2241550"/>
            </p:xfrm>
            <a:graphic>
              <a:graphicData uri="http://schemas.openxmlformats.org/drawingml/2006/table">
                <a:tbl>
                  <a:tblPr firstRow="1" firstCol="1" bandRow="1"/>
                  <a:tblGrid>
                    <a:gridCol w="10480430">
                      <a:extLst>
                        <a:ext uri="{9D8B030D-6E8A-4147-A177-3AD203B41FA5}">
                          <a16:colId xmlns:a16="http://schemas.microsoft.com/office/drawing/2014/main" val="1905404965"/>
                        </a:ext>
                      </a:extLst>
                    </a:gridCol>
                  </a:tblGrid>
                  <a:tr h="880389">
                    <a:tc>
                      <a:txBody>
                        <a:bodyPr/>
                        <a:lstStyle/>
                        <a:p>
                          <a:pPr>
                            <a:lnSpc>
                              <a:spcPct val="115000"/>
                            </a:lnSpc>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A container contains ‘x’ liters of pure milk. ‘y’ liters replaced with water this process repeated  ‘n’ times  then quantity of milk in the resultant container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400" i="1">
                                          <a:effectLst/>
                                          <a:latin typeface="Cambria Math" panose="02040503050406030204" pitchFamily="18" charset="0"/>
                                          <a:ea typeface="Calibri" panose="020F0502020204030204" pitchFamily="34" charset="0"/>
                                          <a:cs typeface="Times New Roman" panose="02020603050405020304" pitchFamily="18" charset="0"/>
                                        </a:rPr>
                                        <m:t>𝑦</m:t>
                                      </m:r>
                                    </m:num>
                                    <m:den>
                                      <m:r>
                                        <a:rPr lang="en-US" sz="2400" i="1">
                                          <a:effectLst/>
                                          <a:latin typeface="Cambria Math" panose="02040503050406030204" pitchFamily="18" charset="0"/>
                                          <a:ea typeface="Calibri" panose="020F0502020204030204" pitchFamily="34" charset="0"/>
                                          <a:cs typeface="Times New Roman" panose="02020603050405020304" pitchFamily="18" charset="0"/>
                                        </a:rPr>
                                        <m:t>𝑥</m:t>
                                      </m:r>
                                    </m:den>
                                  </m:f>
                                </m:e>
                              </m:d>
                            </m:oMath>
                          </a14:m>
                          <a:r>
                            <a:rPr lang="en-US" sz="2400" baseline="30000" dirty="0">
                              <a:effectLst/>
                              <a:latin typeface="Times New Roman" panose="02020603050405020304" pitchFamily="18" charset="0"/>
                              <a:ea typeface="Times New Roman" panose="02020603050405020304" pitchFamily="18" charset="0"/>
                              <a:cs typeface="Times New Roman" panose="02020603050405020304" pitchFamily="18" charset="0"/>
                            </a:rPr>
                            <a:t>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9713623"/>
                      </a:ext>
                    </a:extLst>
                  </a:tr>
                </a:tbl>
              </a:graphicData>
            </a:graphic>
          </p:graphicFrame>
        </mc:Choice>
        <mc:Fallback xmlns="">
          <p:graphicFrame>
            <p:nvGraphicFramePr>
              <p:cNvPr id="5" name="Table 4">
                <a:extLst>
                  <a:ext uri="{FF2B5EF4-FFF2-40B4-BE49-F238E27FC236}">
                    <a16:creationId xmlns:a16="http://schemas.microsoft.com/office/drawing/2014/main" id="{6D7FCD95-C00C-446C-9A1F-3CFA56774715}"/>
                  </a:ext>
                </a:extLst>
              </p:cNvPr>
              <p:cNvGraphicFramePr>
                <a:graphicFrameLocks noGrp="1"/>
              </p:cNvGraphicFramePr>
              <p:nvPr>
                <p:extLst>
                  <p:ext uri="{D42A27DB-BD31-4B8C-83A1-F6EECF244321}">
                    <p14:modId xmlns:p14="http://schemas.microsoft.com/office/powerpoint/2010/main" val="1076995170"/>
                  </p:ext>
                </p:extLst>
              </p:nvPr>
            </p:nvGraphicFramePr>
            <p:xfrm>
              <a:off x="661184" y="4296155"/>
              <a:ext cx="10480430" cy="2241550"/>
            </p:xfrm>
            <a:graphic>
              <a:graphicData uri="http://schemas.openxmlformats.org/drawingml/2006/table">
                <a:tbl>
                  <a:tblPr firstRow="1" firstCol="1" bandRow="1"/>
                  <a:tblGrid>
                    <a:gridCol w="10480430">
                      <a:extLst>
                        <a:ext uri="{9D8B030D-6E8A-4147-A177-3AD203B41FA5}">
                          <a16:colId xmlns:a16="http://schemas.microsoft.com/office/drawing/2014/main" val="1905404965"/>
                        </a:ext>
                      </a:extLst>
                    </a:gridCol>
                  </a:tblGrid>
                  <a:tr h="22415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8" t="-271" r="-116" b="-542"/>
                          </a:stretch>
                        </a:blipFill>
                      </a:tcPr>
                    </a:tc>
                    <a:extLst>
                      <a:ext uri="{0D108BD9-81ED-4DB2-BD59-A6C34878D82A}">
                        <a16:rowId xmlns:a16="http://schemas.microsoft.com/office/drawing/2014/main" val="2889713623"/>
                      </a:ext>
                    </a:extLst>
                  </a:tr>
                </a:tbl>
              </a:graphicData>
            </a:graphic>
          </p:graphicFrame>
        </mc:Fallback>
      </mc:AlternateContent>
      <p:sp>
        <p:nvSpPr>
          <p:cNvPr id="3" name="TextBox 2">
            <a:extLst>
              <a:ext uri="{FF2B5EF4-FFF2-40B4-BE49-F238E27FC236}">
                <a16:creationId xmlns:a16="http://schemas.microsoft.com/office/drawing/2014/main" id="{B9FA9615-19E0-6EA0-DF37-16FF764C2774}"/>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6" name="Picture 5" descr="KL Deemed to be University Logo">
            <a:extLst>
              <a:ext uri="{FF2B5EF4-FFF2-40B4-BE49-F238E27FC236}">
                <a16:creationId xmlns:a16="http://schemas.microsoft.com/office/drawing/2014/main" id="{FE989A40-A532-941F-1B3A-ED02D41A4614}"/>
              </a:ext>
            </a:extLst>
          </p:cNvPr>
          <p:cNvPicPr>
            <a:picLocks noChangeAspect="1" noChangeArrowheads="1"/>
          </p:cNvPicPr>
          <p:nvPr/>
        </p:nvPicPr>
        <p:blipFill>
          <a:blip r:embed="rId4"/>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2880013660"/>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B311D8-8756-457C-8AF8-25CD47B69B49}"/>
              </a:ext>
            </a:extLst>
          </p:cNvPr>
          <p:cNvSpPr>
            <a:spLocks noGrp="1"/>
          </p:cNvSpPr>
          <p:nvPr>
            <p:ph idx="1"/>
          </p:nvPr>
        </p:nvSpPr>
        <p:spPr>
          <a:xfrm>
            <a:off x="838200" y="1493519"/>
            <a:ext cx="10515600" cy="4683443"/>
          </a:xfrm>
        </p:spPr>
        <p:txBody>
          <a:bodyPr/>
          <a:lstStyle/>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15.In what ratio must a grocer mix two varieties of tea worth Rs. 70 a kg and Rs. 76 a kg so that by selling the mixture at Rs. 87 a kg he may gain 16%? </a:t>
            </a:r>
            <a:endParaRPr lang="en-IN" sz="2000" dirty="0">
              <a:latin typeface="Times New Roman" pitchFamily="18" charset="0"/>
              <a:ea typeface="Times New Roman" panose="02020603050405020304" pitchFamily="18" charset="0"/>
              <a:cs typeface="Times New Roman" pitchFamily="18" charset="0"/>
            </a:endParaRPr>
          </a:p>
          <a:p>
            <a:pPr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a. 1: 5			b. 5: 1			c. 11: 17		d. 4: 5</a:t>
            </a:r>
            <a:endParaRPr lang="en-IN" sz="2000" dirty="0">
              <a:latin typeface="Times New Roman" pitchFamily="18" charset="0"/>
              <a:ea typeface="Times New Roman" panose="02020603050405020304"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B0B382CD-FEF0-44A4-8F82-C5491ACAC8F9}"/>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FC40166D-ADD5-2334-9C50-CC194A64BB74}"/>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4109277334"/>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DC0EAD-EDCF-46BC-BB5E-6DA0A5D4BB6D}"/>
              </a:ext>
            </a:extLst>
          </p:cNvPr>
          <p:cNvSpPr>
            <a:spLocks noGrp="1"/>
          </p:cNvSpPr>
          <p:nvPr>
            <p:ph idx="1"/>
          </p:nvPr>
        </p:nvSpPr>
        <p:spPr>
          <a:xfrm>
            <a:off x="838200" y="1452879"/>
            <a:ext cx="10855960" cy="4724083"/>
          </a:xfrm>
        </p:spPr>
        <p:txBody>
          <a:bodyPr>
            <a:normAutofit/>
          </a:bodyPr>
          <a:lstStyle/>
          <a:p>
            <a:pPr marL="0" indent="0" algn="just">
              <a:lnSpc>
                <a:spcPct val="150000"/>
              </a:lnSpc>
              <a:spcAft>
                <a:spcPts val="0"/>
              </a:spcAft>
              <a:buNone/>
            </a:pPr>
            <a:r>
              <a:rPr lang="en-US" dirty="0">
                <a:latin typeface="Times New Roman" pitchFamily="18" charset="0"/>
                <a:ea typeface="Times New Roman" panose="02020603050405020304" pitchFamily="18" charset="0"/>
                <a:cs typeface="Times New Roman" pitchFamily="18" charset="0"/>
              </a:rPr>
              <a:t>16</a:t>
            </a:r>
            <a:r>
              <a:rPr lang="en-US" sz="2000" dirty="0">
                <a:latin typeface="Times New Roman" pitchFamily="18" charset="0"/>
                <a:ea typeface="Times New Roman" panose="02020603050405020304" pitchFamily="18" charset="0"/>
                <a:cs typeface="Times New Roman" pitchFamily="18" charset="0"/>
              </a:rPr>
              <a:t>. In what ratio must water be mixed with milk to gain 20 % on selling the mixture at C.P?       </a:t>
            </a:r>
            <a:endParaRPr lang="en-IN" sz="2000" dirty="0">
              <a:latin typeface="Times New Roman" pitchFamily="18" charset="0"/>
              <a:ea typeface="Times New Roman" panose="02020603050405020304" pitchFamily="18" charset="0"/>
              <a:cs typeface="Times New Roman" pitchFamily="18" charset="0"/>
            </a:endParaRPr>
          </a:p>
          <a:p>
            <a:pPr marL="742950" indent="-514350" algn="just">
              <a:lnSpc>
                <a:spcPct val="150000"/>
              </a:lnSpc>
              <a:spcAft>
                <a:spcPts val="0"/>
              </a:spcAft>
              <a:buAutoNum type="alphaLcPeriod"/>
            </a:pPr>
            <a:r>
              <a:rPr lang="en-US" sz="2000" dirty="0">
                <a:latin typeface="Times New Roman" pitchFamily="18" charset="0"/>
                <a:ea typeface="Times New Roman" panose="02020603050405020304" pitchFamily="18" charset="0"/>
                <a:cs typeface="Times New Roman" pitchFamily="18" charset="0"/>
              </a:rPr>
              <a:t>1: 5			b. 5: 1			c. 2: 3			d. 4: 3</a:t>
            </a:r>
          </a:p>
          <a:p>
            <a:pPr marL="685800" indent="-457200" algn="just">
              <a:lnSpc>
                <a:spcPct val="150000"/>
              </a:lnSpc>
              <a:spcAft>
                <a:spcPts val="0"/>
              </a:spcAft>
              <a:buAutoNum type="alphaLcPeriod"/>
            </a:pPr>
            <a:endParaRPr lang="en-US" sz="2000" dirty="0">
              <a:latin typeface="Times New Roman" pitchFamily="18" charset="0"/>
              <a:ea typeface="Times New Roman" panose="02020603050405020304" pitchFamily="18" charset="0"/>
              <a:cs typeface="Times New Roman" pitchFamily="18" charset="0"/>
            </a:endParaRPr>
          </a:p>
          <a:p>
            <a:pPr indent="0" algn="just">
              <a:lnSpc>
                <a:spcPct val="150000"/>
              </a:lnSpc>
              <a:spcAft>
                <a:spcPts val="0"/>
              </a:spcAft>
              <a:buNone/>
            </a:pPr>
            <a:endParaRPr lang="en-IN" sz="2000" dirty="0">
              <a:latin typeface="Times New Roman" pitchFamily="18" charset="0"/>
              <a:ea typeface="Times New Roman" panose="02020603050405020304"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D4E6D435-3B37-9A52-8A30-64959823FFAE}"/>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82797F6A-D963-0068-11EB-2F51AA9E0783}"/>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2503329094"/>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587151-3D60-4BBA-B48B-9AD3D9FD4538}"/>
              </a:ext>
            </a:extLst>
          </p:cNvPr>
          <p:cNvSpPr>
            <a:spLocks noGrp="1"/>
          </p:cNvSpPr>
          <p:nvPr>
            <p:ph idx="1"/>
          </p:nvPr>
        </p:nvSpPr>
        <p:spPr>
          <a:xfrm>
            <a:off x="810491" y="493009"/>
            <a:ext cx="10515600" cy="5642391"/>
          </a:xfrm>
        </p:spPr>
        <p:txBody>
          <a:bodyPr/>
          <a:lstStyle/>
          <a:p>
            <a:pPr marL="0" indent="0" algn="just">
              <a:lnSpc>
                <a:spcPct val="150000"/>
              </a:lnSpc>
              <a:spcAft>
                <a:spcPts val="0"/>
              </a:spcAft>
              <a:buNone/>
            </a:pPr>
            <a:endParaRPr lang="en-US"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17. How many kg of sugar costing Rs.11 per kg must be mixed with 21 kg of sugar costing Rs.9 per kg, so that there is a gain of 10 % by selling the mixture at Rs.10.45 per kg.</a:t>
            </a:r>
            <a:endParaRPr lang="en-IN"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	a.6 kg			b.7 kg			c.9 kg			d.10 kg</a:t>
            </a:r>
            <a:endParaRPr lang="en-IN" sz="2000" dirty="0">
              <a:latin typeface="Times New Roman" pitchFamily="18" charset="0"/>
              <a:ea typeface="Times New Roman" panose="02020603050405020304"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C8A2492B-E787-32C1-8A80-F76A0FEE465C}"/>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CFC920BF-1F17-43EB-D1DF-8E51F36B197A}"/>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1923297765"/>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80BE61-0444-49AF-A9AD-3FB26EA66C38}"/>
              </a:ext>
            </a:extLst>
          </p:cNvPr>
          <p:cNvSpPr>
            <a:spLocks noGrp="1"/>
          </p:cNvSpPr>
          <p:nvPr>
            <p:ph idx="1"/>
          </p:nvPr>
        </p:nvSpPr>
        <p:spPr>
          <a:xfrm>
            <a:off x="838200" y="436098"/>
            <a:ext cx="10515600" cy="5740865"/>
          </a:xfrm>
        </p:spPr>
        <p:txBody>
          <a:bodyPr/>
          <a:lstStyle/>
          <a:p>
            <a:pPr marL="0" indent="0" algn="just">
              <a:lnSpc>
                <a:spcPct val="150000"/>
              </a:lnSpc>
              <a:spcAft>
                <a:spcPts val="0"/>
              </a:spcAft>
              <a:buNone/>
            </a:pPr>
            <a:endParaRPr lang="en-US"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endParaRPr lang="en-US"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dirty="0">
                <a:latin typeface="Times New Roman" pitchFamily="18" charset="0"/>
                <a:ea typeface="Times New Roman" panose="02020603050405020304" pitchFamily="18" charset="0"/>
                <a:cs typeface="Times New Roman" pitchFamily="18" charset="0"/>
              </a:rPr>
              <a:t>18</a:t>
            </a:r>
            <a:r>
              <a:rPr lang="en-US" sz="2000" dirty="0">
                <a:latin typeface="Times New Roman" pitchFamily="18" charset="0"/>
                <a:ea typeface="Times New Roman" panose="02020603050405020304" pitchFamily="18" charset="0"/>
                <a:cs typeface="Times New Roman" pitchFamily="18" charset="0"/>
              </a:rPr>
              <a:t>. Tea at Rs 120 per kg and at Rs.130 per kg are mixed with a third variety in the ratio 1:1:2. If the mixture is worth Rs.137.5 per kg the price of the third variety per kg in Rs. is?</a:t>
            </a:r>
            <a:endParaRPr lang="en-IN" sz="2000" dirty="0">
              <a:latin typeface="Times New Roman" pitchFamily="18" charset="0"/>
              <a:ea typeface="Times New Roman" panose="02020603050405020304" pitchFamily="18" charset="0"/>
              <a:cs typeface="Times New Roman" pitchFamily="18" charset="0"/>
            </a:endParaRPr>
          </a:p>
          <a:p>
            <a:pPr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a.150			b. 155        		c. 145       		d. 140</a:t>
            </a:r>
            <a:endParaRPr lang="en-IN" sz="2000" dirty="0">
              <a:latin typeface="Times New Roman" pitchFamily="18" charset="0"/>
              <a:ea typeface="Times New Roman" panose="02020603050405020304"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6A3ADE33-9F82-A926-0C58-DAC3F9C77F9D}"/>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FE9917EE-90A5-B01C-D9D3-6788AE50A3E5}"/>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1037196163"/>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580D5E-9645-4529-A60B-A6C0FFBB5B99}"/>
              </a:ext>
            </a:extLst>
          </p:cNvPr>
          <p:cNvSpPr>
            <a:spLocks noGrp="1"/>
          </p:cNvSpPr>
          <p:nvPr>
            <p:ph idx="1"/>
          </p:nvPr>
        </p:nvSpPr>
        <p:spPr>
          <a:xfrm>
            <a:off x="838200" y="534572"/>
            <a:ext cx="10515600" cy="5642391"/>
          </a:xfrm>
        </p:spPr>
        <p:txBody>
          <a:bodyPr/>
          <a:lstStyle/>
          <a:p>
            <a:pPr marL="0" indent="0" algn="just">
              <a:lnSpc>
                <a:spcPct val="150000"/>
              </a:lnSpc>
              <a:spcAft>
                <a:spcPts val="0"/>
              </a:spcAft>
              <a:buNone/>
            </a:pPr>
            <a:endParaRPr lang="en-US"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dirty="0">
                <a:latin typeface="Times New Roman" pitchFamily="18" charset="0"/>
                <a:ea typeface="Times New Roman" panose="02020603050405020304" pitchFamily="18" charset="0"/>
                <a:cs typeface="Times New Roman" pitchFamily="18" charset="0"/>
              </a:rPr>
              <a:t>19</a:t>
            </a:r>
            <a:r>
              <a:rPr lang="en-US" sz="2000" dirty="0">
                <a:latin typeface="Times New Roman" pitchFamily="18" charset="0"/>
                <a:ea typeface="Times New Roman" panose="02020603050405020304" pitchFamily="18" charset="0"/>
                <a:cs typeface="Times New Roman" pitchFamily="18" charset="0"/>
              </a:rPr>
              <a:t>. A vessel is filled with liquid, 5 parts of which are water and 7 parts syrup. How much of the mixture must be drawn off and replaced with water so that the mixture may be half water and half syrup?</a:t>
            </a:r>
            <a:endParaRPr lang="en-IN" sz="2000" dirty="0">
              <a:latin typeface="Times New Roman" pitchFamily="18" charset="0"/>
              <a:ea typeface="Times New Roman" panose="02020603050405020304" pitchFamily="18" charset="0"/>
              <a:cs typeface="Times New Roman" pitchFamily="18" charset="0"/>
            </a:endParaRPr>
          </a:p>
          <a:p>
            <a:pPr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a.1/3			b.1/4			c.1/5			d.1/7</a:t>
            </a:r>
            <a:endParaRPr lang="en-IN" sz="2000" dirty="0">
              <a:latin typeface="Times New Roman" pitchFamily="18" charset="0"/>
              <a:ea typeface="Times New Roman" panose="02020603050405020304"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7E55D83A-B1AA-019D-8ECB-27214A1D2615}"/>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CC47FCE2-83C9-0E5C-A50E-5B4533CFEE6F}"/>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485652580"/>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C2A87-9914-41F4-B788-84776A819640}"/>
              </a:ext>
            </a:extLst>
          </p:cNvPr>
          <p:cNvSpPr>
            <a:spLocks noGrp="1"/>
          </p:cNvSpPr>
          <p:nvPr>
            <p:ph idx="1"/>
          </p:nvPr>
        </p:nvSpPr>
        <p:spPr>
          <a:xfrm>
            <a:off x="838200" y="650007"/>
            <a:ext cx="10515600" cy="5557985"/>
          </a:xfrm>
        </p:spPr>
        <p:txBody>
          <a:bodyPr/>
          <a:lstStyle/>
          <a:p>
            <a:pPr marL="0" indent="0" algn="just">
              <a:lnSpc>
                <a:spcPct val="150000"/>
              </a:lnSpc>
              <a:spcAft>
                <a:spcPts val="0"/>
              </a:spcAft>
              <a:buNone/>
            </a:pPr>
            <a:endParaRPr lang="en-US"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20.Ratios of milk and water in two solutions are 2: 3 and 3: 2 respectively. Content of these two solutions are mixed in the ratio 1: 4. Find the ratio of milk and water in the resultant solution.</a:t>
            </a:r>
            <a:endParaRPr lang="en-IN"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	a. 12: 13		b. 14: 11    		c.13: 2	d. 11: 14</a:t>
            </a:r>
            <a:endParaRPr lang="en-IN" sz="2000" dirty="0">
              <a:latin typeface="Times New Roman" pitchFamily="18" charset="0"/>
              <a:ea typeface="Times New Roman" panose="02020603050405020304"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1AC6C8C5-4C7C-A467-7D8A-F6174D077504}"/>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39C3C49B-ADD1-CD43-ECF6-928122EC0154}"/>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431985861"/>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6A4A5-4AB9-4F41-8633-A11C4F27F8BD}"/>
              </a:ext>
            </a:extLst>
          </p:cNvPr>
          <p:cNvSpPr>
            <a:spLocks noGrp="1"/>
          </p:cNvSpPr>
          <p:nvPr>
            <p:ph idx="1"/>
          </p:nvPr>
        </p:nvSpPr>
        <p:spPr>
          <a:xfrm>
            <a:off x="838200" y="407963"/>
            <a:ext cx="10515600" cy="5769000"/>
          </a:xfrm>
        </p:spPr>
        <p:txBody>
          <a:bodyPr/>
          <a:lstStyle/>
          <a:p>
            <a:pPr marL="0" indent="0" algn="just">
              <a:lnSpc>
                <a:spcPct val="200000"/>
              </a:lnSpc>
              <a:buNone/>
            </a:pPr>
            <a:endParaRPr lang="en-IN" sz="2000" dirty="0">
              <a:latin typeface="Times New Roman" pitchFamily="18" charset="0"/>
              <a:cs typeface="Times New Roman" pitchFamily="18" charset="0"/>
            </a:endParaRPr>
          </a:p>
          <a:p>
            <a:pPr marL="0" indent="0" algn="just">
              <a:buNone/>
            </a:pPr>
            <a:r>
              <a:rPr lang="en-IN" sz="2000" dirty="0">
                <a:latin typeface="Times New Roman" pitchFamily="18" charset="0"/>
                <a:cs typeface="Times New Roman" pitchFamily="18" charset="0"/>
              </a:rPr>
              <a:t>21.</a:t>
            </a:r>
            <a:r>
              <a:rPr lang="en-US" sz="2000" dirty="0">
                <a:latin typeface="Times New Roman" pitchFamily="18" charset="0"/>
                <a:cs typeface="Times New Roman" pitchFamily="18" charset="0"/>
              </a:rPr>
              <a:t> Two solutions of milk and water are mixed in the ratio 2: 3 by volume. The resulting solution contains 40 % milk.  Find milk concentration in the first solution if the concentration of milk in the second is 60%</a:t>
            </a:r>
            <a:endParaRPr lang="en-IN"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	a.20%		b. 15%	c.10%			d.5%</a:t>
            </a:r>
            <a:endParaRPr lang="en-IN"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8B70F105-983E-42F5-52C3-053F20073249}"/>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F948090C-D223-EF6F-580D-CFE7346CAE5C}"/>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722920631"/>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1C109-D273-4D5D-B0B1-E9CC293A4D6C}"/>
              </a:ext>
            </a:extLst>
          </p:cNvPr>
          <p:cNvSpPr>
            <a:spLocks noGrp="1"/>
          </p:cNvSpPr>
          <p:nvPr>
            <p:ph idx="1"/>
          </p:nvPr>
        </p:nvSpPr>
        <p:spPr>
          <a:xfrm>
            <a:off x="838200" y="703385"/>
            <a:ext cx="10515600" cy="5473578"/>
          </a:xfrm>
        </p:spPr>
        <p:txBody>
          <a:bodyPr/>
          <a:lstStyle/>
          <a:p>
            <a:pPr marL="0" indent="0">
              <a:lnSpc>
                <a:spcPct val="150000"/>
              </a:lnSpc>
              <a:buNone/>
            </a:pPr>
            <a:endParaRPr lang="en-IN" sz="2000" dirty="0">
              <a:latin typeface="Times New Roman" pitchFamily="18" charset="0"/>
              <a:cs typeface="Times New Roman" pitchFamily="18" charset="0"/>
            </a:endParaRPr>
          </a:p>
          <a:p>
            <a:pPr marL="0" indent="0">
              <a:lnSpc>
                <a:spcPct val="150000"/>
              </a:lnSpc>
              <a:buNone/>
            </a:pPr>
            <a:r>
              <a:rPr lang="en-IN" dirty="0">
                <a:latin typeface="Times New Roman" pitchFamily="18" charset="0"/>
                <a:cs typeface="Times New Roman" pitchFamily="18" charset="0"/>
              </a:rPr>
              <a:t>22</a:t>
            </a:r>
            <a:r>
              <a:rPr lang="en-IN" sz="2000" dirty="0">
                <a:latin typeface="Times New Roman" pitchFamily="18" charset="0"/>
                <a:cs typeface="Times New Roman" pitchFamily="18" charset="0"/>
              </a:rPr>
              <a:t>.</a:t>
            </a:r>
            <a:r>
              <a:rPr lang="en-US" sz="2000" dirty="0">
                <a:latin typeface="Times New Roman" pitchFamily="18" charset="0"/>
                <a:cs typeface="Times New Roman" pitchFamily="18" charset="0"/>
              </a:rPr>
              <a:t> The cost of oil is Rs. 100 per kg. After adulteration with another oil, which costs Rs.50 per kg, Ram sells the mixture at Rs. 96 per Kg, thereby making a profit of 20%. In what ratio does he mix the two kinds of oil?</a:t>
            </a:r>
            <a:endParaRPr lang="en-IN" sz="2000" dirty="0">
              <a:latin typeface="Times New Roman" pitchFamily="18" charset="0"/>
              <a:cs typeface="Times New Roman" pitchFamily="18" charset="0"/>
            </a:endParaRPr>
          </a:p>
          <a:p>
            <a:pPr marL="0" indent="0">
              <a:lnSpc>
                <a:spcPct val="150000"/>
              </a:lnSpc>
              <a:buNone/>
            </a:pPr>
            <a:r>
              <a:rPr lang="en-US" sz="2000" dirty="0">
                <a:latin typeface="Times New Roman" pitchFamily="18" charset="0"/>
                <a:cs typeface="Times New Roman" pitchFamily="18" charset="0"/>
              </a:rPr>
              <a:t>	a. 1: 2			b. 3: 2			c. 3: 1			d. 3: 4</a:t>
            </a:r>
            <a:endParaRPr lang="en-IN" sz="20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D4985B9C-C986-A9F3-7CD5-7C52D428B155}"/>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C1A568AB-084A-EFEB-5D19-8D118BA47E51}"/>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1986175010"/>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CFAAE5-2587-464A-9E84-9DCBFDC3F8AF}"/>
              </a:ext>
            </a:extLst>
          </p:cNvPr>
          <p:cNvSpPr>
            <a:spLocks noGrp="1"/>
          </p:cNvSpPr>
          <p:nvPr>
            <p:ph idx="1"/>
          </p:nvPr>
        </p:nvSpPr>
        <p:spPr>
          <a:xfrm>
            <a:off x="838200" y="562708"/>
            <a:ext cx="10515600" cy="5614255"/>
          </a:xfrm>
        </p:spPr>
        <p:txBody>
          <a:bodyPr/>
          <a:lstStyle/>
          <a:p>
            <a:pPr marL="0" indent="0">
              <a:lnSpc>
                <a:spcPct val="200000"/>
              </a:lnSpc>
              <a:buNone/>
            </a:pPr>
            <a:endParaRPr lang="en-IN" sz="2000" dirty="0">
              <a:latin typeface="Times New Roman" pitchFamily="18" charset="0"/>
              <a:cs typeface="Times New Roman" pitchFamily="18" charset="0"/>
            </a:endParaRPr>
          </a:p>
          <a:p>
            <a:pPr marL="0" indent="0">
              <a:buNone/>
            </a:pPr>
            <a:r>
              <a:rPr lang="en-IN" dirty="0">
                <a:latin typeface="Times New Roman" pitchFamily="18" charset="0"/>
                <a:cs typeface="Times New Roman" pitchFamily="18" charset="0"/>
              </a:rPr>
              <a:t>23</a:t>
            </a:r>
            <a:r>
              <a:rPr lang="en-IN" sz="2000" dirty="0">
                <a:latin typeface="Times New Roman" pitchFamily="18" charset="0"/>
                <a:cs typeface="Times New Roman" pitchFamily="18" charset="0"/>
              </a:rPr>
              <a:t>.</a:t>
            </a:r>
            <a:r>
              <a:rPr lang="en-US" sz="2000" dirty="0">
                <a:latin typeface="Times New Roman" pitchFamily="18" charset="0"/>
                <a:cs typeface="Times New Roman" pitchFamily="18" charset="0"/>
              </a:rPr>
              <a:t> Goods are purchased for Rs. 450 and one – third of them are sold at a loss of 10%. At what profit percentage should the remainder be sold so as to gain 20% on the whole transaction?</a:t>
            </a:r>
            <a:endParaRPr lang="en-IN" sz="2000" dirty="0">
              <a:latin typeface="Times New Roman" pitchFamily="18" charset="0"/>
              <a:cs typeface="Times New Roman" pitchFamily="18" charset="0"/>
            </a:endParaRPr>
          </a:p>
          <a:p>
            <a:pPr marL="0" indent="0">
              <a:buNone/>
            </a:pPr>
            <a:r>
              <a:rPr lang="en-US" sz="2000" dirty="0">
                <a:latin typeface="Times New Roman" pitchFamily="18" charset="0"/>
                <a:cs typeface="Times New Roman" pitchFamily="18" charset="0"/>
              </a:rPr>
              <a:t>	a.15%			b.25%			c.35%			d.45%</a:t>
            </a:r>
            <a:endParaRPr lang="en-IN" sz="2000" dirty="0">
              <a:latin typeface="Times New Roman" pitchFamily="18" charset="0"/>
              <a:cs typeface="Times New Roman" pitchFamily="18" charset="0"/>
            </a:endParaRPr>
          </a:p>
          <a:p>
            <a:pPr marL="0" indent="0">
              <a:lnSpc>
                <a:spcPct val="200000"/>
              </a:lnSpc>
              <a:buNone/>
            </a:pPr>
            <a:r>
              <a:rPr lang="en-US" sz="2000" dirty="0">
                <a:latin typeface="Times New Roman" pitchFamily="18" charset="0"/>
                <a:cs typeface="Times New Roman" pitchFamily="18" charset="0"/>
              </a:rPr>
              <a:t> </a:t>
            </a:r>
            <a:endParaRPr lang="en-IN" sz="20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46265038-A896-C959-1FA2-B114725F9CC8}"/>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44A3C39A-FAFE-7FA0-8B26-246AFBD901B4}"/>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2004749352"/>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34A8CA-16ED-42A6-9D45-28D2FD3D1E68}"/>
              </a:ext>
            </a:extLst>
          </p:cNvPr>
          <p:cNvSpPr>
            <a:spLocks noGrp="1"/>
          </p:cNvSpPr>
          <p:nvPr>
            <p:ph idx="1"/>
          </p:nvPr>
        </p:nvSpPr>
        <p:spPr>
          <a:xfrm>
            <a:off x="838200" y="478302"/>
            <a:ext cx="10515600" cy="5698661"/>
          </a:xfrm>
        </p:spPr>
        <p:txBody>
          <a:bodyPr/>
          <a:lstStyle/>
          <a:p>
            <a:pPr marL="0" indent="0" algn="just">
              <a:lnSpc>
                <a:spcPct val="150000"/>
              </a:lnSpc>
              <a:spcAft>
                <a:spcPts val="0"/>
              </a:spcAft>
              <a:buNone/>
            </a:pPr>
            <a:endParaRPr lang="en-IN" sz="2000" dirty="0">
              <a:latin typeface="Times New Roman" pitchFamily="18" charset="0"/>
              <a:cs typeface="Times New Roman" pitchFamily="18" charset="0"/>
            </a:endParaRPr>
          </a:p>
          <a:p>
            <a:pPr marL="0" indent="0" algn="just">
              <a:lnSpc>
                <a:spcPct val="150000"/>
              </a:lnSpc>
              <a:spcAft>
                <a:spcPts val="0"/>
              </a:spcAft>
              <a:buNone/>
            </a:pPr>
            <a:r>
              <a:rPr lang="en-IN" dirty="0">
                <a:latin typeface="Times New Roman" pitchFamily="18" charset="0"/>
                <a:cs typeface="Times New Roman" pitchFamily="18" charset="0"/>
              </a:rPr>
              <a:t>24</a:t>
            </a:r>
            <a:r>
              <a:rPr lang="en-IN" sz="2000" dirty="0">
                <a:latin typeface="Times New Roman" pitchFamily="18" charset="0"/>
                <a:cs typeface="Times New Roman" pitchFamily="18" charset="0"/>
              </a:rPr>
              <a:t>.</a:t>
            </a:r>
            <a:r>
              <a:rPr lang="en-US" sz="2000" dirty="0">
                <a:latin typeface="Times New Roman" pitchFamily="18" charset="0"/>
                <a:ea typeface="Times New Roman" panose="02020603050405020304" pitchFamily="18" charset="0"/>
                <a:cs typeface="Times New Roman" pitchFamily="18" charset="0"/>
              </a:rPr>
              <a:t>From a solution containing milk and water in the ratio 3: 4, 10 L is removed and replaced by water. If the resulting solution contains milk and water in the ratio 1: 2 then what was the volume of the original solution?</a:t>
            </a:r>
            <a:endParaRPr lang="en-IN"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	a.40L			b.45L			c.35L			d.42L</a:t>
            </a:r>
            <a:endParaRPr lang="en-IN" sz="2000" dirty="0">
              <a:latin typeface="Times New Roman" pitchFamily="18" charset="0"/>
              <a:ea typeface="Times New Roman" panose="02020603050405020304"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7EDACD73-B27F-E400-9BD1-ED37A9D2213C}"/>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806A558A-B20D-BE6F-FDEF-3E0010BC8135}"/>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1068553929"/>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EFB7A-8DAF-4DA9-8C63-970186FA1704}"/>
              </a:ext>
            </a:extLst>
          </p:cNvPr>
          <p:cNvSpPr>
            <a:spLocks noGrp="1"/>
          </p:cNvSpPr>
          <p:nvPr>
            <p:ph idx="1"/>
          </p:nvPr>
        </p:nvSpPr>
        <p:spPr>
          <a:xfrm>
            <a:off x="838200" y="633046"/>
            <a:ext cx="10515600" cy="5543917"/>
          </a:xfrm>
        </p:spPr>
        <p:txBody>
          <a:bodyPr/>
          <a:lstStyle/>
          <a:p>
            <a:pPr marL="0" indent="0" algn="just">
              <a:lnSpc>
                <a:spcPct val="150000"/>
              </a:lnSpc>
              <a:spcAft>
                <a:spcPts val="0"/>
              </a:spcAft>
              <a:buNone/>
            </a:pPr>
            <a:endParaRPr lang="en-US"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dirty="0">
                <a:latin typeface="Times New Roman" pitchFamily="18" charset="0"/>
                <a:ea typeface="Times New Roman" panose="02020603050405020304" pitchFamily="18" charset="0"/>
                <a:cs typeface="Times New Roman" pitchFamily="18" charset="0"/>
              </a:rPr>
              <a:t>25</a:t>
            </a:r>
            <a:r>
              <a:rPr lang="en-US" sz="2000" dirty="0">
                <a:latin typeface="Times New Roman" pitchFamily="18" charset="0"/>
                <a:ea typeface="Times New Roman" panose="02020603050405020304" pitchFamily="18" charset="0"/>
                <a:cs typeface="Times New Roman" pitchFamily="18" charset="0"/>
              </a:rPr>
              <a:t>. A container contains pure milk. 10% of this is removed and replaced with water. Then 25% is removed and replaced with water and finally 30% is removed and replaced with water. What is the percentage of milk in the final solution?</a:t>
            </a:r>
            <a:endParaRPr lang="en-IN" sz="2000" dirty="0">
              <a:latin typeface="Times New Roman" pitchFamily="18" charset="0"/>
              <a:ea typeface="Times New Roman" panose="02020603050405020304" pitchFamily="18" charset="0"/>
              <a:cs typeface="Times New Roman" pitchFamily="18" charset="0"/>
            </a:endParaRPr>
          </a:p>
          <a:p>
            <a:pPr marL="0" indent="0" algn="just">
              <a:lnSpc>
                <a:spcPct val="150000"/>
              </a:lnSpc>
              <a:spcAft>
                <a:spcPts val="0"/>
              </a:spcAft>
              <a:buNone/>
            </a:pPr>
            <a:r>
              <a:rPr lang="en-US" sz="2000" dirty="0">
                <a:latin typeface="Times New Roman" pitchFamily="18" charset="0"/>
                <a:ea typeface="Times New Roman" panose="02020603050405020304" pitchFamily="18" charset="0"/>
                <a:cs typeface="Times New Roman" pitchFamily="18" charset="0"/>
              </a:rPr>
              <a:t>	a.65%		b.47.25%	c.50%		d.48.75%</a:t>
            </a:r>
            <a:endParaRPr lang="en-IN" sz="2000" dirty="0">
              <a:latin typeface="Times New Roman" pitchFamily="18" charset="0"/>
              <a:ea typeface="Times New Roman" panose="02020603050405020304"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590FE7FD-1DCB-67B5-7F62-8B5A2B37A6BB}"/>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4" name="Picture 3" descr="KL Deemed to be University Logo">
            <a:extLst>
              <a:ext uri="{FF2B5EF4-FFF2-40B4-BE49-F238E27FC236}">
                <a16:creationId xmlns:a16="http://schemas.microsoft.com/office/drawing/2014/main" id="{A3720133-BD05-90D8-8069-C39C16372AFC}"/>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3015493201"/>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5B3E4-725A-404F-8E84-F316FA4554C4}"/>
              </a:ext>
            </a:extLst>
          </p:cNvPr>
          <p:cNvSpPr>
            <a:spLocks noGrp="1"/>
          </p:cNvSpPr>
          <p:nvPr>
            <p:ph idx="1"/>
          </p:nvPr>
        </p:nvSpPr>
        <p:spPr>
          <a:xfrm>
            <a:off x="838200" y="323557"/>
            <a:ext cx="10515600" cy="5853406"/>
          </a:xfrm>
        </p:spPr>
        <p:txBody>
          <a:bodyPr>
            <a:normAutofit/>
          </a:bodyPr>
          <a:lstStyle/>
          <a:p>
            <a:pPr algn="just">
              <a:lnSpc>
                <a:spcPct val="150000"/>
              </a:lnSpc>
            </a:pPr>
            <a:endParaRPr lang="en-IN" sz="2000" dirty="0">
              <a:latin typeface="Times New Roman" pitchFamily="18" charset="0"/>
              <a:cs typeface="Times New Roman" pitchFamily="18" charset="0"/>
            </a:endParaRPr>
          </a:p>
          <a:p>
            <a:pPr algn="just">
              <a:lnSpc>
                <a:spcPct val="150000"/>
              </a:lnSpc>
            </a:pPr>
            <a:endParaRPr lang="en-IN" sz="2000" dirty="0">
              <a:latin typeface="Times New Roman" pitchFamily="18" charset="0"/>
              <a:cs typeface="Times New Roman" pitchFamily="18" charset="0"/>
            </a:endParaRPr>
          </a:p>
        </p:txBody>
      </p:sp>
      <p:graphicFrame>
        <p:nvGraphicFramePr>
          <p:cNvPr id="2" name="Table 3">
            <a:extLst>
              <a:ext uri="{FF2B5EF4-FFF2-40B4-BE49-F238E27FC236}">
                <a16:creationId xmlns:a16="http://schemas.microsoft.com/office/drawing/2014/main" id="{5BE1A244-08E5-68FD-54E3-C349B5507221}"/>
              </a:ext>
            </a:extLst>
          </p:cNvPr>
          <p:cNvGraphicFramePr>
            <a:graphicFrameLocks noGrp="1"/>
          </p:cNvGraphicFramePr>
          <p:nvPr>
            <p:extLst>
              <p:ext uri="{D42A27DB-BD31-4B8C-83A1-F6EECF244321}">
                <p14:modId xmlns:p14="http://schemas.microsoft.com/office/powerpoint/2010/main" val="3605899267"/>
              </p:ext>
            </p:extLst>
          </p:nvPr>
        </p:nvGraphicFramePr>
        <p:xfrm>
          <a:off x="1767840" y="2137740"/>
          <a:ext cx="8128000" cy="111252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961513914"/>
                    </a:ext>
                  </a:extLst>
                </a:gridCol>
                <a:gridCol w="812800">
                  <a:extLst>
                    <a:ext uri="{9D8B030D-6E8A-4147-A177-3AD203B41FA5}">
                      <a16:colId xmlns:a16="http://schemas.microsoft.com/office/drawing/2014/main" val="3821574325"/>
                    </a:ext>
                  </a:extLst>
                </a:gridCol>
                <a:gridCol w="812800">
                  <a:extLst>
                    <a:ext uri="{9D8B030D-6E8A-4147-A177-3AD203B41FA5}">
                      <a16:colId xmlns:a16="http://schemas.microsoft.com/office/drawing/2014/main" val="1113261085"/>
                    </a:ext>
                  </a:extLst>
                </a:gridCol>
                <a:gridCol w="812800">
                  <a:extLst>
                    <a:ext uri="{9D8B030D-6E8A-4147-A177-3AD203B41FA5}">
                      <a16:colId xmlns:a16="http://schemas.microsoft.com/office/drawing/2014/main" val="1231880167"/>
                    </a:ext>
                  </a:extLst>
                </a:gridCol>
                <a:gridCol w="812800">
                  <a:extLst>
                    <a:ext uri="{9D8B030D-6E8A-4147-A177-3AD203B41FA5}">
                      <a16:colId xmlns:a16="http://schemas.microsoft.com/office/drawing/2014/main" val="56208024"/>
                    </a:ext>
                  </a:extLst>
                </a:gridCol>
                <a:gridCol w="812800">
                  <a:extLst>
                    <a:ext uri="{9D8B030D-6E8A-4147-A177-3AD203B41FA5}">
                      <a16:colId xmlns:a16="http://schemas.microsoft.com/office/drawing/2014/main" val="3027930639"/>
                    </a:ext>
                  </a:extLst>
                </a:gridCol>
                <a:gridCol w="812800">
                  <a:extLst>
                    <a:ext uri="{9D8B030D-6E8A-4147-A177-3AD203B41FA5}">
                      <a16:colId xmlns:a16="http://schemas.microsoft.com/office/drawing/2014/main" val="3877050904"/>
                    </a:ext>
                  </a:extLst>
                </a:gridCol>
                <a:gridCol w="812800">
                  <a:extLst>
                    <a:ext uri="{9D8B030D-6E8A-4147-A177-3AD203B41FA5}">
                      <a16:colId xmlns:a16="http://schemas.microsoft.com/office/drawing/2014/main" val="4020953586"/>
                    </a:ext>
                  </a:extLst>
                </a:gridCol>
                <a:gridCol w="812800">
                  <a:extLst>
                    <a:ext uri="{9D8B030D-6E8A-4147-A177-3AD203B41FA5}">
                      <a16:colId xmlns:a16="http://schemas.microsoft.com/office/drawing/2014/main" val="218924298"/>
                    </a:ext>
                  </a:extLst>
                </a:gridCol>
                <a:gridCol w="812800">
                  <a:extLst>
                    <a:ext uri="{9D8B030D-6E8A-4147-A177-3AD203B41FA5}">
                      <a16:colId xmlns:a16="http://schemas.microsoft.com/office/drawing/2014/main" val="3907244339"/>
                    </a:ext>
                  </a:extLst>
                </a:gridCol>
              </a:tblGrid>
              <a:tr h="370840">
                <a:tc>
                  <a:txBody>
                    <a:bodyPr/>
                    <a:lstStyle/>
                    <a:p>
                      <a:r>
                        <a:rPr lang="en-US" dirty="0"/>
                        <a:t>1.B</a:t>
                      </a:r>
                      <a:endParaRPr lang="en-IN" dirty="0"/>
                    </a:p>
                  </a:txBody>
                  <a:tcPr/>
                </a:tc>
                <a:tc>
                  <a:txBody>
                    <a:bodyPr/>
                    <a:lstStyle/>
                    <a:p>
                      <a:r>
                        <a:rPr lang="en-IN" dirty="0"/>
                        <a:t>2.B</a:t>
                      </a:r>
                    </a:p>
                  </a:txBody>
                  <a:tcPr/>
                </a:tc>
                <a:tc>
                  <a:txBody>
                    <a:bodyPr/>
                    <a:lstStyle/>
                    <a:p>
                      <a:r>
                        <a:rPr lang="en-IN" dirty="0"/>
                        <a:t>3.C</a:t>
                      </a:r>
                    </a:p>
                  </a:txBody>
                  <a:tcPr/>
                </a:tc>
                <a:tc>
                  <a:txBody>
                    <a:bodyPr/>
                    <a:lstStyle/>
                    <a:p>
                      <a:r>
                        <a:rPr lang="en-IN" dirty="0"/>
                        <a:t>4.D</a:t>
                      </a:r>
                    </a:p>
                  </a:txBody>
                  <a:tcPr/>
                </a:tc>
                <a:tc>
                  <a:txBody>
                    <a:bodyPr/>
                    <a:lstStyle/>
                    <a:p>
                      <a:r>
                        <a:rPr lang="en-IN" dirty="0"/>
                        <a:t>5.B</a:t>
                      </a:r>
                    </a:p>
                  </a:txBody>
                  <a:tcPr/>
                </a:tc>
                <a:tc>
                  <a:txBody>
                    <a:bodyPr/>
                    <a:lstStyle/>
                    <a:p>
                      <a:r>
                        <a:rPr lang="en-IN" dirty="0"/>
                        <a:t>6.A</a:t>
                      </a:r>
                    </a:p>
                  </a:txBody>
                  <a:tcPr/>
                </a:tc>
                <a:tc>
                  <a:txBody>
                    <a:bodyPr/>
                    <a:lstStyle/>
                    <a:p>
                      <a:r>
                        <a:rPr lang="en-IN" dirty="0"/>
                        <a:t>7.C</a:t>
                      </a:r>
                    </a:p>
                  </a:txBody>
                  <a:tcPr/>
                </a:tc>
                <a:tc>
                  <a:txBody>
                    <a:bodyPr/>
                    <a:lstStyle/>
                    <a:p>
                      <a:r>
                        <a:rPr lang="en-IN" dirty="0"/>
                        <a:t>8.A</a:t>
                      </a:r>
                    </a:p>
                  </a:txBody>
                  <a:tcPr/>
                </a:tc>
                <a:tc>
                  <a:txBody>
                    <a:bodyPr/>
                    <a:lstStyle/>
                    <a:p>
                      <a:r>
                        <a:rPr lang="en-IN" dirty="0"/>
                        <a:t>9.A</a:t>
                      </a:r>
                    </a:p>
                  </a:txBody>
                  <a:tcPr/>
                </a:tc>
                <a:tc>
                  <a:txBody>
                    <a:bodyPr/>
                    <a:lstStyle/>
                    <a:p>
                      <a:r>
                        <a:rPr lang="en-IN" dirty="0"/>
                        <a:t>10.C</a:t>
                      </a:r>
                    </a:p>
                  </a:txBody>
                  <a:tcPr/>
                </a:tc>
                <a:extLst>
                  <a:ext uri="{0D108BD9-81ED-4DB2-BD59-A6C34878D82A}">
                    <a16:rowId xmlns:a16="http://schemas.microsoft.com/office/drawing/2014/main" val="4002346339"/>
                  </a:ext>
                </a:extLst>
              </a:tr>
              <a:tr h="370840">
                <a:tc>
                  <a:txBody>
                    <a:bodyPr/>
                    <a:lstStyle/>
                    <a:p>
                      <a:r>
                        <a:rPr lang="en-IN" dirty="0"/>
                        <a:t>11.A</a:t>
                      </a:r>
                    </a:p>
                  </a:txBody>
                  <a:tcPr/>
                </a:tc>
                <a:tc>
                  <a:txBody>
                    <a:bodyPr/>
                    <a:lstStyle/>
                    <a:p>
                      <a:r>
                        <a:rPr lang="en-IN" dirty="0"/>
                        <a:t>12.C</a:t>
                      </a:r>
                    </a:p>
                  </a:txBody>
                  <a:tcPr/>
                </a:tc>
                <a:tc>
                  <a:txBody>
                    <a:bodyPr/>
                    <a:lstStyle/>
                    <a:p>
                      <a:r>
                        <a:rPr lang="en-IN" dirty="0"/>
                        <a:t>13.A</a:t>
                      </a:r>
                    </a:p>
                  </a:txBody>
                  <a:tcPr/>
                </a:tc>
                <a:tc>
                  <a:txBody>
                    <a:bodyPr/>
                    <a:lstStyle/>
                    <a:p>
                      <a:r>
                        <a:rPr lang="en-IN" dirty="0"/>
                        <a:t>14.D</a:t>
                      </a:r>
                    </a:p>
                  </a:txBody>
                  <a:tcPr/>
                </a:tc>
                <a:tc>
                  <a:txBody>
                    <a:bodyPr/>
                    <a:lstStyle/>
                    <a:p>
                      <a:r>
                        <a:rPr lang="en-IN" dirty="0"/>
                        <a:t>15.A</a:t>
                      </a:r>
                    </a:p>
                  </a:txBody>
                  <a:tcPr/>
                </a:tc>
                <a:tc>
                  <a:txBody>
                    <a:bodyPr/>
                    <a:lstStyle/>
                    <a:p>
                      <a:r>
                        <a:rPr lang="en-IN" dirty="0"/>
                        <a:t>16.A</a:t>
                      </a:r>
                    </a:p>
                  </a:txBody>
                  <a:tcPr/>
                </a:tc>
                <a:tc>
                  <a:txBody>
                    <a:bodyPr/>
                    <a:lstStyle/>
                    <a:p>
                      <a:r>
                        <a:rPr lang="en-IN" dirty="0"/>
                        <a:t>17.C</a:t>
                      </a:r>
                    </a:p>
                  </a:txBody>
                  <a:tcPr/>
                </a:tc>
                <a:tc>
                  <a:txBody>
                    <a:bodyPr/>
                    <a:lstStyle/>
                    <a:p>
                      <a:r>
                        <a:rPr lang="en-IN" dirty="0"/>
                        <a:t>18.A</a:t>
                      </a:r>
                    </a:p>
                  </a:txBody>
                  <a:tcPr/>
                </a:tc>
                <a:tc>
                  <a:txBody>
                    <a:bodyPr/>
                    <a:lstStyle/>
                    <a:p>
                      <a:r>
                        <a:rPr lang="en-IN" dirty="0"/>
                        <a:t>19.D</a:t>
                      </a:r>
                    </a:p>
                  </a:txBody>
                  <a:tcPr/>
                </a:tc>
                <a:tc>
                  <a:txBody>
                    <a:bodyPr/>
                    <a:lstStyle/>
                    <a:p>
                      <a:r>
                        <a:rPr lang="en-IN" dirty="0"/>
                        <a:t>20.B</a:t>
                      </a:r>
                    </a:p>
                  </a:txBody>
                  <a:tcPr/>
                </a:tc>
                <a:extLst>
                  <a:ext uri="{0D108BD9-81ED-4DB2-BD59-A6C34878D82A}">
                    <a16:rowId xmlns:a16="http://schemas.microsoft.com/office/drawing/2014/main" val="3159416374"/>
                  </a:ext>
                </a:extLst>
              </a:tr>
              <a:tr h="370840">
                <a:tc>
                  <a:txBody>
                    <a:bodyPr/>
                    <a:lstStyle/>
                    <a:p>
                      <a:r>
                        <a:rPr lang="en-IN" dirty="0"/>
                        <a:t>21.C</a:t>
                      </a:r>
                    </a:p>
                  </a:txBody>
                  <a:tcPr/>
                </a:tc>
                <a:tc>
                  <a:txBody>
                    <a:bodyPr/>
                    <a:lstStyle/>
                    <a:p>
                      <a:r>
                        <a:rPr lang="en-IN" dirty="0"/>
                        <a:t>22.B</a:t>
                      </a:r>
                    </a:p>
                  </a:txBody>
                  <a:tcPr/>
                </a:tc>
                <a:tc>
                  <a:txBody>
                    <a:bodyPr/>
                    <a:lstStyle/>
                    <a:p>
                      <a:r>
                        <a:rPr lang="en-IN" dirty="0"/>
                        <a:t>23.C</a:t>
                      </a:r>
                    </a:p>
                  </a:txBody>
                  <a:tcPr/>
                </a:tc>
                <a:tc>
                  <a:txBody>
                    <a:bodyPr/>
                    <a:lstStyle/>
                    <a:p>
                      <a:r>
                        <a:rPr lang="en-IN" dirty="0"/>
                        <a:t>24.B</a:t>
                      </a:r>
                    </a:p>
                  </a:txBody>
                  <a:tcPr/>
                </a:tc>
                <a:tc>
                  <a:txBody>
                    <a:bodyPr/>
                    <a:lstStyle/>
                    <a:p>
                      <a:r>
                        <a:rPr lang="en-IN" dirty="0"/>
                        <a:t>25.B</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071177192"/>
                  </a:ext>
                </a:extLst>
              </a:tr>
            </a:tbl>
          </a:graphicData>
        </a:graphic>
      </p:graphicFrame>
      <p:sp>
        <p:nvSpPr>
          <p:cNvPr id="5" name="TextBox 4">
            <a:extLst>
              <a:ext uri="{FF2B5EF4-FFF2-40B4-BE49-F238E27FC236}">
                <a16:creationId xmlns:a16="http://schemas.microsoft.com/office/drawing/2014/main" id="{BE098A85-2441-BDB6-7C8E-C1E1BB204E99}"/>
              </a:ext>
            </a:extLst>
          </p:cNvPr>
          <p:cNvSpPr txBox="1"/>
          <p:nvPr/>
        </p:nvSpPr>
        <p:spPr>
          <a:xfrm>
            <a:off x="1767840" y="1650124"/>
            <a:ext cx="1282262" cy="369332"/>
          </a:xfrm>
          <a:prstGeom prst="rect">
            <a:avLst/>
          </a:prstGeom>
          <a:noFill/>
        </p:spPr>
        <p:txBody>
          <a:bodyPr wrap="square" rtlCol="0">
            <a:spAutoFit/>
          </a:bodyPr>
          <a:lstStyle/>
          <a:p>
            <a:r>
              <a:rPr lang="en-IN" dirty="0">
                <a:solidFill>
                  <a:srgbClr val="FF0000"/>
                </a:solidFill>
                <a:highlight>
                  <a:srgbClr val="FFFF00"/>
                </a:highlight>
              </a:rPr>
              <a:t>Key:</a:t>
            </a:r>
          </a:p>
        </p:txBody>
      </p:sp>
      <p:sp>
        <p:nvSpPr>
          <p:cNvPr id="4" name="TextBox 3">
            <a:extLst>
              <a:ext uri="{FF2B5EF4-FFF2-40B4-BE49-F238E27FC236}">
                <a16:creationId xmlns:a16="http://schemas.microsoft.com/office/drawing/2014/main" id="{05CF3874-E0AA-E0FA-4CB4-49C927817512}"/>
              </a:ext>
            </a:extLst>
          </p:cNvPr>
          <p:cNvSpPr txBox="1"/>
          <p:nvPr/>
        </p:nvSpPr>
        <p:spPr>
          <a:xfrm>
            <a:off x="1200443" y="637550"/>
            <a:ext cx="5545797" cy="523220"/>
          </a:xfrm>
          <a:prstGeom prst="rect">
            <a:avLst/>
          </a:prstGeom>
          <a:noFill/>
        </p:spPr>
        <p:txBody>
          <a:bodyPr wrap="square" rtlCol="0">
            <a:spAutoFit/>
          </a:bodyPr>
          <a:lstStyle/>
          <a:p>
            <a:r>
              <a:rPr lang="en-IN" altLang="en-US" sz="2800" dirty="0" err="1">
                <a:solidFill>
                  <a:srgbClr val="FF0000"/>
                </a:solidFill>
                <a:latin typeface="Cambria" pitchFamily="18" charset="0"/>
                <a:ea typeface="Cambria" pitchFamily="18" charset="0"/>
                <a:cs typeface="Cambria" pitchFamily="18" charset="0"/>
              </a:rPr>
              <a:t>Alligations</a:t>
            </a:r>
            <a:endParaRPr lang="en-IN" sz="2800" dirty="0"/>
          </a:p>
        </p:txBody>
      </p:sp>
      <p:pic>
        <p:nvPicPr>
          <p:cNvPr id="6" name="Picture 5" descr="KL Deemed to be University Logo">
            <a:extLst>
              <a:ext uri="{FF2B5EF4-FFF2-40B4-BE49-F238E27FC236}">
                <a16:creationId xmlns:a16="http://schemas.microsoft.com/office/drawing/2014/main" id="{F88CA65A-C759-E98E-702B-68DDAD26952D}"/>
              </a:ext>
            </a:extLst>
          </p:cNvPr>
          <p:cNvPicPr>
            <a:picLocks noChangeAspect="1" noChangeArrowheads="1"/>
          </p:cNvPicPr>
          <p:nvPr/>
        </p:nvPicPr>
        <p:blipFill>
          <a:blip r:embed="rId2"/>
          <a:srcRect/>
          <a:stretch>
            <a:fillRect/>
          </a:stretch>
        </p:blipFill>
        <p:spPr bwMode="auto">
          <a:xfrm>
            <a:off x="9853613" y="127000"/>
            <a:ext cx="2075628" cy="935038"/>
          </a:xfrm>
          <a:prstGeom prst="rect">
            <a:avLst/>
          </a:prstGeom>
          <a:noFill/>
          <a:ln w="9525">
            <a:noFill/>
            <a:miter lim="800000"/>
            <a:headEnd/>
            <a:tailEnd/>
          </a:ln>
        </p:spPr>
      </p:pic>
    </p:spTree>
    <p:extLst>
      <p:ext uri="{BB962C8B-B14F-4D97-AF65-F5344CB8AC3E}">
        <p14:creationId xmlns:p14="http://schemas.microsoft.com/office/powerpoint/2010/main" val="4250426264"/>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Q&amp;A.jpg"/>
          <p:cNvPicPr>
            <a:picLocks noGrp="1" noChangeAspect="1"/>
          </p:cNvPicPr>
          <p:nvPr>
            <p:ph idx="1"/>
          </p:nvPr>
        </p:nvPicPr>
        <p:blipFill>
          <a:blip r:embed="rId2" cstate="print"/>
          <a:stretch>
            <a:fillRect/>
          </a:stretch>
        </p:blipFill>
        <p:spPr>
          <a:xfrm>
            <a:off x="2336800" y="1295401"/>
            <a:ext cx="8636000" cy="3886199"/>
          </a:xfrm>
        </p:spPr>
      </p:pic>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A99F02E-E5F1-4921-A802-627C60B1E8E4}" type="datetime3">
              <a:rPr lang="en-US" smtClean="0"/>
              <a:pPr>
                <a:defRPr/>
              </a:pPr>
              <a:t>7 December 2022</a:t>
            </a:fld>
            <a:endParaRPr lang="en-US" dirty="0"/>
          </a:p>
        </p:txBody>
      </p:sp>
      <p:sp>
        <p:nvSpPr>
          <p:cNvPr id="28675" name="Slide Number Placeholder 5"/>
          <p:cNvSpPr>
            <a:spLocks noGrp="1" noChangeArrowheads="1"/>
          </p:cNvSpPr>
          <p:nvPr>
            <p:ph type="sldNum" sz="quarter" idx="12"/>
          </p:nvPr>
        </p:nvSpPr>
        <p:spPr bwMode="auto">
          <a:noFill/>
          <a:ln>
            <a:miter lim="800000"/>
            <a:headEnd/>
            <a:tailEnd/>
          </a:ln>
        </p:spPr>
        <p:txBody>
          <a:bodyPr/>
          <a:lstStyle/>
          <a:p>
            <a:r>
              <a:rPr lang="en-US" altLang="en-US" dirty="0"/>
              <a:t>59</a:t>
            </a:r>
          </a:p>
        </p:txBody>
      </p:sp>
      <p:pic>
        <p:nvPicPr>
          <p:cNvPr id="28676" name="Picture 2" descr="KL Deemed to be University Logo"/>
          <p:cNvPicPr>
            <a:picLocks noChangeAspect="1" noChangeArrowheads="1"/>
          </p:cNvPicPr>
          <p:nvPr/>
        </p:nvPicPr>
        <p:blipFill>
          <a:blip r:embed="rId2"/>
          <a:srcRect/>
          <a:stretch>
            <a:fillRect/>
          </a:stretch>
        </p:blipFill>
        <p:spPr bwMode="auto">
          <a:xfrm>
            <a:off x="9898063" y="127000"/>
            <a:ext cx="3275012" cy="935038"/>
          </a:xfrm>
          <a:prstGeom prst="rect">
            <a:avLst/>
          </a:prstGeom>
          <a:noFill/>
          <a:ln w="9525">
            <a:noFill/>
            <a:miter lim="800000"/>
            <a:headEnd/>
            <a:tailEnd/>
          </a:ln>
        </p:spPr>
      </p:pic>
      <p:pic>
        <p:nvPicPr>
          <p:cNvPr id="28677" name="Picture 6"/>
          <p:cNvPicPr>
            <a:picLocks noChangeAspect="1" noChangeArrowheads="1"/>
          </p:cNvPicPr>
          <p:nvPr/>
        </p:nvPicPr>
        <p:blipFill>
          <a:blip r:embed="rId3"/>
          <a:srcRect/>
          <a:stretch>
            <a:fillRect/>
          </a:stretch>
        </p:blipFill>
        <p:spPr bwMode="auto">
          <a:xfrm>
            <a:off x="1104900" y="1335088"/>
            <a:ext cx="9980613" cy="4929187"/>
          </a:xfrm>
          <a:prstGeom prst="rect">
            <a:avLst/>
          </a:prstGeom>
          <a:noFill/>
          <a:ln w="9525">
            <a:noFill/>
            <a:miter lim="800000"/>
            <a:headEnd/>
            <a:tailEnd/>
          </a:ln>
        </p:spPr>
      </p:pic>
      <p:sp>
        <p:nvSpPr>
          <p:cNvPr id="28678" name="TextBox 7"/>
          <p:cNvSpPr txBox="1">
            <a:spLocks noChangeArrowheads="1"/>
          </p:cNvSpPr>
          <p:nvPr/>
        </p:nvSpPr>
        <p:spPr bwMode="auto">
          <a:xfrm>
            <a:off x="3000375" y="5943600"/>
            <a:ext cx="6502400" cy="231775"/>
          </a:xfrm>
          <a:prstGeom prst="rect">
            <a:avLst/>
          </a:prstGeom>
          <a:noFill/>
          <a:ln w="9525">
            <a:noFill/>
            <a:miter lim="800000"/>
            <a:headEnd/>
            <a:tailEnd/>
          </a:ln>
        </p:spPr>
        <p:txBody>
          <a:bodyPr>
            <a:spAutoFit/>
          </a:bodyPr>
          <a:lstStyle/>
          <a:p>
            <a:r>
              <a:rPr lang="en-IN" altLang="en-US" sz="900" dirty="0">
                <a:hlinkClick r:id="rId4" tooltip="https://www.thebluediamondgallery.com/wooden-tile/t/thank-you.html"/>
              </a:rPr>
              <a:t>This Photo</a:t>
            </a:r>
            <a:r>
              <a:rPr lang="en-IN" altLang="en-US" sz="900" dirty="0"/>
              <a:t> by Unknown Author is licensed under </a:t>
            </a:r>
            <a:r>
              <a:rPr lang="en-IN" altLang="en-US" sz="900" dirty="0">
                <a:hlinkClick r:id="rId5" tooltip="https://creativecommons.org/licenses/by-sa/3.0/"/>
              </a:rPr>
              <a:t>CC BY-SA</a:t>
            </a:r>
            <a:endParaRPr lang="en-IN" altLang="en-US" sz="900" dirty="0"/>
          </a:p>
        </p:txBody>
      </p:sp>
      <p:sp>
        <p:nvSpPr>
          <p:cNvPr id="8" name="Footer Placeholder 4"/>
          <p:cNvSpPr>
            <a:spLocks noGrp="1"/>
          </p:cNvSpPr>
          <p:nvPr>
            <p:ph type="ftr" sz="quarter" idx="11"/>
          </p:nvPr>
        </p:nvSpPr>
        <p:spPr>
          <a:xfrm>
            <a:off x="2933700" y="6259513"/>
            <a:ext cx="6324600" cy="622300"/>
          </a:xfrm>
        </p:spPr>
        <p:txBody>
          <a:bodyPr/>
          <a:lstStyle/>
          <a:p>
            <a:pPr>
              <a:defRPr/>
            </a:pPr>
            <a:r>
              <a:rPr lang="en-IN" sz="1800" b="1" dirty="0">
                <a:solidFill>
                  <a:srgbClr val="C00000"/>
                </a:solidFill>
                <a:latin typeface="Cambria" panose="02040503050406030204" pitchFamily="18" charset="0"/>
                <a:ea typeface="Cambria" panose="02040503050406030204" pitchFamily="18" charset="0"/>
              </a:rPr>
              <a:t>QUANTITATIVE APTITUDE &amp; REASONING DIVISION</a:t>
            </a:r>
          </a:p>
        </p:txBody>
      </p:sp>
    </p:spTree>
  </p:cSld>
  <p:clrMapOvr>
    <a:masterClrMapping/>
  </p:clrMapOvr>
  <p:transition spd="med">
    <p:fade/>
  </p:transition>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6442</TotalTime>
  <Words>2323</Words>
  <Application>Microsoft Office PowerPoint</Application>
  <PresentationFormat>Widescreen</PresentationFormat>
  <Paragraphs>175</Paragraphs>
  <Slides>34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Calibri</vt:lpstr>
      <vt:lpstr>Cambria</vt:lpstr>
      <vt:lpstr>Cambria Math</vt:lpstr>
      <vt:lpstr>Euphemia</vt:lpstr>
      <vt:lpstr>Plantagenet Cherokee</vt:lpstr>
      <vt:lpstr>Times New Roman</vt:lpstr>
      <vt:lpstr>Wingdings</vt:lpstr>
      <vt:lpstr>Academic Literature 16x9</vt:lpstr>
      <vt:lpstr>Welcome TO PSS-1</vt:lpstr>
      <vt:lpstr>Averages &amp; Alligations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klu</dc:creator>
  <cp:lastModifiedBy>Edara Sreelatha</cp:lastModifiedBy>
  <cp:revision>230</cp:revision>
  <dcterms:created xsi:type="dcterms:W3CDTF">2020-07-20T07:07:45Z</dcterms:created>
  <dcterms:modified xsi:type="dcterms:W3CDTF">2022-12-07T06:43:52Z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