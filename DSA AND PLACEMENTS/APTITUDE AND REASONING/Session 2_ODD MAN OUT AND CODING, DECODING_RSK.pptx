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handoutMasterIdLst>
    <p:handoutMasterId r:id="rId36"/>
  </p:handoutMasterIdLst>
  <p:sldIdLst>
    <p:sldId id="326" r:id="rId2"/>
    <p:sldId id="679" r:id="rId3"/>
    <p:sldId id="528" r:id="rId4"/>
    <p:sldId id="347" r:id="rId5"/>
    <p:sldId id="431" r:id="rId6"/>
    <p:sldId id="435" r:id="rId7"/>
    <p:sldId id="332" r:id="rId8"/>
    <p:sldId id="600" r:id="rId9"/>
    <p:sldId id="543" r:id="rId10"/>
    <p:sldId id="441" r:id="rId11"/>
    <p:sldId id="547" r:id="rId12"/>
    <p:sldId id="393" r:id="rId13"/>
    <p:sldId id="395" r:id="rId14"/>
    <p:sldId id="396" r:id="rId15"/>
    <p:sldId id="555" r:id="rId16"/>
    <p:sldId id="556" r:id="rId17"/>
    <p:sldId id="558" r:id="rId18"/>
    <p:sldId id="561" r:id="rId19"/>
    <p:sldId id="602" r:id="rId20"/>
    <p:sldId id="604" r:id="rId21"/>
    <p:sldId id="564" r:id="rId22"/>
    <p:sldId id="566" r:id="rId23"/>
    <p:sldId id="568" r:id="rId24"/>
    <p:sldId id="570" r:id="rId25"/>
    <p:sldId id="572" r:id="rId26"/>
    <p:sldId id="575" r:id="rId27"/>
    <p:sldId id="577" r:id="rId28"/>
    <p:sldId id="579" r:id="rId29"/>
    <p:sldId id="581" r:id="rId30"/>
    <p:sldId id="583" r:id="rId31"/>
    <p:sldId id="585" r:id="rId32"/>
    <p:sldId id="680" r:id="rId33"/>
    <p:sldId id="309" r:id="rId3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3447" autoAdjust="0"/>
  </p:normalViewPr>
  <p:slideViewPr>
    <p:cSldViewPr snapToGrid="0">
      <p:cViewPr varScale="1">
        <p:scale>
          <a:sx n="68" d="100"/>
          <a:sy n="68" d="100"/>
        </p:scale>
        <p:origin x="696"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78149B-A8BC-4743-A06B-5A3E731D6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a:p>
        </p:txBody>
      </p:sp>
      <p:sp>
        <p:nvSpPr>
          <p:cNvPr id="3" name="Date Placeholder 2">
            <a:extLst>
              <a:ext uri="{FF2B5EF4-FFF2-40B4-BE49-F238E27FC236}">
                <a16:creationId xmlns:a16="http://schemas.microsoft.com/office/drawing/2014/main" id="{A049C8E3-648A-41E3-A6D2-66F3BD5905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94627DEB-5BF7-4B0A-B0B2-C070AF860FCB}" type="datetimeFigureOut">
              <a:rPr lang="en-US"/>
              <a:pPr>
                <a:defRPr/>
              </a:pPr>
              <a:t>12/5/2022</a:t>
            </a:fld>
            <a:endParaRPr/>
          </a:p>
        </p:txBody>
      </p:sp>
      <p:sp>
        <p:nvSpPr>
          <p:cNvPr id="4" name="Footer Placeholder 3">
            <a:extLst>
              <a:ext uri="{FF2B5EF4-FFF2-40B4-BE49-F238E27FC236}">
                <a16:creationId xmlns:a16="http://schemas.microsoft.com/office/drawing/2014/main" id="{C0EB93F8-23B4-4AEB-8E45-8F2687743F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a:p>
        </p:txBody>
      </p:sp>
      <p:sp>
        <p:nvSpPr>
          <p:cNvPr id="5" name="Slide Number Placeholder 4">
            <a:extLst>
              <a:ext uri="{FF2B5EF4-FFF2-40B4-BE49-F238E27FC236}">
                <a16:creationId xmlns:a16="http://schemas.microsoft.com/office/drawing/2014/main" id="{F371DEB0-9DE6-41B0-B209-78CDAEF17325}"/>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Euphemia" panose="020B0604020202020204" pitchFamily="34" charset="0"/>
              </a:defRPr>
            </a:lvl1pPr>
          </a:lstStyle>
          <a:p>
            <a:pPr>
              <a:defRPr/>
            </a:pPr>
            <a:fld id="{A6228582-A7A3-4D6A-9E41-2BC8022236D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89CD3D-DDE4-4431-A102-21D5C52884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a:p>
        </p:txBody>
      </p:sp>
      <p:sp>
        <p:nvSpPr>
          <p:cNvPr id="3" name="Date Placeholder 2">
            <a:extLst>
              <a:ext uri="{FF2B5EF4-FFF2-40B4-BE49-F238E27FC236}">
                <a16:creationId xmlns:a16="http://schemas.microsoft.com/office/drawing/2014/main" id="{548B2DDF-5A0D-4EE7-A2A6-194BF0454A72}"/>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9E7113DE-79F1-4A5D-B818-FFFEC0CE46D3}" type="datetimeFigureOut">
              <a:rPr lang="en-US"/>
              <a:pPr>
                <a:defRPr/>
              </a:pPr>
              <a:t>12/5/2022</a:t>
            </a:fld>
            <a:endParaRPr/>
          </a:p>
        </p:txBody>
      </p:sp>
      <p:sp>
        <p:nvSpPr>
          <p:cNvPr id="4" name="Slide Image Placeholder 3">
            <a:extLst>
              <a:ext uri="{FF2B5EF4-FFF2-40B4-BE49-F238E27FC236}">
                <a16:creationId xmlns:a16="http://schemas.microsoft.com/office/drawing/2014/main" id="{9662DA79-C38D-4F6C-8E25-1B107FCA61B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noProof="0"/>
          </a:p>
        </p:txBody>
      </p:sp>
      <p:sp>
        <p:nvSpPr>
          <p:cNvPr id="5" name="Notes Placeholder 4">
            <a:extLst>
              <a:ext uri="{FF2B5EF4-FFF2-40B4-BE49-F238E27FC236}">
                <a16:creationId xmlns:a16="http://schemas.microsoft.com/office/drawing/2014/main" id="{2DAEFED1-221E-4C19-843B-A44FD1C574E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noProof="0"/>
              <a:t>Click to edit Master text styles</a:t>
            </a:r>
          </a:p>
          <a:p>
            <a:pPr lvl="1"/>
            <a:r>
              <a:rPr noProof="0"/>
              <a:t>Second level</a:t>
            </a:r>
          </a:p>
          <a:p>
            <a:pPr lvl="2"/>
            <a:r>
              <a:rPr noProof="0"/>
              <a:t>Third level</a:t>
            </a:r>
          </a:p>
          <a:p>
            <a:pPr lvl="3"/>
            <a:r>
              <a:rPr noProof="0"/>
              <a:t>Fourth level</a:t>
            </a:r>
          </a:p>
          <a:p>
            <a:pPr lvl="4"/>
            <a:r>
              <a:rPr noProof="0"/>
              <a:t>Fifth level</a:t>
            </a:r>
          </a:p>
        </p:txBody>
      </p:sp>
      <p:sp>
        <p:nvSpPr>
          <p:cNvPr id="6" name="Footer Placeholder 5">
            <a:extLst>
              <a:ext uri="{FF2B5EF4-FFF2-40B4-BE49-F238E27FC236}">
                <a16:creationId xmlns:a16="http://schemas.microsoft.com/office/drawing/2014/main" id="{2848F129-A9B6-4A98-A587-5AD118BDDE6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a:p>
        </p:txBody>
      </p:sp>
      <p:sp>
        <p:nvSpPr>
          <p:cNvPr id="7" name="Slide Number Placeholder 6">
            <a:extLst>
              <a:ext uri="{FF2B5EF4-FFF2-40B4-BE49-F238E27FC236}">
                <a16:creationId xmlns:a16="http://schemas.microsoft.com/office/drawing/2014/main" id="{0026C0E9-B9A0-47A0-B952-2E2B7B4D5CFE}"/>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Euphemia" panose="020B0604020202020204" pitchFamily="34" charset="0"/>
              </a:defRPr>
            </a:lvl1pPr>
          </a:lstStyle>
          <a:p>
            <a:pPr>
              <a:defRPr/>
            </a:pPr>
            <a:fld id="{66730856-EB69-4C8C-AE04-668635DE983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E0F6170D-768A-4664-9F38-3CE27F23B7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D6B1B923-48BB-4398-ADCB-643069757C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52B7DDD1-292B-98FD-499C-38E598937B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1B121FEB-A38A-8311-A77B-DAEB811837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cs typeface="Arial" panose="020B0604020202020204" pitchFamily="34" charset="0"/>
            </a:endParaRPr>
          </a:p>
        </p:txBody>
      </p:sp>
      <p:sp>
        <p:nvSpPr>
          <p:cNvPr id="17412" name="Slide Number Placeholder 3">
            <a:extLst>
              <a:ext uri="{FF2B5EF4-FFF2-40B4-BE49-F238E27FC236}">
                <a16:creationId xmlns:a16="http://schemas.microsoft.com/office/drawing/2014/main" id="{58F1009A-67D7-B570-72B4-6FBFA8234F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C2412CA-75D7-4D89-A159-944CE5FBD317}" type="slidenum">
              <a:rPr lang="en-US" altLang="en-US" smtClean="0">
                <a:latin typeface="Euphemia" pitchFamily="34" charset="0"/>
              </a:rPr>
              <a:pPr/>
              <a:t>2</a:t>
            </a:fld>
            <a:endParaRPr lang="en-US" altLang="en-US">
              <a:latin typeface="Euphemia"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p:spPr>
      </p:sp>
      <p:sp>
        <p:nvSpPr>
          <p:cNvPr id="174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a:cs typeface="Arial" charset="0"/>
            </a:endParaRPr>
          </a:p>
        </p:txBody>
      </p:sp>
      <p:sp>
        <p:nvSpPr>
          <p:cNvPr id="17412" name="Slide Number Placeholder 3"/>
          <p:cNvSpPr>
            <a:spLocks noGrp="1"/>
          </p:cNvSpPr>
          <p:nvPr>
            <p:ph type="sldNum" sz="quarter" idx="5"/>
          </p:nvPr>
        </p:nvSpPr>
        <p:spPr bwMode="auto">
          <a:noFill/>
          <a:ln>
            <a:miter lim="800000"/>
            <a:headEnd/>
            <a:tailEnd/>
          </a:ln>
        </p:spPr>
        <p:txBody>
          <a:bodyPr/>
          <a:lstStyle/>
          <a:p>
            <a:fld id="{AEBF283C-78AB-42D9-8683-0AEC7E1B15A3}" type="slidenum">
              <a:rPr lang="en-US" altLang="en-US"/>
              <a:pPr/>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7A0CBBAE-5A30-40FA-9FB6-7E3E75F948E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a:extLst>
              <a:ext uri="{FF2B5EF4-FFF2-40B4-BE49-F238E27FC236}">
                <a16:creationId xmlns:a16="http://schemas.microsoft.com/office/drawing/2014/main" id="{2D7807F6-F690-48A8-B0E8-6881918B6B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cs typeface="Arial" panose="020B0604020202020204" pitchFamily="34" charset="0"/>
            </a:endParaRPr>
          </a:p>
        </p:txBody>
      </p:sp>
      <p:sp>
        <p:nvSpPr>
          <p:cNvPr id="83972" name="Slide Number Placeholder 3">
            <a:extLst>
              <a:ext uri="{FF2B5EF4-FFF2-40B4-BE49-F238E27FC236}">
                <a16:creationId xmlns:a16="http://schemas.microsoft.com/office/drawing/2014/main" id="{A2DFAD59-E969-4928-8075-B92791C906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4E87B8E-389A-4D27-8527-87A5F3249653}" type="slidenum">
              <a:rPr lang="en-US" altLang="en-US">
                <a:latin typeface="Euphemia" panose="020B0503040102020104" pitchFamily="34" charset="0"/>
              </a:rPr>
              <a:pPr/>
              <a:t>9</a:t>
            </a:fld>
            <a:endParaRPr lang="en-US" altLang="en-US">
              <a:latin typeface="Euphemia" panose="020B0503040102020104" pitchFamily="34" charset="0"/>
            </a:endParaRPr>
          </a:p>
        </p:txBody>
      </p:sp>
    </p:spTree>
    <p:extLst>
      <p:ext uri="{BB962C8B-B14F-4D97-AF65-F5344CB8AC3E}">
        <p14:creationId xmlns:p14="http://schemas.microsoft.com/office/powerpoint/2010/main" val="41213885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E166B0-4AD9-455F-9CBC-D3C7DF216722}"/>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sp>
        <p:nvSpPr>
          <p:cNvPr id="5" name="Rectangle 4">
            <a:extLst>
              <a:ext uri="{FF2B5EF4-FFF2-40B4-BE49-F238E27FC236}">
                <a16:creationId xmlns:a16="http://schemas.microsoft.com/office/drawing/2014/main" id="{2C9281EF-A804-4E54-88A5-5B7C6F7F9B55}"/>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pic>
        <p:nvPicPr>
          <p:cNvPr id="6" name="Picture 5">
            <a:extLst>
              <a:ext uri="{FF2B5EF4-FFF2-40B4-BE49-F238E27FC236}">
                <a16:creationId xmlns:a16="http://schemas.microsoft.com/office/drawing/2014/main" id="{35D85614-C6F1-4883-9BEC-59B92E9A2C5D}"/>
              </a:ext>
            </a:extLst>
          </p:cNvPr>
          <p:cNvPicPr>
            <a:picLocks noChangeAspect="1"/>
          </p:cNvPicPr>
          <p:nvPr/>
        </p:nvPicPr>
        <p:blipFill rotWithShape="1">
          <a:blip r:embed="rId2" cstate="print">
            <a:duotone>
              <a:schemeClr val="accent2">
                <a:shade val="45000"/>
                <a:satMod val="135000"/>
              </a:schemeClr>
              <a:prstClr val="white"/>
            </a:duotone>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7" name="Date Placeholder 3">
            <a:extLst>
              <a:ext uri="{FF2B5EF4-FFF2-40B4-BE49-F238E27FC236}">
                <a16:creationId xmlns:a16="http://schemas.microsoft.com/office/drawing/2014/main" id="{F85051D2-02A1-4D8B-9A8D-4137A8715566}"/>
              </a:ext>
            </a:extLst>
          </p:cNvPr>
          <p:cNvSpPr>
            <a:spLocks noGrp="1"/>
          </p:cNvSpPr>
          <p:nvPr>
            <p:ph type="dt" sz="half" idx="10"/>
          </p:nvPr>
        </p:nvSpPr>
        <p:spPr/>
        <p:txBody>
          <a:bodyPr/>
          <a:lstStyle>
            <a:lvl1pPr>
              <a:defRPr/>
            </a:lvl1pPr>
          </a:lstStyle>
          <a:p>
            <a:pPr>
              <a:defRPr/>
            </a:pPr>
            <a:fld id="{563E82A7-270C-4BAD-8299-5EE1CDBB5E6A}" type="datetime1">
              <a:rPr lang="en-US" smtClean="0"/>
              <a:t>12/5/2022</a:t>
            </a:fld>
            <a:endParaRPr/>
          </a:p>
        </p:txBody>
      </p:sp>
      <p:sp>
        <p:nvSpPr>
          <p:cNvPr id="8" name="Footer Placeholder 4">
            <a:extLst>
              <a:ext uri="{FF2B5EF4-FFF2-40B4-BE49-F238E27FC236}">
                <a16:creationId xmlns:a16="http://schemas.microsoft.com/office/drawing/2014/main" id="{649FA255-97E0-4BB0-9A8B-A6AA6DD682F4}"/>
              </a:ext>
            </a:extLst>
          </p:cNvPr>
          <p:cNvSpPr>
            <a:spLocks noGrp="1"/>
          </p:cNvSpPr>
          <p:nvPr>
            <p:ph type="ftr" sz="quarter" idx="11"/>
          </p:nvPr>
        </p:nvSpPr>
        <p:spPr/>
        <p:txBody>
          <a:bodyPr/>
          <a:lstStyle>
            <a:lvl1pPr>
              <a:defRPr/>
            </a:lvl1pPr>
          </a:lstStyle>
          <a:p>
            <a:pPr>
              <a:defRPr/>
            </a:pPr>
            <a:r>
              <a:rPr lang="en-IN"/>
              <a:t>Q AND R DIVISION (C.S.S. DEPARTMENT)</a:t>
            </a:r>
            <a:endParaRPr/>
          </a:p>
        </p:txBody>
      </p:sp>
      <p:sp>
        <p:nvSpPr>
          <p:cNvPr id="9" name="Slide Number Placeholder 5">
            <a:extLst>
              <a:ext uri="{FF2B5EF4-FFF2-40B4-BE49-F238E27FC236}">
                <a16:creationId xmlns:a16="http://schemas.microsoft.com/office/drawing/2014/main" id="{E2504AA1-5009-4A31-871F-A9BD7DBEA1FB}"/>
              </a:ext>
            </a:extLst>
          </p:cNvPr>
          <p:cNvSpPr>
            <a:spLocks noGrp="1"/>
          </p:cNvSpPr>
          <p:nvPr>
            <p:ph type="sldNum" sz="quarter" idx="12"/>
          </p:nvPr>
        </p:nvSpPr>
        <p:spPr/>
        <p:txBody>
          <a:bodyPr/>
          <a:lstStyle>
            <a:lvl1pPr>
              <a:defRPr/>
            </a:lvl1pPr>
          </a:lstStyle>
          <a:p>
            <a:pPr>
              <a:defRPr/>
            </a:pPr>
            <a:fld id="{02ABFB96-B2E2-4584-9FD9-B9E45BF223B9}" type="slidenum">
              <a:rPr lang="en-US" altLang="en-US"/>
              <a:pPr>
                <a:defRPr/>
              </a:pPr>
              <a:t>‹#›</a:t>
            </a:fld>
            <a:endParaRPr lang="en-US" altLang="en-US"/>
          </a:p>
        </p:txBody>
      </p:sp>
    </p:spTree>
    <p:extLst>
      <p:ext uri="{BB962C8B-B14F-4D97-AF65-F5344CB8AC3E}">
        <p14:creationId xmlns:p14="http://schemas.microsoft.com/office/powerpoint/2010/main" val="2190018759"/>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5EE32E45-E1A9-47AB-86FE-A5B236975239}"/>
              </a:ext>
            </a:extLst>
          </p:cNvPr>
          <p:cNvSpPr>
            <a:spLocks noGrp="1"/>
          </p:cNvSpPr>
          <p:nvPr>
            <p:ph type="dt" sz="half" idx="10"/>
          </p:nvPr>
        </p:nvSpPr>
        <p:spPr/>
        <p:txBody>
          <a:bodyPr/>
          <a:lstStyle>
            <a:lvl1pPr>
              <a:defRPr/>
            </a:lvl1pPr>
          </a:lstStyle>
          <a:p>
            <a:pPr>
              <a:defRPr/>
            </a:pPr>
            <a:fld id="{65883694-658A-4C2B-906C-EE6EFDBE7A70}" type="datetime1">
              <a:rPr lang="en-US" smtClean="0"/>
              <a:t>12/5/2022</a:t>
            </a:fld>
            <a:endParaRPr/>
          </a:p>
        </p:txBody>
      </p:sp>
      <p:sp>
        <p:nvSpPr>
          <p:cNvPr id="5" name="Footer Placeholder 4">
            <a:extLst>
              <a:ext uri="{FF2B5EF4-FFF2-40B4-BE49-F238E27FC236}">
                <a16:creationId xmlns:a16="http://schemas.microsoft.com/office/drawing/2014/main" id="{9FC6EE1F-61B9-4AE3-9E4F-3ACF6F574DCA}"/>
              </a:ext>
            </a:extLst>
          </p:cNvPr>
          <p:cNvSpPr>
            <a:spLocks noGrp="1"/>
          </p:cNvSpPr>
          <p:nvPr>
            <p:ph type="ftr" sz="quarter" idx="11"/>
          </p:nvPr>
        </p:nvSpPr>
        <p:spPr/>
        <p:txBody>
          <a:bodyPr/>
          <a:lstStyle>
            <a:lvl1pPr>
              <a:defRPr/>
            </a:lvl1pPr>
          </a:lstStyle>
          <a:p>
            <a:pPr>
              <a:defRPr/>
            </a:pPr>
            <a:r>
              <a:rPr lang="en-IN"/>
              <a:t>Q AND R DIVISION (C.S.S. DEPARTMENT)</a:t>
            </a:r>
            <a:endParaRPr/>
          </a:p>
        </p:txBody>
      </p:sp>
      <p:sp>
        <p:nvSpPr>
          <p:cNvPr id="6" name="Slide Number Placeholder 5">
            <a:extLst>
              <a:ext uri="{FF2B5EF4-FFF2-40B4-BE49-F238E27FC236}">
                <a16:creationId xmlns:a16="http://schemas.microsoft.com/office/drawing/2014/main" id="{53B04861-4868-4011-BA82-AEA80917CD06}"/>
              </a:ext>
            </a:extLst>
          </p:cNvPr>
          <p:cNvSpPr>
            <a:spLocks noGrp="1"/>
          </p:cNvSpPr>
          <p:nvPr>
            <p:ph type="sldNum" sz="quarter" idx="12"/>
          </p:nvPr>
        </p:nvSpPr>
        <p:spPr/>
        <p:txBody>
          <a:bodyPr/>
          <a:lstStyle>
            <a:lvl1pPr>
              <a:defRPr/>
            </a:lvl1pPr>
          </a:lstStyle>
          <a:p>
            <a:pPr>
              <a:defRPr/>
            </a:pPr>
            <a:fld id="{09188413-70F9-4011-ADAA-2186BBC4A446}" type="slidenum">
              <a:rPr lang="en-US" altLang="en-US"/>
              <a:pPr>
                <a:defRPr/>
              </a:pPr>
              <a:t>‹#›</a:t>
            </a:fld>
            <a:endParaRPr lang="en-US" altLang="en-US"/>
          </a:p>
        </p:txBody>
      </p:sp>
    </p:spTree>
    <p:extLst>
      <p:ext uri="{BB962C8B-B14F-4D97-AF65-F5344CB8AC3E}">
        <p14:creationId xmlns:p14="http://schemas.microsoft.com/office/powerpoint/2010/main" val="656115125"/>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grpSp>
        <p:nvGrpSpPr>
          <p:cNvPr id="5" name="Group 12">
            <a:extLst>
              <a:ext uri="{FF2B5EF4-FFF2-40B4-BE49-F238E27FC236}">
                <a16:creationId xmlns:a16="http://schemas.microsoft.com/office/drawing/2014/main" id="{2F3EFD78-AAF7-46FF-B04E-A9EFB1741A2B}"/>
              </a:ext>
            </a:extLst>
          </p:cNvPr>
          <p:cNvGrpSpPr>
            <a:grpSpLocks/>
          </p:cNvGrpSpPr>
          <p:nvPr/>
        </p:nvGrpSpPr>
        <p:grpSpPr bwMode="auto">
          <a:xfrm rot="10800000">
            <a:off x="0" y="5645150"/>
            <a:ext cx="12192000" cy="63500"/>
            <a:chOff x="507492" y="1501519"/>
            <a:chExt cx="8129016" cy="63125"/>
          </a:xfrm>
        </p:grpSpPr>
        <p:cxnSp>
          <p:nvCxnSpPr>
            <p:cNvPr id="6" name="Straight Connector 5">
              <a:extLst>
                <a:ext uri="{FF2B5EF4-FFF2-40B4-BE49-F238E27FC236}">
                  <a16:creationId xmlns:a16="http://schemas.microsoft.com/office/drawing/2014/main" id="{778BE492-0B14-4317-B3F1-A42EDD79EC42}"/>
                </a:ext>
              </a:extLst>
            </p:cNvPr>
            <p:cNvCxnSpPr/>
            <p:nvPr/>
          </p:nvCxnSpPr>
          <p:spPr>
            <a:xfrm>
              <a:off x="536070" y="1564644"/>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43C8F52-71B6-4031-93E7-3FA67F903523}"/>
                </a:ext>
              </a:extLst>
            </p:cNvPr>
            <p:cNvCxnSpPr/>
            <p:nvPr/>
          </p:nvCxnSpPr>
          <p:spPr>
            <a:xfrm>
              <a:off x="536070"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8" name="Group 13">
            <a:extLst>
              <a:ext uri="{FF2B5EF4-FFF2-40B4-BE49-F238E27FC236}">
                <a16:creationId xmlns:a16="http://schemas.microsoft.com/office/drawing/2014/main" id="{7A58DEF6-F4B7-4B56-A582-D4434C926A3C}"/>
              </a:ext>
            </a:extLst>
          </p:cNvPr>
          <p:cNvGrpSpPr>
            <a:grpSpLocks/>
          </p:cNvGrpSpPr>
          <p:nvPr/>
        </p:nvGrpSpPr>
        <p:grpSpPr bwMode="auto">
          <a:xfrm>
            <a:off x="0" y="1143000"/>
            <a:ext cx="12192000" cy="63500"/>
            <a:chOff x="507492" y="1501519"/>
            <a:chExt cx="8129016" cy="63125"/>
          </a:xfrm>
        </p:grpSpPr>
        <p:cxnSp>
          <p:nvCxnSpPr>
            <p:cNvPr id="9" name="Straight Connector 8">
              <a:extLst>
                <a:ext uri="{FF2B5EF4-FFF2-40B4-BE49-F238E27FC236}">
                  <a16:creationId xmlns:a16="http://schemas.microsoft.com/office/drawing/2014/main" id="{BD56AB17-E306-42D7-A4BB-AA16E62B8C68}"/>
                </a:ext>
              </a:extLst>
            </p:cNvPr>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7130030-E6A0-4420-96BC-F784B3DEFE99}"/>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B9632E9A-55BE-41E9-BD91-8D969F501B4F}"/>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sp>
        <p:nvSpPr>
          <p:cNvPr id="13" name="Rectangle 12">
            <a:extLst>
              <a:ext uri="{FF2B5EF4-FFF2-40B4-BE49-F238E27FC236}">
                <a16:creationId xmlns:a16="http://schemas.microsoft.com/office/drawing/2014/main" id="{A257234E-135C-4E8A-BE2A-58C60ECCEC8E}"/>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pic>
        <p:nvPicPr>
          <p:cNvPr id="14" name="Picture 13">
            <a:extLst>
              <a:ext uri="{FF2B5EF4-FFF2-40B4-BE49-F238E27FC236}">
                <a16:creationId xmlns:a16="http://schemas.microsoft.com/office/drawing/2014/main" id="{26A8CB5D-DE1E-4F66-B124-28908A52DED1}"/>
              </a:ext>
            </a:extLst>
          </p:cNvPr>
          <p:cNvPicPr>
            <a:picLocks noChangeAspect="1"/>
          </p:cNvPicPr>
          <p:nvPr/>
        </p:nvPicPr>
        <p:blipFill rotWithShape="1">
          <a:blip r:embed="rId2" cstate="print">
            <a:duotone>
              <a:schemeClr val="accent2">
                <a:shade val="45000"/>
                <a:satMod val="135000"/>
              </a:schemeClr>
              <a:prstClr val="white"/>
            </a:duotone>
          </a:blip>
          <a:srcRect/>
          <a:stretch/>
        </p:blipFill>
        <p:spPr>
          <a:xfrm>
            <a:off x="1325880" y="0"/>
            <a:ext cx="1747524" cy="2292094"/>
          </a:xfrm>
          <a:prstGeom prst="rect">
            <a:avLst/>
          </a:prstGeom>
        </p:spPr>
      </p:pic>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pPr lvl="0"/>
            <a:endParaRPr noProof="0"/>
          </a:p>
        </p:txBody>
      </p:sp>
      <p:sp>
        <p:nvSpPr>
          <p:cNvPr id="3" name="Subtitle 2"/>
          <p:cNvSpPr>
            <a:spLocks noGrp="1"/>
          </p:cNvSpPr>
          <p:nvPr>
            <p:ph type="subTitle" idx="1"/>
          </p:nvPr>
        </p:nvSpPr>
        <p:spPr>
          <a:xfrm>
            <a:off x="1104900" y="4511784"/>
            <a:ext cx="5734050"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extLst>
      <p:ext uri="{BB962C8B-B14F-4D97-AF65-F5344CB8AC3E}">
        <p14:creationId xmlns:p14="http://schemas.microsoft.com/office/powerpoint/2010/main" val="3772443134"/>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F6AD7775-99D2-43D4-B349-255136F830D5}"/>
              </a:ext>
            </a:extLst>
          </p:cNvPr>
          <p:cNvGrpSpPr>
            <a:grpSpLocks/>
          </p:cNvGrpSpPr>
          <p:nvPr/>
        </p:nvGrpSpPr>
        <p:grpSpPr bwMode="auto">
          <a:xfrm>
            <a:off x="0" y="2514600"/>
            <a:ext cx="12192000" cy="3194050"/>
            <a:chOff x="647402" y="2514600"/>
            <a:chExt cx="10838688" cy="3194035"/>
          </a:xfrm>
        </p:grpSpPr>
        <p:grpSp>
          <p:nvGrpSpPr>
            <p:cNvPr id="5" name="Group 10">
              <a:extLst>
                <a:ext uri="{FF2B5EF4-FFF2-40B4-BE49-F238E27FC236}">
                  <a16:creationId xmlns:a16="http://schemas.microsoft.com/office/drawing/2014/main" id="{67D6057E-48B7-41BB-9000-B76341632A05}"/>
                </a:ext>
              </a:extLst>
            </p:cNvPr>
            <p:cNvGrpSpPr>
              <a:grpSpLocks/>
            </p:cNvGrpSpPr>
            <p:nvPr/>
          </p:nvGrpSpPr>
          <p:grpSpPr bwMode="auto">
            <a:xfrm>
              <a:off x="647402" y="2514600"/>
              <a:ext cx="10838688" cy="63500"/>
              <a:chOff x="507492" y="1501519"/>
              <a:chExt cx="8129016" cy="63500"/>
            </a:xfrm>
          </p:grpSpPr>
          <p:cxnSp>
            <p:nvCxnSpPr>
              <p:cNvPr id="10" name="Straight Connector 9">
                <a:extLst>
                  <a:ext uri="{FF2B5EF4-FFF2-40B4-BE49-F238E27FC236}">
                    <a16:creationId xmlns:a16="http://schemas.microsoft.com/office/drawing/2014/main" id="{B3438365-17E0-45D3-8FDB-D655068ACE81}"/>
                  </a:ext>
                </a:extLst>
              </p:cNvPr>
              <p:cNvCxnSpPr/>
              <p:nvPr/>
            </p:nvCxnSpPr>
            <p:spPr>
              <a:xfrm>
                <a:off x="507492" y="1565019"/>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DEE9596-D62D-42DB-80CA-2372154F10FF}"/>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67A478F4-A748-4147-AB2B-7C0CE00B3137}"/>
                </a:ext>
              </a:extLst>
            </p:cNvPr>
            <p:cNvSpPr/>
            <p:nvPr/>
          </p:nvSpPr>
          <p:spPr>
            <a:xfrm>
              <a:off x="647402" y="2641599"/>
              <a:ext cx="10838688" cy="29400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grpSp>
          <p:nvGrpSpPr>
            <p:cNvPr id="7" name="Group 14">
              <a:extLst>
                <a:ext uri="{FF2B5EF4-FFF2-40B4-BE49-F238E27FC236}">
                  <a16:creationId xmlns:a16="http://schemas.microsoft.com/office/drawing/2014/main" id="{99AC1B9E-C13C-4D94-94A7-610E7FD3E252}"/>
                </a:ext>
              </a:extLst>
            </p:cNvPr>
            <p:cNvGrpSpPr>
              <a:grpSpLocks/>
            </p:cNvGrpSpPr>
            <p:nvPr/>
          </p:nvGrpSpPr>
          <p:grpSpPr bwMode="auto">
            <a:xfrm rot="10800000">
              <a:off x="641756" y="5645135"/>
              <a:ext cx="10838688" cy="63500"/>
              <a:chOff x="511726" y="1501519"/>
              <a:chExt cx="8129016" cy="63500"/>
            </a:xfrm>
          </p:grpSpPr>
          <p:cxnSp>
            <p:nvCxnSpPr>
              <p:cNvPr id="8" name="Straight Connector 7">
                <a:extLst>
                  <a:ext uri="{FF2B5EF4-FFF2-40B4-BE49-F238E27FC236}">
                    <a16:creationId xmlns:a16="http://schemas.microsoft.com/office/drawing/2014/main" id="{134BE558-3E68-4EDB-A488-177C23E05323}"/>
                  </a:ext>
                </a:extLst>
              </p:cNvPr>
              <p:cNvCxnSpPr/>
              <p:nvPr/>
            </p:nvCxnSpPr>
            <p:spPr>
              <a:xfrm>
                <a:off x="536070" y="1565019"/>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2AF2EB8-9007-4124-B4D9-151FCD730777}"/>
                  </a:ext>
                </a:extLst>
              </p:cNvPr>
              <p:cNvCxnSpPr/>
              <p:nvPr/>
            </p:nvCxnSpPr>
            <p:spPr>
              <a:xfrm>
                <a:off x="536070"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12" name="Picture 11">
            <a:extLst>
              <a:ext uri="{FF2B5EF4-FFF2-40B4-BE49-F238E27FC236}">
                <a16:creationId xmlns:a16="http://schemas.microsoft.com/office/drawing/2014/main" id="{B27E5F72-385E-4D53-83DB-150C9828B718}"/>
              </a:ext>
            </a:extLst>
          </p:cNvPr>
          <p:cNvPicPr>
            <a:picLocks noChangeAspect="1"/>
          </p:cNvPicPr>
          <p:nvPr/>
        </p:nvPicPr>
        <p:blipFill>
          <a:blip r:embed="rId2">
            <a:duotone>
              <a:schemeClr val="accent2">
                <a:shade val="45000"/>
                <a:satMod val="135000"/>
              </a:schemeClr>
              <a:prstClr val="white"/>
            </a:duotone>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13" name="Date Placeholder 3">
            <a:extLst>
              <a:ext uri="{FF2B5EF4-FFF2-40B4-BE49-F238E27FC236}">
                <a16:creationId xmlns:a16="http://schemas.microsoft.com/office/drawing/2014/main" id="{FCFA40A7-2DE2-4C14-B472-3C514000920A}"/>
              </a:ext>
            </a:extLst>
          </p:cNvPr>
          <p:cNvSpPr>
            <a:spLocks noGrp="1"/>
          </p:cNvSpPr>
          <p:nvPr>
            <p:ph type="dt" sz="half" idx="10"/>
          </p:nvPr>
        </p:nvSpPr>
        <p:spPr/>
        <p:txBody>
          <a:bodyPr/>
          <a:lstStyle>
            <a:lvl1pPr>
              <a:defRPr/>
            </a:lvl1pPr>
          </a:lstStyle>
          <a:p>
            <a:pPr>
              <a:defRPr/>
            </a:pPr>
            <a:fld id="{D80E22A6-219F-4E9D-AE65-D50939BD466C}" type="datetime1">
              <a:rPr lang="en-US" smtClean="0"/>
              <a:t>12/5/2022</a:t>
            </a:fld>
            <a:endParaRPr/>
          </a:p>
        </p:txBody>
      </p:sp>
      <p:sp>
        <p:nvSpPr>
          <p:cNvPr id="14" name="Footer Placeholder 4">
            <a:extLst>
              <a:ext uri="{FF2B5EF4-FFF2-40B4-BE49-F238E27FC236}">
                <a16:creationId xmlns:a16="http://schemas.microsoft.com/office/drawing/2014/main" id="{C44F2FC4-BA21-48AB-BE1F-3352AEF792D0}"/>
              </a:ext>
            </a:extLst>
          </p:cNvPr>
          <p:cNvSpPr>
            <a:spLocks noGrp="1"/>
          </p:cNvSpPr>
          <p:nvPr>
            <p:ph type="ftr" sz="quarter" idx="11"/>
          </p:nvPr>
        </p:nvSpPr>
        <p:spPr/>
        <p:txBody>
          <a:bodyPr/>
          <a:lstStyle>
            <a:lvl1pPr>
              <a:defRPr/>
            </a:lvl1pPr>
          </a:lstStyle>
          <a:p>
            <a:pPr>
              <a:defRPr/>
            </a:pPr>
            <a:r>
              <a:rPr lang="en-IN"/>
              <a:t>Q AND R DIVISION (C.S.S. DEPARTMENT)</a:t>
            </a:r>
            <a:endParaRPr/>
          </a:p>
        </p:txBody>
      </p:sp>
      <p:sp>
        <p:nvSpPr>
          <p:cNvPr id="15" name="Slide Number Placeholder 5">
            <a:extLst>
              <a:ext uri="{FF2B5EF4-FFF2-40B4-BE49-F238E27FC236}">
                <a16:creationId xmlns:a16="http://schemas.microsoft.com/office/drawing/2014/main" id="{EA9F8DAD-594C-4BD9-A6F3-A23BB57C2A3E}"/>
              </a:ext>
            </a:extLst>
          </p:cNvPr>
          <p:cNvSpPr>
            <a:spLocks noGrp="1"/>
          </p:cNvSpPr>
          <p:nvPr>
            <p:ph type="sldNum" sz="quarter" idx="12"/>
          </p:nvPr>
        </p:nvSpPr>
        <p:spPr/>
        <p:txBody>
          <a:bodyPr/>
          <a:lstStyle>
            <a:lvl1pPr>
              <a:defRPr/>
            </a:lvl1pPr>
          </a:lstStyle>
          <a:p>
            <a:pPr>
              <a:defRPr/>
            </a:pPr>
            <a:fld id="{45FBFEE9-45DB-4C70-827F-56C841BB4854}" type="slidenum">
              <a:rPr lang="en-US" altLang="en-US"/>
              <a:pPr>
                <a:defRPr/>
              </a:pPr>
              <a:t>‹#›</a:t>
            </a:fld>
            <a:endParaRPr lang="en-US" altLang="en-US"/>
          </a:p>
        </p:txBody>
      </p:sp>
    </p:spTree>
    <p:extLst>
      <p:ext uri="{BB962C8B-B14F-4D97-AF65-F5344CB8AC3E}">
        <p14:creationId xmlns:p14="http://schemas.microsoft.com/office/powerpoint/2010/main" val="2711199009"/>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a:extLst>
              <a:ext uri="{FF2B5EF4-FFF2-40B4-BE49-F238E27FC236}">
                <a16:creationId xmlns:a16="http://schemas.microsoft.com/office/drawing/2014/main" id="{CADB4E8B-A96B-4E40-9975-48BFF48BAF26}"/>
              </a:ext>
            </a:extLst>
          </p:cNvPr>
          <p:cNvSpPr>
            <a:spLocks noGrp="1"/>
          </p:cNvSpPr>
          <p:nvPr>
            <p:ph type="dt" sz="half" idx="10"/>
          </p:nvPr>
        </p:nvSpPr>
        <p:spPr/>
        <p:txBody>
          <a:bodyPr/>
          <a:lstStyle>
            <a:lvl1pPr>
              <a:defRPr/>
            </a:lvl1pPr>
          </a:lstStyle>
          <a:p>
            <a:pPr>
              <a:defRPr/>
            </a:pPr>
            <a:fld id="{C4E645C4-31D2-4906-895E-B7012DA63EB4}" type="datetime1">
              <a:rPr lang="en-US" smtClean="0"/>
              <a:t>12/5/2022</a:t>
            </a:fld>
            <a:endParaRPr/>
          </a:p>
        </p:txBody>
      </p:sp>
      <p:sp>
        <p:nvSpPr>
          <p:cNvPr id="6" name="Footer Placeholder 5">
            <a:extLst>
              <a:ext uri="{FF2B5EF4-FFF2-40B4-BE49-F238E27FC236}">
                <a16:creationId xmlns:a16="http://schemas.microsoft.com/office/drawing/2014/main" id="{1F532B19-1E32-4CE4-925B-53DDBADEDA15}"/>
              </a:ext>
            </a:extLst>
          </p:cNvPr>
          <p:cNvSpPr>
            <a:spLocks noGrp="1"/>
          </p:cNvSpPr>
          <p:nvPr>
            <p:ph type="ftr" sz="quarter" idx="11"/>
          </p:nvPr>
        </p:nvSpPr>
        <p:spPr/>
        <p:txBody>
          <a:bodyPr/>
          <a:lstStyle>
            <a:lvl1pPr>
              <a:defRPr/>
            </a:lvl1pPr>
          </a:lstStyle>
          <a:p>
            <a:pPr>
              <a:defRPr/>
            </a:pPr>
            <a:r>
              <a:rPr lang="en-IN"/>
              <a:t>Q AND R DIVISION (C.S.S. DEPARTMENT)</a:t>
            </a:r>
            <a:endParaRPr/>
          </a:p>
        </p:txBody>
      </p:sp>
      <p:sp>
        <p:nvSpPr>
          <p:cNvPr id="7" name="Slide Number Placeholder 6">
            <a:extLst>
              <a:ext uri="{FF2B5EF4-FFF2-40B4-BE49-F238E27FC236}">
                <a16:creationId xmlns:a16="http://schemas.microsoft.com/office/drawing/2014/main" id="{1CA04738-47BA-4528-B292-BBDF29891D86}"/>
              </a:ext>
            </a:extLst>
          </p:cNvPr>
          <p:cNvSpPr>
            <a:spLocks noGrp="1"/>
          </p:cNvSpPr>
          <p:nvPr>
            <p:ph type="sldNum" sz="quarter" idx="12"/>
          </p:nvPr>
        </p:nvSpPr>
        <p:spPr/>
        <p:txBody>
          <a:bodyPr/>
          <a:lstStyle>
            <a:lvl1pPr>
              <a:defRPr/>
            </a:lvl1pPr>
          </a:lstStyle>
          <a:p>
            <a:pPr>
              <a:defRPr/>
            </a:pPr>
            <a:fld id="{9311157B-7BCE-4A51-86A2-C03DA2D0E2E0}" type="slidenum">
              <a:rPr lang="en-US" altLang="en-US"/>
              <a:pPr>
                <a:defRPr/>
              </a:pPr>
              <a:t>‹#›</a:t>
            </a:fld>
            <a:endParaRPr lang="en-US" altLang="en-US"/>
          </a:p>
        </p:txBody>
      </p:sp>
    </p:spTree>
    <p:extLst>
      <p:ext uri="{BB962C8B-B14F-4D97-AF65-F5344CB8AC3E}">
        <p14:creationId xmlns:p14="http://schemas.microsoft.com/office/powerpoint/2010/main" val="2710857035"/>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a:extLst>
              <a:ext uri="{FF2B5EF4-FFF2-40B4-BE49-F238E27FC236}">
                <a16:creationId xmlns:a16="http://schemas.microsoft.com/office/drawing/2014/main" id="{1D3130C4-6087-4C0D-BE67-956926EFCD11}"/>
              </a:ext>
            </a:extLst>
          </p:cNvPr>
          <p:cNvSpPr>
            <a:spLocks noGrp="1"/>
          </p:cNvSpPr>
          <p:nvPr>
            <p:ph type="dt" sz="half" idx="10"/>
          </p:nvPr>
        </p:nvSpPr>
        <p:spPr/>
        <p:txBody>
          <a:bodyPr/>
          <a:lstStyle>
            <a:lvl1pPr>
              <a:defRPr/>
            </a:lvl1pPr>
          </a:lstStyle>
          <a:p>
            <a:pPr>
              <a:defRPr/>
            </a:pPr>
            <a:fld id="{3577FEF9-36E3-4670-A047-8C103CFD2C8F}" type="datetime1">
              <a:rPr lang="en-US" smtClean="0"/>
              <a:t>12/5/2022</a:t>
            </a:fld>
            <a:endParaRPr/>
          </a:p>
        </p:txBody>
      </p:sp>
      <p:sp>
        <p:nvSpPr>
          <p:cNvPr id="8" name="Footer Placeholder 7">
            <a:extLst>
              <a:ext uri="{FF2B5EF4-FFF2-40B4-BE49-F238E27FC236}">
                <a16:creationId xmlns:a16="http://schemas.microsoft.com/office/drawing/2014/main" id="{3328DFAF-4257-4FBA-9426-4B6B703ED956}"/>
              </a:ext>
            </a:extLst>
          </p:cNvPr>
          <p:cNvSpPr>
            <a:spLocks noGrp="1"/>
          </p:cNvSpPr>
          <p:nvPr>
            <p:ph type="ftr" sz="quarter" idx="11"/>
          </p:nvPr>
        </p:nvSpPr>
        <p:spPr/>
        <p:txBody>
          <a:bodyPr/>
          <a:lstStyle>
            <a:lvl1pPr>
              <a:defRPr/>
            </a:lvl1pPr>
          </a:lstStyle>
          <a:p>
            <a:pPr>
              <a:defRPr/>
            </a:pPr>
            <a:r>
              <a:rPr lang="en-IN"/>
              <a:t>Q AND R DIVISION (C.S.S. DEPARTMENT)</a:t>
            </a:r>
            <a:endParaRPr/>
          </a:p>
        </p:txBody>
      </p:sp>
      <p:sp>
        <p:nvSpPr>
          <p:cNvPr id="9" name="Slide Number Placeholder 8">
            <a:extLst>
              <a:ext uri="{FF2B5EF4-FFF2-40B4-BE49-F238E27FC236}">
                <a16:creationId xmlns:a16="http://schemas.microsoft.com/office/drawing/2014/main" id="{5853CBC2-8CB0-4E78-9FCD-08EEC1C73A13}"/>
              </a:ext>
            </a:extLst>
          </p:cNvPr>
          <p:cNvSpPr>
            <a:spLocks noGrp="1"/>
          </p:cNvSpPr>
          <p:nvPr>
            <p:ph type="sldNum" sz="quarter" idx="12"/>
          </p:nvPr>
        </p:nvSpPr>
        <p:spPr/>
        <p:txBody>
          <a:bodyPr/>
          <a:lstStyle>
            <a:lvl1pPr>
              <a:defRPr/>
            </a:lvl1pPr>
          </a:lstStyle>
          <a:p>
            <a:pPr>
              <a:defRPr/>
            </a:pPr>
            <a:fld id="{E0B33BA3-F17A-47F5-88EA-4C9D1C4634F3}" type="slidenum">
              <a:rPr lang="en-US" altLang="en-US"/>
              <a:pPr>
                <a:defRPr/>
              </a:pPr>
              <a:t>‹#›</a:t>
            </a:fld>
            <a:endParaRPr lang="en-US" altLang="en-US"/>
          </a:p>
        </p:txBody>
      </p:sp>
    </p:spTree>
    <p:extLst>
      <p:ext uri="{BB962C8B-B14F-4D97-AF65-F5344CB8AC3E}">
        <p14:creationId xmlns:p14="http://schemas.microsoft.com/office/powerpoint/2010/main" val="1212156606"/>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125FF216-5215-47BD-B713-75ABC929528C}"/>
              </a:ext>
            </a:extLst>
          </p:cNvPr>
          <p:cNvSpPr>
            <a:spLocks noGrp="1"/>
          </p:cNvSpPr>
          <p:nvPr>
            <p:ph type="dt" sz="half" idx="10"/>
          </p:nvPr>
        </p:nvSpPr>
        <p:spPr/>
        <p:txBody>
          <a:bodyPr/>
          <a:lstStyle>
            <a:lvl1pPr>
              <a:defRPr/>
            </a:lvl1pPr>
          </a:lstStyle>
          <a:p>
            <a:pPr>
              <a:defRPr/>
            </a:pPr>
            <a:fld id="{2AF224AC-E94E-47BB-85C2-F770404AD878}" type="datetime1">
              <a:rPr lang="en-US" smtClean="0"/>
              <a:t>12/5/2022</a:t>
            </a:fld>
            <a:endParaRPr/>
          </a:p>
        </p:txBody>
      </p:sp>
      <p:sp>
        <p:nvSpPr>
          <p:cNvPr id="4" name="Footer Placeholder 3">
            <a:extLst>
              <a:ext uri="{FF2B5EF4-FFF2-40B4-BE49-F238E27FC236}">
                <a16:creationId xmlns:a16="http://schemas.microsoft.com/office/drawing/2014/main" id="{9AB755DF-1CEC-49B8-831D-5C9324E238BF}"/>
              </a:ext>
            </a:extLst>
          </p:cNvPr>
          <p:cNvSpPr>
            <a:spLocks noGrp="1"/>
          </p:cNvSpPr>
          <p:nvPr>
            <p:ph type="ftr" sz="quarter" idx="11"/>
          </p:nvPr>
        </p:nvSpPr>
        <p:spPr/>
        <p:txBody>
          <a:bodyPr/>
          <a:lstStyle>
            <a:lvl1pPr>
              <a:defRPr/>
            </a:lvl1pPr>
          </a:lstStyle>
          <a:p>
            <a:pPr>
              <a:defRPr/>
            </a:pPr>
            <a:r>
              <a:rPr lang="en-IN"/>
              <a:t>Q AND R DIVISION (C.S.S. DEPARTMENT)</a:t>
            </a:r>
            <a:endParaRPr/>
          </a:p>
        </p:txBody>
      </p:sp>
      <p:sp>
        <p:nvSpPr>
          <p:cNvPr id="5" name="Slide Number Placeholder 4">
            <a:extLst>
              <a:ext uri="{FF2B5EF4-FFF2-40B4-BE49-F238E27FC236}">
                <a16:creationId xmlns:a16="http://schemas.microsoft.com/office/drawing/2014/main" id="{9094665E-28EA-4C6E-A97A-08333E7BA97B}"/>
              </a:ext>
            </a:extLst>
          </p:cNvPr>
          <p:cNvSpPr>
            <a:spLocks noGrp="1"/>
          </p:cNvSpPr>
          <p:nvPr>
            <p:ph type="sldNum" sz="quarter" idx="12"/>
          </p:nvPr>
        </p:nvSpPr>
        <p:spPr/>
        <p:txBody>
          <a:bodyPr/>
          <a:lstStyle>
            <a:lvl1pPr>
              <a:defRPr/>
            </a:lvl1pPr>
          </a:lstStyle>
          <a:p>
            <a:pPr>
              <a:defRPr/>
            </a:pPr>
            <a:fld id="{649D4A06-67D0-4499-8AED-73A44D59DF98}" type="slidenum">
              <a:rPr lang="en-US" altLang="en-US"/>
              <a:pPr>
                <a:defRPr/>
              </a:pPr>
              <a:t>‹#›</a:t>
            </a:fld>
            <a:endParaRPr lang="en-US" altLang="en-US"/>
          </a:p>
        </p:txBody>
      </p:sp>
    </p:spTree>
    <p:extLst>
      <p:ext uri="{BB962C8B-B14F-4D97-AF65-F5344CB8AC3E}">
        <p14:creationId xmlns:p14="http://schemas.microsoft.com/office/powerpoint/2010/main" val="717046995"/>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29A56F-53F0-4EC5-8EAE-4A726AAFC98D}"/>
              </a:ext>
            </a:extLst>
          </p:cNvPr>
          <p:cNvSpPr>
            <a:spLocks noGrp="1"/>
          </p:cNvSpPr>
          <p:nvPr>
            <p:ph type="dt" sz="half" idx="10"/>
          </p:nvPr>
        </p:nvSpPr>
        <p:spPr/>
        <p:txBody>
          <a:bodyPr/>
          <a:lstStyle>
            <a:lvl1pPr>
              <a:defRPr/>
            </a:lvl1pPr>
          </a:lstStyle>
          <a:p>
            <a:pPr>
              <a:defRPr/>
            </a:pPr>
            <a:fld id="{369100CD-4AD6-4A0A-AA01-FB6B841558F3}" type="datetime1">
              <a:rPr lang="en-US" smtClean="0"/>
              <a:t>12/5/2022</a:t>
            </a:fld>
            <a:endParaRPr/>
          </a:p>
        </p:txBody>
      </p:sp>
      <p:sp>
        <p:nvSpPr>
          <p:cNvPr id="3" name="Footer Placeholder 2">
            <a:extLst>
              <a:ext uri="{FF2B5EF4-FFF2-40B4-BE49-F238E27FC236}">
                <a16:creationId xmlns:a16="http://schemas.microsoft.com/office/drawing/2014/main" id="{7FB2885E-EB75-4402-BD2C-7B81F4871D8A}"/>
              </a:ext>
            </a:extLst>
          </p:cNvPr>
          <p:cNvSpPr>
            <a:spLocks noGrp="1"/>
          </p:cNvSpPr>
          <p:nvPr>
            <p:ph type="ftr" sz="quarter" idx="11"/>
          </p:nvPr>
        </p:nvSpPr>
        <p:spPr/>
        <p:txBody>
          <a:bodyPr/>
          <a:lstStyle>
            <a:lvl1pPr>
              <a:defRPr/>
            </a:lvl1pPr>
          </a:lstStyle>
          <a:p>
            <a:pPr>
              <a:defRPr/>
            </a:pPr>
            <a:r>
              <a:rPr lang="en-IN"/>
              <a:t>Q AND R DIVISION (C.S.S. DEPARTMENT)</a:t>
            </a:r>
            <a:endParaRPr/>
          </a:p>
        </p:txBody>
      </p:sp>
      <p:sp>
        <p:nvSpPr>
          <p:cNvPr id="4" name="Slide Number Placeholder 3">
            <a:extLst>
              <a:ext uri="{FF2B5EF4-FFF2-40B4-BE49-F238E27FC236}">
                <a16:creationId xmlns:a16="http://schemas.microsoft.com/office/drawing/2014/main" id="{D5838144-C371-42EC-A7DE-2D56D9C63A5B}"/>
              </a:ext>
            </a:extLst>
          </p:cNvPr>
          <p:cNvSpPr>
            <a:spLocks noGrp="1"/>
          </p:cNvSpPr>
          <p:nvPr>
            <p:ph type="sldNum" sz="quarter" idx="12"/>
          </p:nvPr>
        </p:nvSpPr>
        <p:spPr/>
        <p:txBody>
          <a:bodyPr/>
          <a:lstStyle>
            <a:lvl1pPr>
              <a:defRPr/>
            </a:lvl1pPr>
          </a:lstStyle>
          <a:p>
            <a:pPr>
              <a:defRPr/>
            </a:pPr>
            <a:fld id="{58C53AFD-4B29-4DE7-9180-BAF63180BEFA}" type="slidenum">
              <a:rPr lang="en-US" altLang="en-US"/>
              <a:pPr>
                <a:defRPr/>
              </a:pPr>
              <a:t>‹#›</a:t>
            </a:fld>
            <a:endParaRPr lang="en-US" altLang="en-US"/>
          </a:p>
        </p:txBody>
      </p:sp>
    </p:spTree>
    <p:extLst>
      <p:ext uri="{BB962C8B-B14F-4D97-AF65-F5344CB8AC3E}">
        <p14:creationId xmlns:p14="http://schemas.microsoft.com/office/powerpoint/2010/main" val="1073870003"/>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A72DF4C3-29C8-48B4-9396-0FF2C565FF17}"/>
              </a:ext>
            </a:extLst>
          </p:cNvPr>
          <p:cNvSpPr>
            <a:spLocks noGrp="1"/>
          </p:cNvSpPr>
          <p:nvPr>
            <p:ph type="dt" sz="half" idx="10"/>
          </p:nvPr>
        </p:nvSpPr>
        <p:spPr/>
        <p:txBody>
          <a:bodyPr/>
          <a:lstStyle>
            <a:lvl1pPr>
              <a:defRPr/>
            </a:lvl1pPr>
          </a:lstStyle>
          <a:p>
            <a:pPr>
              <a:defRPr/>
            </a:pPr>
            <a:fld id="{A4E390F0-CD6E-4D1F-BF91-FE7EBB7F4E12}" type="datetime1">
              <a:rPr lang="en-US" smtClean="0"/>
              <a:t>12/5/2022</a:t>
            </a:fld>
            <a:endParaRPr/>
          </a:p>
        </p:txBody>
      </p:sp>
      <p:sp>
        <p:nvSpPr>
          <p:cNvPr id="6" name="Footer Placeholder 5">
            <a:extLst>
              <a:ext uri="{FF2B5EF4-FFF2-40B4-BE49-F238E27FC236}">
                <a16:creationId xmlns:a16="http://schemas.microsoft.com/office/drawing/2014/main" id="{2BBAFD0D-A7F0-48C0-BA9B-03979CAE815B}"/>
              </a:ext>
            </a:extLst>
          </p:cNvPr>
          <p:cNvSpPr>
            <a:spLocks noGrp="1"/>
          </p:cNvSpPr>
          <p:nvPr>
            <p:ph type="ftr" sz="quarter" idx="11"/>
          </p:nvPr>
        </p:nvSpPr>
        <p:spPr/>
        <p:txBody>
          <a:bodyPr/>
          <a:lstStyle>
            <a:lvl1pPr>
              <a:defRPr/>
            </a:lvl1pPr>
          </a:lstStyle>
          <a:p>
            <a:pPr>
              <a:defRPr/>
            </a:pPr>
            <a:r>
              <a:rPr lang="en-IN"/>
              <a:t>Q AND R DIVISION (C.S.S. DEPARTMENT)</a:t>
            </a:r>
            <a:endParaRPr/>
          </a:p>
        </p:txBody>
      </p:sp>
      <p:sp>
        <p:nvSpPr>
          <p:cNvPr id="7" name="Slide Number Placeholder 6">
            <a:extLst>
              <a:ext uri="{FF2B5EF4-FFF2-40B4-BE49-F238E27FC236}">
                <a16:creationId xmlns:a16="http://schemas.microsoft.com/office/drawing/2014/main" id="{095AE325-C8F0-44B1-93BC-BF59D3773BEE}"/>
              </a:ext>
            </a:extLst>
          </p:cNvPr>
          <p:cNvSpPr>
            <a:spLocks noGrp="1"/>
          </p:cNvSpPr>
          <p:nvPr>
            <p:ph type="sldNum" sz="quarter" idx="12"/>
          </p:nvPr>
        </p:nvSpPr>
        <p:spPr/>
        <p:txBody>
          <a:bodyPr/>
          <a:lstStyle>
            <a:lvl1pPr>
              <a:defRPr/>
            </a:lvl1pPr>
          </a:lstStyle>
          <a:p>
            <a:pPr>
              <a:defRPr/>
            </a:pPr>
            <a:fld id="{E3D13B79-EAB9-4604-A46A-A1D9441A2C1F}" type="slidenum">
              <a:rPr lang="en-US" altLang="en-US"/>
              <a:pPr>
                <a:defRPr/>
              </a:pPr>
              <a:t>‹#›</a:t>
            </a:fld>
            <a:endParaRPr lang="en-US" altLang="en-US"/>
          </a:p>
        </p:txBody>
      </p:sp>
    </p:spTree>
    <p:extLst>
      <p:ext uri="{BB962C8B-B14F-4D97-AF65-F5344CB8AC3E}">
        <p14:creationId xmlns:p14="http://schemas.microsoft.com/office/powerpoint/2010/main" val="3272646707"/>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Picture Placeholder 2"/>
          <p:cNvSpPr>
            <a:spLocks noGrp="1"/>
          </p:cNvSpPr>
          <p:nvPr>
            <p:ph type="pic" idx="1"/>
          </p:nvPr>
        </p:nvSpPr>
        <p:spPr>
          <a:xfrm>
            <a:off x="4654671" y="1600199"/>
            <a:ext cx="6430912" cy="4572001"/>
          </a:xfrm>
        </p:spPr>
        <p:txBody>
          <a:bodyPr tIns="118872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noProof="0"/>
          </a:p>
        </p:txBody>
      </p:sp>
      <p:sp>
        <p:nvSpPr>
          <p:cNvPr id="4" name="Text Placeholder 3"/>
          <p:cNvSpPr>
            <a:spLocks noGrp="1"/>
          </p:cNvSpPr>
          <p:nvPr>
            <p:ph type="body" sz="half" idx="2"/>
          </p:nvPr>
        </p:nvSpPr>
        <p:spPr>
          <a:xfrm>
            <a:off x="1104900" y="1600200"/>
            <a:ext cx="3396996"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5950EA3B-943F-4A3C-89D0-3CF327597000}"/>
              </a:ext>
            </a:extLst>
          </p:cNvPr>
          <p:cNvSpPr>
            <a:spLocks noGrp="1"/>
          </p:cNvSpPr>
          <p:nvPr>
            <p:ph type="dt" sz="half" idx="10"/>
          </p:nvPr>
        </p:nvSpPr>
        <p:spPr/>
        <p:txBody>
          <a:bodyPr/>
          <a:lstStyle>
            <a:lvl1pPr>
              <a:defRPr/>
            </a:lvl1pPr>
          </a:lstStyle>
          <a:p>
            <a:pPr>
              <a:defRPr/>
            </a:pPr>
            <a:fld id="{661B04A7-3551-49D4-930E-7CD9E97EDCC9}" type="datetime1">
              <a:rPr lang="en-US" smtClean="0"/>
              <a:t>12/5/2022</a:t>
            </a:fld>
            <a:endParaRPr/>
          </a:p>
        </p:txBody>
      </p:sp>
      <p:sp>
        <p:nvSpPr>
          <p:cNvPr id="6" name="Footer Placeholder 5">
            <a:extLst>
              <a:ext uri="{FF2B5EF4-FFF2-40B4-BE49-F238E27FC236}">
                <a16:creationId xmlns:a16="http://schemas.microsoft.com/office/drawing/2014/main" id="{E39CA5D4-0E48-48D7-ACEE-E5759B9E9A3E}"/>
              </a:ext>
            </a:extLst>
          </p:cNvPr>
          <p:cNvSpPr>
            <a:spLocks noGrp="1"/>
          </p:cNvSpPr>
          <p:nvPr>
            <p:ph type="ftr" sz="quarter" idx="11"/>
          </p:nvPr>
        </p:nvSpPr>
        <p:spPr/>
        <p:txBody>
          <a:bodyPr/>
          <a:lstStyle>
            <a:lvl1pPr>
              <a:defRPr/>
            </a:lvl1pPr>
          </a:lstStyle>
          <a:p>
            <a:pPr>
              <a:defRPr/>
            </a:pPr>
            <a:r>
              <a:rPr lang="en-IN"/>
              <a:t>Q AND R DIVISION (C.S.S. DEPARTMENT)</a:t>
            </a:r>
            <a:endParaRPr/>
          </a:p>
        </p:txBody>
      </p:sp>
      <p:sp>
        <p:nvSpPr>
          <p:cNvPr id="7" name="Slide Number Placeholder 6">
            <a:extLst>
              <a:ext uri="{FF2B5EF4-FFF2-40B4-BE49-F238E27FC236}">
                <a16:creationId xmlns:a16="http://schemas.microsoft.com/office/drawing/2014/main" id="{0F355D49-6D6A-462E-9959-55B709F99162}"/>
              </a:ext>
            </a:extLst>
          </p:cNvPr>
          <p:cNvSpPr>
            <a:spLocks noGrp="1"/>
          </p:cNvSpPr>
          <p:nvPr>
            <p:ph type="sldNum" sz="quarter" idx="12"/>
          </p:nvPr>
        </p:nvSpPr>
        <p:spPr/>
        <p:txBody>
          <a:bodyPr/>
          <a:lstStyle>
            <a:lvl1pPr>
              <a:defRPr/>
            </a:lvl1pPr>
          </a:lstStyle>
          <a:p>
            <a:pPr>
              <a:defRPr/>
            </a:pPr>
            <a:fld id="{BC615163-287C-4899-9B21-30CE8F3C7567}" type="slidenum">
              <a:rPr lang="en-US" altLang="en-US"/>
              <a:pPr>
                <a:defRPr/>
              </a:pPr>
              <a:t>‹#›</a:t>
            </a:fld>
            <a:endParaRPr lang="en-US" altLang="en-US"/>
          </a:p>
        </p:txBody>
      </p:sp>
    </p:spTree>
    <p:extLst>
      <p:ext uri="{BB962C8B-B14F-4D97-AF65-F5344CB8AC3E}">
        <p14:creationId xmlns:p14="http://schemas.microsoft.com/office/powerpoint/2010/main" val="2289156897"/>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3390F541-D8B3-42BB-BB35-E2B35177D894}"/>
              </a:ext>
            </a:extLst>
          </p:cNvPr>
          <p:cNvSpPr>
            <a:spLocks noGrp="1"/>
          </p:cNvSpPr>
          <p:nvPr>
            <p:ph type="dt" sz="half" idx="10"/>
          </p:nvPr>
        </p:nvSpPr>
        <p:spPr/>
        <p:txBody>
          <a:bodyPr/>
          <a:lstStyle>
            <a:lvl1pPr>
              <a:defRPr/>
            </a:lvl1pPr>
          </a:lstStyle>
          <a:p>
            <a:pPr>
              <a:defRPr/>
            </a:pPr>
            <a:fld id="{C85DA270-66B0-489E-ABF9-17CEB32FBDF2}" type="datetime1">
              <a:rPr lang="en-US" smtClean="0"/>
              <a:t>12/5/2022</a:t>
            </a:fld>
            <a:endParaRPr/>
          </a:p>
        </p:txBody>
      </p:sp>
      <p:sp>
        <p:nvSpPr>
          <p:cNvPr id="5" name="Footer Placeholder 4">
            <a:extLst>
              <a:ext uri="{FF2B5EF4-FFF2-40B4-BE49-F238E27FC236}">
                <a16:creationId xmlns:a16="http://schemas.microsoft.com/office/drawing/2014/main" id="{8070215A-D4AB-48F1-AC47-FC79AADD10C9}"/>
              </a:ext>
            </a:extLst>
          </p:cNvPr>
          <p:cNvSpPr>
            <a:spLocks noGrp="1"/>
          </p:cNvSpPr>
          <p:nvPr>
            <p:ph type="ftr" sz="quarter" idx="11"/>
          </p:nvPr>
        </p:nvSpPr>
        <p:spPr/>
        <p:txBody>
          <a:bodyPr/>
          <a:lstStyle>
            <a:lvl1pPr>
              <a:defRPr/>
            </a:lvl1pPr>
          </a:lstStyle>
          <a:p>
            <a:pPr>
              <a:defRPr/>
            </a:pPr>
            <a:r>
              <a:rPr lang="en-IN"/>
              <a:t>Q AND R DIVISION (C.S.S. DEPARTMENT)</a:t>
            </a:r>
            <a:endParaRPr/>
          </a:p>
        </p:txBody>
      </p:sp>
      <p:sp>
        <p:nvSpPr>
          <p:cNvPr id="6" name="Slide Number Placeholder 5">
            <a:extLst>
              <a:ext uri="{FF2B5EF4-FFF2-40B4-BE49-F238E27FC236}">
                <a16:creationId xmlns:a16="http://schemas.microsoft.com/office/drawing/2014/main" id="{7D1DB507-C987-4E9B-8B09-9C0106EED5C4}"/>
              </a:ext>
            </a:extLst>
          </p:cNvPr>
          <p:cNvSpPr>
            <a:spLocks noGrp="1"/>
          </p:cNvSpPr>
          <p:nvPr>
            <p:ph type="sldNum" sz="quarter" idx="12"/>
          </p:nvPr>
        </p:nvSpPr>
        <p:spPr/>
        <p:txBody>
          <a:bodyPr/>
          <a:lstStyle>
            <a:lvl1pPr>
              <a:defRPr/>
            </a:lvl1pPr>
          </a:lstStyle>
          <a:p>
            <a:pPr>
              <a:defRPr/>
            </a:pPr>
            <a:fld id="{FB774631-054E-43D8-BE0F-1790559A259E}" type="slidenum">
              <a:rPr lang="en-US" altLang="en-US"/>
              <a:pPr>
                <a:defRPr/>
              </a:pPr>
              <a:t>‹#›</a:t>
            </a:fld>
            <a:endParaRPr lang="en-US" altLang="en-US"/>
          </a:p>
        </p:txBody>
      </p:sp>
    </p:spTree>
    <p:extLst>
      <p:ext uri="{BB962C8B-B14F-4D97-AF65-F5344CB8AC3E}">
        <p14:creationId xmlns:p14="http://schemas.microsoft.com/office/powerpoint/2010/main" val="2504864263"/>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EEBA3602-E64E-4EDE-9E33-A0B256826E7A}"/>
              </a:ext>
            </a:extLst>
          </p:cNvPr>
          <p:cNvGrpSpPr>
            <a:grpSpLocks/>
          </p:cNvGrpSpPr>
          <p:nvPr/>
        </p:nvGrpSpPr>
        <p:grpSpPr bwMode="auto">
          <a:xfrm rot="5400000">
            <a:off x="6513513" y="3228975"/>
            <a:ext cx="5634038" cy="84137"/>
            <a:chOff x="1073150" y="1219201"/>
            <a:chExt cx="10058400" cy="63125"/>
          </a:xfrm>
        </p:grpSpPr>
        <p:cxnSp>
          <p:nvCxnSpPr>
            <p:cNvPr id="5" name="Straight Connector 4">
              <a:extLst>
                <a:ext uri="{FF2B5EF4-FFF2-40B4-BE49-F238E27FC236}">
                  <a16:creationId xmlns:a16="http://schemas.microsoft.com/office/drawing/2014/main" id="{3F96FAFB-68C9-4815-9CBE-635260A87F37}"/>
                </a:ext>
              </a:extLst>
            </p:cNvPr>
            <p:cNvCxnSpPr/>
            <p:nvPr/>
          </p:nvCxnSpPr>
          <p:spPr>
            <a:xfrm rot="10800000">
              <a:off x="1073151" y="1187043"/>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D65B1F-71BE-43E7-8DDB-74677D408AA6}"/>
                </a:ext>
              </a:extLst>
            </p:cNvPr>
            <p:cNvCxnSpPr/>
            <p:nvPr/>
          </p:nvCxnSpPr>
          <p:spPr>
            <a:xfrm rot="10800000">
              <a:off x="1073151" y="1250169"/>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3">
            <a:extLst>
              <a:ext uri="{FF2B5EF4-FFF2-40B4-BE49-F238E27FC236}">
                <a16:creationId xmlns:a16="http://schemas.microsoft.com/office/drawing/2014/main" id="{0A6EB797-181B-4A0F-AA98-0860B494327A}"/>
              </a:ext>
            </a:extLst>
          </p:cNvPr>
          <p:cNvSpPr>
            <a:spLocks noGrp="1"/>
          </p:cNvSpPr>
          <p:nvPr>
            <p:ph type="dt" sz="half" idx="10"/>
          </p:nvPr>
        </p:nvSpPr>
        <p:spPr/>
        <p:txBody>
          <a:bodyPr/>
          <a:lstStyle>
            <a:lvl1pPr>
              <a:defRPr/>
            </a:lvl1pPr>
          </a:lstStyle>
          <a:p>
            <a:pPr>
              <a:defRPr/>
            </a:pPr>
            <a:fld id="{679706DA-6DFE-4696-9A09-7266310C9A85}" type="datetime1">
              <a:rPr lang="en-US" smtClean="0"/>
              <a:t>12/5/2022</a:t>
            </a:fld>
            <a:endParaRPr/>
          </a:p>
        </p:txBody>
      </p:sp>
      <p:sp>
        <p:nvSpPr>
          <p:cNvPr id="8" name="Footer Placeholder 4">
            <a:extLst>
              <a:ext uri="{FF2B5EF4-FFF2-40B4-BE49-F238E27FC236}">
                <a16:creationId xmlns:a16="http://schemas.microsoft.com/office/drawing/2014/main" id="{A85E4DC0-1C54-4CF6-995B-FC7781D66FC3}"/>
              </a:ext>
            </a:extLst>
          </p:cNvPr>
          <p:cNvSpPr>
            <a:spLocks noGrp="1"/>
          </p:cNvSpPr>
          <p:nvPr>
            <p:ph type="ftr" sz="quarter" idx="11"/>
          </p:nvPr>
        </p:nvSpPr>
        <p:spPr/>
        <p:txBody>
          <a:bodyPr/>
          <a:lstStyle>
            <a:lvl1pPr>
              <a:defRPr/>
            </a:lvl1pPr>
          </a:lstStyle>
          <a:p>
            <a:pPr>
              <a:defRPr/>
            </a:pPr>
            <a:r>
              <a:rPr lang="en-IN"/>
              <a:t>Q AND R DIVISION (C.S.S. DEPARTMENT)</a:t>
            </a:r>
            <a:endParaRPr/>
          </a:p>
        </p:txBody>
      </p:sp>
      <p:sp>
        <p:nvSpPr>
          <p:cNvPr id="9" name="Slide Number Placeholder 5">
            <a:extLst>
              <a:ext uri="{FF2B5EF4-FFF2-40B4-BE49-F238E27FC236}">
                <a16:creationId xmlns:a16="http://schemas.microsoft.com/office/drawing/2014/main" id="{D568F32F-9655-4A69-8B13-BC77C5A7B5F0}"/>
              </a:ext>
            </a:extLst>
          </p:cNvPr>
          <p:cNvSpPr>
            <a:spLocks noGrp="1"/>
          </p:cNvSpPr>
          <p:nvPr>
            <p:ph type="sldNum" sz="quarter" idx="12"/>
          </p:nvPr>
        </p:nvSpPr>
        <p:spPr/>
        <p:txBody>
          <a:bodyPr/>
          <a:lstStyle>
            <a:lvl1pPr>
              <a:defRPr/>
            </a:lvl1pPr>
          </a:lstStyle>
          <a:p>
            <a:pPr>
              <a:defRPr/>
            </a:pPr>
            <a:fld id="{DDA5FBB7-32F7-4AE4-83DF-CC52D15AB5EB}" type="slidenum">
              <a:rPr lang="en-US" altLang="en-US"/>
              <a:pPr>
                <a:defRPr/>
              </a:pPr>
              <a:t>‹#›</a:t>
            </a:fld>
            <a:endParaRPr lang="en-US" altLang="en-US"/>
          </a:p>
        </p:txBody>
      </p:sp>
    </p:spTree>
    <p:extLst>
      <p:ext uri="{BB962C8B-B14F-4D97-AF65-F5344CB8AC3E}">
        <p14:creationId xmlns:p14="http://schemas.microsoft.com/office/powerpoint/2010/main" val="2863270415"/>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FC4D327-6427-4833-BC24-C67152DF8843}"/>
              </a:ext>
            </a:extLst>
          </p:cNvPr>
          <p:cNvSpPr>
            <a:spLocks noGrp="1"/>
          </p:cNvSpPr>
          <p:nvPr>
            <p:ph type="title"/>
          </p:nvPr>
        </p:nvSpPr>
        <p:spPr bwMode="auto">
          <a:xfrm>
            <a:off x="1104900" y="76200"/>
            <a:ext cx="998061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EDAA1A80-1180-43FE-AB21-A330AD031B0C}"/>
              </a:ext>
            </a:extLst>
          </p:cNvPr>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a:extLst>
              <a:ext uri="{FF2B5EF4-FFF2-40B4-BE49-F238E27FC236}">
                <a16:creationId xmlns:a16="http://schemas.microsoft.com/office/drawing/2014/main" id="{214BE5E9-CF5F-4F45-9ED3-193580CDB103}"/>
              </a:ext>
            </a:extLst>
          </p:cNvPr>
          <p:cNvSpPr>
            <a:spLocks noGrp="1"/>
          </p:cNvSpPr>
          <p:nvPr>
            <p:ph type="dt" sz="half" idx="2"/>
          </p:nvPr>
        </p:nvSpPr>
        <p:spPr>
          <a:xfrm>
            <a:off x="1104900" y="6356350"/>
            <a:ext cx="1828800" cy="365125"/>
          </a:xfrm>
          <a:prstGeom prst="rect">
            <a:avLst/>
          </a:prstGeom>
        </p:spPr>
        <p:txBody>
          <a:bodyPr vert="horz" lIns="0" tIns="45720" rIns="0" bIns="45720" rtlCol="0" anchor="ctr"/>
          <a:lstStyle>
            <a:lvl1pPr algn="l" eaLnBrk="1" fontAlgn="auto" hangingPunct="1">
              <a:spcBef>
                <a:spcPts val="0"/>
              </a:spcBef>
              <a:spcAft>
                <a:spcPts val="0"/>
              </a:spcAft>
              <a:defRPr sz="1200">
                <a:solidFill>
                  <a:schemeClr val="tx1">
                    <a:lumMod val="75000"/>
                  </a:schemeClr>
                </a:solidFill>
                <a:latin typeface="+mn-lt"/>
                <a:cs typeface="+mn-cs"/>
              </a:defRPr>
            </a:lvl1pPr>
          </a:lstStyle>
          <a:p>
            <a:pPr>
              <a:defRPr/>
            </a:pPr>
            <a:fld id="{A7E8FC6A-A97C-4D50-A98B-5505976E774D}" type="datetime1">
              <a:rPr lang="en-US" smtClean="0"/>
              <a:t>12/5/2022</a:t>
            </a:fld>
            <a:endParaRPr lang="en-US"/>
          </a:p>
        </p:txBody>
      </p:sp>
      <p:sp>
        <p:nvSpPr>
          <p:cNvPr id="5" name="Footer Placeholder 4">
            <a:extLst>
              <a:ext uri="{FF2B5EF4-FFF2-40B4-BE49-F238E27FC236}">
                <a16:creationId xmlns:a16="http://schemas.microsoft.com/office/drawing/2014/main" id="{5BBDD0F0-A3F8-4187-AEAD-125FDD8D600F}"/>
              </a:ext>
            </a:extLst>
          </p:cNvPr>
          <p:cNvSpPr>
            <a:spLocks noGrp="1"/>
          </p:cNvSpPr>
          <p:nvPr>
            <p:ph type="ftr" sz="quarter" idx="3"/>
          </p:nvPr>
        </p:nvSpPr>
        <p:spPr>
          <a:xfrm>
            <a:off x="2933700" y="6356350"/>
            <a:ext cx="6324600" cy="365125"/>
          </a:xfrm>
          <a:prstGeom prst="rect">
            <a:avLst/>
          </a:prstGeom>
        </p:spPr>
        <p:txBody>
          <a:bodyPr vert="horz" lIns="0" tIns="45720" rIns="0" bIns="45720" rtlCol="0" anchor="ctr"/>
          <a:lstStyle>
            <a:lvl1pPr algn="ctr" eaLnBrk="1" fontAlgn="auto" hangingPunct="1">
              <a:spcBef>
                <a:spcPts val="0"/>
              </a:spcBef>
              <a:spcAft>
                <a:spcPts val="0"/>
              </a:spcAft>
              <a:defRPr sz="1200">
                <a:solidFill>
                  <a:schemeClr val="tx1">
                    <a:lumMod val="75000"/>
                  </a:schemeClr>
                </a:solidFill>
                <a:latin typeface="+mn-lt"/>
                <a:cs typeface="+mn-cs"/>
              </a:defRPr>
            </a:lvl1pPr>
          </a:lstStyle>
          <a:p>
            <a:pPr>
              <a:defRPr/>
            </a:pPr>
            <a:r>
              <a:rPr lang="en-IN"/>
              <a:t>Q AND R DIVISION (C.S.S. DEPARTMENT)</a:t>
            </a:r>
            <a:endParaRPr lang="en-US"/>
          </a:p>
        </p:txBody>
      </p:sp>
      <p:sp>
        <p:nvSpPr>
          <p:cNvPr id="6" name="Slide Number Placeholder 5">
            <a:extLst>
              <a:ext uri="{FF2B5EF4-FFF2-40B4-BE49-F238E27FC236}">
                <a16:creationId xmlns:a16="http://schemas.microsoft.com/office/drawing/2014/main" id="{2DFC1F7F-9977-43F5-9461-D8108AA88162}"/>
              </a:ext>
            </a:extLst>
          </p:cNvPr>
          <p:cNvSpPr>
            <a:spLocks noGrp="1"/>
          </p:cNvSpPr>
          <p:nvPr>
            <p:ph type="sldNum" sz="quarter" idx="4"/>
          </p:nvPr>
        </p:nvSpPr>
        <p:spPr>
          <a:xfrm>
            <a:off x="9256713" y="6356350"/>
            <a:ext cx="1828800" cy="365125"/>
          </a:xfrm>
          <a:prstGeom prst="rect">
            <a:avLst/>
          </a:prstGeom>
        </p:spPr>
        <p:txBody>
          <a:bodyPr vert="horz" wrap="square" lIns="0" tIns="45720" rIns="0" bIns="45720" numCol="1" anchor="ctr" anchorCtr="0" compatLnSpc="1">
            <a:prstTxWarp prst="textNoShape">
              <a:avLst/>
            </a:prstTxWarp>
          </a:bodyPr>
          <a:lstStyle>
            <a:lvl1pPr algn="r" eaLnBrk="1" hangingPunct="1">
              <a:defRPr sz="1200">
                <a:solidFill>
                  <a:srgbClr val="3D3632"/>
                </a:solidFill>
                <a:latin typeface="Euphemia" panose="020B0604020202020204" pitchFamily="34" charset="0"/>
              </a:defRPr>
            </a:lvl1pPr>
          </a:lstStyle>
          <a:p>
            <a:pPr>
              <a:defRPr/>
            </a:pPr>
            <a:fld id="{82045526-FE3B-4366-84CB-581B19A62442}" type="slidenum">
              <a:rPr lang="en-US" altLang="en-US"/>
              <a:pPr>
                <a:defRPr/>
              </a:pPr>
              <a:t>‹#›</a:t>
            </a:fld>
            <a:endParaRPr lang="en-US" altLang="en-US"/>
          </a:p>
        </p:txBody>
      </p:sp>
      <p:grpSp>
        <p:nvGrpSpPr>
          <p:cNvPr id="1031" name="Group 14">
            <a:extLst>
              <a:ext uri="{FF2B5EF4-FFF2-40B4-BE49-F238E27FC236}">
                <a16:creationId xmlns:a16="http://schemas.microsoft.com/office/drawing/2014/main" id="{8E5AF52A-E133-4A66-B860-30E6BA086AAD}"/>
              </a:ext>
            </a:extLst>
          </p:cNvPr>
          <p:cNvGrpSpPr>
            <a:grpSpLocks/>
          </p:cNvGrpSpPr>
          <p:nvPr/>
        </p:nvGrpSpPr>
        <p:grpSpPr bwMode="auto">
          <a:xfrm>
            <a:off x="1103313" y="1219200"/>
            <a:ext cx="9985375" cy="84138"/>
            <a:chOff x="1073150" y="1219201"/>
            <a:chExt cx="10058400" cy="63125"/>
          </a:xfrm>
        </p:grpSpPr>
        <p:cxnSp>
          <p:nvCxnSpPr>
            <p:cNvPr id="13" name="Straight Connector 12">
              <a:extLst>
                <a:ext uri="{FF2B5EF4-FFF2-40B4-BE49-F238E27FC236}">
                  <a16:creationId xmlns:a16="http://schemas.microsoft.com/office/drawing/2014/main" id="{8406D860-ED05-482A-9499-11CFA2C574B1}"/>
                </a:ext>
              </a:extLst>
            </p:cNvPr>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A77E98A-3DBE-4005-9518-D8CE50C14A28}"/>
                </a:ext>
              </a:extLst>
            </p:cNvPr>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4297" r:id="rId1"/>
    <p:sldLayoutId id="2147484298" r:id="rId2"/>
    <p:sldLayoutId id="2147484299" r:id="rId3"/>
    <p:sldLayoutId id="2147484300" r:id="rId4"/>
    <p:sldLayoutId id="2147484301" r:id="rId5"/>
    <p:sldLayoutId id="2147484302" r:id="rId6"/>
    <p:sldLayoutId id="2147484303" r:id="rId7"/>
    <p:sldLayoutId id="2147484304" r:id="rId8"/>
    <p:sldLayoutId id="2147484305" r:id="rId9"/>
    <p:sldLayoutId id="2147484306" r:id="rId10"/>
    <p:sldLayoutId id="2147484307" r:id="rId11"/>
    <p:sldLayoutId id="2147484308" r:id="rId12"/>
  </p:sldLayoutIdLst>
  <p:transition spd="med">
    <p:fade/>
  </p:transition>
  <p:hf hdr="0"/>
  <p:txStyles>
    <p:title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p:titleStyle>
    <p:body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FDB2CAE-403D-4886-9A2B-57B927050A08}"/>
              </a:ext>
            </a:extLst>
          </p:cNvPr>
          <p:cNvSpPr>
            <a:spLocks noGrp="1"/>
          </p:cNvSpPr>
          <p:nvPr>
            <p:ph type="ctrTitle"/>
          </p:nvPr>
        </p:nvSpPr>
        <p:spPr>
          <a:xfrm>
            <a:off x="444500" y="2546350"/>
            <a:ext cx="6302375" cy="2219325"/>
          </a:xfrm>
        </p:spPr>
        <p:txBody>
          <a:bodyPr rtlCol="0">
            <a:normAutofit fontScale="90000"/>
          </a:bodyPr>
          <a:lstStyle/>
          <a:p>
            <a:pPr algn="ctr" eaLnBrk="1" fontAlgn="auto" hangingPunct="1">
              <a:spcAft>
                <a:spcPts val="0"/>
              </a:spcAft>
              <a:defRPr/>
            </a:pPr>
            <a:r>
              <a:rPr lang="en-US" b="1" i="1" dirty="0">
                <a:solidFill>
                  <a:schemeClr val="tx2"/>
                </a:solidFill>
                <a:latin typeface="Cambria" pitchFamily="18" charset="0"/>
              </a:rPr>
              <a:t>Welcome</a:t>
            </a:r>
            <a:br>
              <a:rPr lang="en-US" b="1" i="1" dirty="0">
                <a:solidFill>
                  <a:schemeClr val="tx2"/>
                </a:solidFill>
                <a:latin typeface="Cambria" pitchFamily="18" charset="0"/>
              </a:rPr>
            </a:br>
            <a:r>
              <a:rPr lang="en-US" b="1" i="1" dirty="0">
                <a:solidFill>
                  <a:schemeClr val="tx2"/>
                </a:solidFill>
                <a:latin typeface="Cambria" pitchFamily="18" charset="0"/>
              </a:rPr>
              <a:t>TO</a:t>
            </a:r>
            <a:br>
              <a:rPr lang="en-US" b="1" i="1" dirty="0">
                <a:solidFill>
                  <a:schemeClr val="tx2"/>
                </a:solidFill>
                <a:latin typeface="Cambria" pitchFamily="18" charset="0"/>
              </a:rPr>
            </a:br>
            <a:r>
              <a:rPr lang="en-US" b="1" i="1" dirty="0">
                <a:solidFill>
                  <a:schemeClr val="tx2"/>
                </a:solidFill>
                <a:latin typeface="Cambria" pitchFamily="18" charset="0"/>
              </a:rPr>
              <a:t>QUANTITATIVE APTITUDE </a:t>
            </a:r>
            <a:br>
              <a:rPr lang="en-US" b="1" i="1" dirty="0">
                <a:solidFill>
                  <a:schemeClr val="tx2"/>
                </a:solidFill>
                <a:latin typeface="Cambria" pitchFamily="18" charset="0"/>
              </a:rPr>
            </a:br>
            <a:r>
              <a:rPr lang="en-US" b="1" i="1" dirty="0">
                <a:solidFill>
                  <a:schemeClr val="tx2"/>
                </a:solidFill>
                <a:latin typeface="Cambria" pitchFamily="18" charset="0"/>
              </a:rPr>
              <a:t>&amp;</a:t>
            </a:r>
            <a:br>
              <a:rPr lang="en-US" b="1" i="1" dirty="0">
                <a:solidFill>
                  <a:schemeClr val="tx2"/>
                </a:solidFill>
                <a:latin typeface="Cambria" pitchFamily="18" charset="0"/>
              </a:rPr>
            </a:br>
            <a:r>
              <a:rPr lang="en-US" b="1" i="1" dirty="0">
                <a:solidFill>
                  <a:schemeClr val="tx2"/>
                </a:solidFill>
                <a:latin typeface="Cambria" pitchFamily="18" charset="0"/>
              </a:rPr>
              <a:t>REASONING DIVISION</a:t>
            </a:r>
            <a:endParaRPr lang="en-US" b="1" i="1" dirty="0">
              <a:solidFill>
                <a:schemeClr val="tx2"/>
              </a:solidFill>
            </a:endParaRPr>
          </a:p>
        </p:txBody>
      </p:sp>
      <p:pic>
        <p:nvPicPr>
          <p:cNvPr id="16387" name="Picture 2" descr="KL Deemed to be University Logo">
            <a:extLst>
              <a:ext uri="{FF2B5EF4-FFF2-40B4-BE49-F238E27FC236}">
                <a16:creationId xmlns:a16="http://schemas.microsoft.com/office/drawing/2014/main" id="{8D39A20D-5C90-4E4F-9E23-CD42492895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9439" y="139533"/>
            <a:ext cx="2722562" cy="820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Placeholder 8">
            <a:extLst>
              <a:ext uri="{FF2B5EF4-FFF2-40B4-BE49-F238E27FC236}">
                <a16:creationId xmlns:a16="http://schemas.microsoft.com/office/drawing/2014/main" id="{1E7206B3-A8E8-4EC3-9798-32E055653AC1}"/>
              </a:ext>
            </a:extLst>
          </p:cNvPr>
          <p:cNvPicPr>
            <a:picLocks noGrp="1" noChangeAspect="1" noChangeArrowheads="1"/>
          </p:cNvPicPr>
          <p:nvPr>
            <p:ph type="pic" sz="quarter" idx="13"/>
          </p:nvPr>
        </p:nvPicPr>
        <p:blipFill>
          <a:blip r:embed="rId4"/>
          <a:srcRect l="8724" r="8724"/>
          <a:stretch/>
        </p:blipFill>
        <p:spPr bwMode="auto">
          <a:xfrm>
            <a:off x="6999288" y="1320800"/>
            <a:ext cx="5210175" cy="4254500"/>
          </a:xfrm>
        </p:spPr>
      </p:pic>
      <p:sp>
        <p:nvSpPr>
          <p:cNvPr id="2" name="TextBox 1">
            <a:extLst>
              <a:ext uri="{FF2B5EF4-FFF2-40B4-BE49-F238E27FC236}">
                <a16:creationId xmlns:a16="http://schemas.microsoft.com/office/drawing/2014/main" id="{B177701E-2AC6-4B1E-8512-3CEB9B4DB007}"/>
              </a:ext>
            </a:extLst>
          </p:cNvPr>
          <p:cNvSpPr txBox="1"/>
          <p:nvPr/>
        </p:nvSpPr>
        <p:spPr>
          <a:xfrm rot="20025114">
            <a:off x="8187393" y="4624759"/>
            <a:ext cx="1047672" cy="400110"/>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rPr>
              <a:t>QUANT &amp;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rPr>
              <a:t>REASONING</a:t>
            </a:r>
            <a:endParaRPr kumimoji="0" lang="en-IN"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endParaRPr>
          </a:p>
        </p:txBody>
      </p:sp>
    </p:spTree>
  </p:cSld>
  <p:clrMapOvr>
    <a:masterClrMapping/>
  </p:clrMapOvr>
  <p:transition spd="med" advTm="8782">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538AA8E-8639-E343-9796-3F50FCA26859}"/>
              </a:ext>
            </a:extLst>
          </p:cNvPr>
          <p:cNvSpPr>
            <a:spLocks noGrp="1"/>
          </p:cNvSpPr>
          <p:nvPr>
            <p:ph type="ctrTitle"/>
          </p:nvPr>
        </p:nvSpPr>
        <p:spPr>
          <a:xfrm>
            <a:off x="267282" y="2292350"/>
            <a:ext cx="7216727" cy="3292524"/>
          </a:xfrm>
        </p:spPr>
        <p:txBody>
          <a:bodyPr rtlCol="0">
            <a:normAutofit/>
          </a:bodyPr>
          <a:lstStyle/>
          <a:p>
            <a:pPr algn="ctr" eaLnBrk="1" fontAlgn="auto" hangingPunct="1">
              <a:spcAft>
                <a:spcPts val="0"/>
              </a:spcAft>
              <a:defRPr/>
            </a:pPr>
            <a:r>
              <a:rPr lang="en-IN" sz="3600" b="1" dirty="0">
                <a:solidFill>
                  <a:schemeClr val="tx2"/>
                </a:solidFill>
                <a:latin typeface="Times New Roman" panose="02020603050405020304" pitchFamily="18" charset="0"/>
                <a:cs typeface="Times New Roman" panose="02020603050405020304" pitchFamily="18" charset="0"/>
              </a:rPr>
              <a:t>PROBLEM SOLVING SKILLS-I </a:t>
            </a:r>
            <a:br>
              <a:rPr lang="en-IN" sz="3600" b="1" dirty="0">
                <a:solidFill>
                  <a:schemeClr val="tx2"/>
                </a:solidFill>
                <a:latin typeface="Times New Roman" panose="02020603050405020304" pitchFamily="18" charset="0"/>
                <a:cs typeface="Times New Roman" panose="02020603050405020304" pitchFamily="18" charset="0"/>
              </a:rPr>
            </a:br>
            <a:br>
              <a:rPr lang="en-IN" sz="3600" b="1" dirty="0">
                <a:solidFill>
                  <a:schemeClr val="tx2"/>
                </a:solidFill>
                <a:latin typeface="Times New Roman" panose="02020603050405020304" pitchFamily="18" charset="0"/>
                <a:cs typeface="Times New Roman" panose="02020603050405020304" pitchFamily="18" charset="0"/>
              </a:rPr>
            </a:br>
            <a:r>
              <a:rPr lang="en-IN" sz="3600" b="1" dirty="0">
                <a:solidFill>
                  <a:schemeClr val="tx2"/>
                </a:solidFill>
                <a:latin typeface="Times New Roman" panose="02020603050405020304" pitchFamily="18" charset="0"/>
                <a:cs typeface="Times New Roman" panose="02020603050405020304" pitchFamily="18" charset="0"/>
              </a:rPr>
              <a:t>(</a:t>
            </a:r>
            <a:r>
              <a:rPr lang="en-IN" sz="4000" b="1" dirty="0">
                <a:solidFill>
                  <a:schemeClr val="tx2"/>
                </a:solidFill>
                <a:latin typeface="Times New Roman" panose="02020603050405020304" pitchFamily="18" charset="0"/>
                <a:cs typeface="Times New Roman" panose="02020603050405020304" pitchFamily="18" charset="0"/>
              </a:rPr>
              <a:t>21UC3105)</a:t>
            </a:r>
            <a:br>
              <a:rPr lang="en-IN" sz="3600" b="1" dirty="0">
                <a:solidFill>
                  <a:schemeClr val="tx2"/>
                </a:solidFill>
                <a:latin typeface="Times New Roman" panose="02020603050405020304" pitchFamily="18" charset="0"/>
                <a:cs typeface="Times New Roman" panose="02020603050405020304" pitchFamily="18" charset="0"/>
              </a:rPr>
            </a:br>
            <a:endParaRPr lang="en-US" sz="3600" b="1" dirty="0">
              <a:solidFill>
                <a:schemeClr val="tx2"/>
              </a:solidFill>
              <a:latin typeface="Times New Roman" panose="02020603050405020304" pitchFamily="18" charset="0"/>
              <a:cs typeface="Times New Roman" panose="02020603050405020304" pitchFamily="18" charset="0"/>
            </a:endParaRPr>
          </a:p>
        </p:txBody>
      </p:sp>
      <p:pic>
        <p:nvPicPr>
          <p:cNvPr id="16387" name="Picture 2" descr="KL Deemed to be University Logo">
            <a:extLst>
              <a:ext uri="{FF2B5EF4-FFF2-40B4-BE49-F238E27FC236}">
                <a16:creationId xmlns:a16="http://schemas.microsoft.com/office/drawing/2014/main" id="{A65AE9F7-3884-2764-640B-CE68590774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8483" y="98478"/>
            <a:ext cx="2971430" cy="929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Rectangle 3">
            <a:extLst>
              <a:ext uri="{FF2B5EF4-FFF2-40B4-BE49-F238E27FC236}">
                <a16:creationId xmlns:a16="http://schemas.microsoft.com/office/drawing/2014/main" id="{79033062-A3D2-E035-D905-7BFA6A76886C}"/>
              </a:ext>
            </a:extLst>
          </p:cNvPr>
          <p:cNvSpPr txBox="1">
            <a:spLocks/>
          </p:cNvSpPr>
          <p:nvPr/>
        </p:nvSpPr>
        <p:spPr bwMode="auto">
          <a:xfrm>
            <a:off x="1401103" y="6164263"/>
            <a:ext cx="81184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9pPr>
          </a:lstStyle>
          <a:p>
            <a:pPr eaLnBrk="1" hangingPunct="1">
              <a:spcBef>
                <a:spcPts val="1000"/>
              </a:spcBef>
              <a:buFont typeface="Arial" panose="020B0604020202020204" pitchFamily="34" charset="0"/>
              <a:buNone/>
            </a:pPr>
            <a:r>
              <a:rPr lang="en-US" altLang="en-US" sz="2400" b="1" dirty="0">
                <a:solidFill>
                  <a:schemeClr val="bg1"/>
                </a:solidFill>
              </a:rPr>
              <a:t>           Q AND R DIVISION  (C.S.S. DEPARTMENT)</a:t>
            </a:r>
          </a:p>
        </p:txBody>
      </p:sp>
      <p:pic>
        <p:nvPicPr>
          <p:cNvPr id="16389" name="Picture 2">
            <a:extLst>
              <a:ext uri="{FF2B5EF4-FFF2-40B4-BE49-F238E27FC236}">
                <a16:creationId xmlns:a16="http://schemas.microsoft.com/office/drawing/2014/main" id="{42DE09DA-CA1C-ADC9-1E4A-7E2BFB877E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1100" y="1408113"/>
            <a:ext cx="4468813"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2"/>
          <p:cNvPicPr>
            <a:picLocks noChangeAspect="1" noChangeArrowheads="1"/>
          </p:cNvPicPr>
          <p:nvPr/>
        </p:nvPicPr>
        <p:blipFill>
          <a:blip r:embed="rId3"/>
          <a:srcRect l="-2" r="29471"/>
          <a:stretch>
            <a:fillRect/>
          </a:stretch>
        </p:blipFill>
        <p:spPr bwMode="auto">
          <a:xfrm>
            <a:off x="10199688" y="163513"/>
            <a:ext cx="1871662" cy="800100"/>
          </a:xfrm>
          <a:prstGeom prst="rect">
            <a:avLst/>
          </a:prstGeom>
          <a:noFill/>
          <a:ln w="9525">
            <a:noFill/>
            <a:miter lim="800000"/>
            <a:headEnd/>
            <a:tailEnd/>
          </a:ln>
        </p:spPr>
      </p:pic>
      <p:sp>
        <p:nvSpPr>
          <p:cNvPr id="16388" name="TextBox 1"/>
          <p:cNvSpPr txBox="1">
            <a:spLocks noChangeArrowheads="1"/>
          </p:cNvSpPr>
          <p:nvPr/>
        </p:nvSpPr>
        <p:spPr bwMode="auto">
          <a:xfrm>
            <a:off x="1236663" y="3114675"/>
            <a:ext cx="4859337" cy="769938"/>
          </a:xfrm>
          <a:prstGeom prst="rect">
            <a:avLst/>
          </a:prstGeom>
          <a:noFill/>
          <a:ln w="9525">
            <a:noFill/>
            <a:miter lim="800000"/>
            <a:headEnd/>
            <a:tailEnd/>
          </a:ln>
        </p:spPr>
        <p:txBody>
          <a:bodyPr>
            <a:spAutoFit/>
          </a:bodyPr>
          <a:lstStyle/>
          <a:p>
            <a:pPr algn="r"/>
            <a:r>
              <a:rPr lang="en-US" altLang="ko-KR" sz="4400" b="1">
                <a:solidFill>
                  <a:srgbClr val="0070C0"/>
                </a:solidFill>
                <a:latin typeface="Algerian" pitchFamily="82" charset="0"/>
                <a:ea typeface="맑은 고딕" pitchFamily="34" charset="-127"/>
              </a:rPr>
              <a:t>ODD MAN OUT</a:t>
            </a:r>
          </a:p>
        </p:txBody>
      </p:sp>
      <p:pic>
        <p:nvPicPr>
          <p:cNvPr id="16391" name="Picture 7" descr="Classification / Odd Man Out Series Problems with Explnations - Alphabets |  Gr8AmbitionZ | Prepare for IBPS PO X, IBPS Clerks X, Insurance Eams |  Current Affairs 2021"/>
          <p:cNvPicPr>
            <a:picLocks noChangeAspect="1" noChangeArrowheads="1"/>
          </p:cNvPicPr>
          <p:nvPr/>
        </p:nvPicPr>
        <p:blipFill>
          <a:blip r:embed="rId4"/>
          <a:srcRect/>
          <a:stretch>
            <a:fillRect/>
          </a:stretch>
        </p:blipFill>
        <p:spPr bwMode="auto">
          <a:xfrm>
            <a:off x="6581766" y="1360829"/>
            <a:ext cx="5489584" cy="4134451"/>
          </a:xfrm>
          <a:prstGeom prst="rect">
            <a:avLst/>
          </a:prstGeom>
          <a:noFill/>
          <a:ln>
            <a:noFill/>
          </a:ln>
          <a:effectLst>
            <a:softEdge rad="127000"/>
          </a:effectLst>
        </p:spPr>
      </p:pic>
      <p:sp>
        <p:nvSpPr>
          <p:cNvPr id="2" name="Rectangle 3">
            <a:extLst>
              <a:ext uri="{FF2B5EF4-FFF2-40B4-BE49-F238E27FC236}">
                <a16:creationId xmlns:a16="http://schemas.microsoft.com/office/drawing/2014/main" id="{6E50CA2B-46F0-8835-EB18-154EB756A599}"/>
              </a:ext>
            </a:extLst>
          </p:cNvPr>
          <p:cNvSpPr txBox="1">
            <a:spLocks/>
          </p:cNvSpPr>
          <p:nvPr/>
        </p:nvSpPr>
        <p:spPr bwMode="auto">
          <a:xfrm>
            <a:off x="1401103" y="6164263"/>
            <a:ext cx="81184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9pPr>
          </a:lstStyle>
          <a:p>
            <a:pPr eaLnBrk="1" hangingPunct="1">
              <a:spcBef>
                <a:spcPts val="1000"/>
              </a:spcBef>
              <a:buFont typeface="Arial" panose="020B0604020202020204" pitchFamily="34" charset="0"/>
              <a:buNone/>
            </a:pPr>
            <a:r>
              <a:rPr lang="en-US" altLang="en-US" sz="2400" b="1" dirty="0">
                <a:solidFill>
                  <a:schemeClr val="bg1"/>
                </a:solidFill>
              </a:rPr>
              <a:t>           Q AND R DIVISION  (C.S.S. DEPARTMENT)</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166861" y="278607"/>
            <a:ext cx="8990013" cy="776288"/>
          </a:xfrm>
        </p:spPr>
        <p:txBody>
          <a:bodyPr anchor="ctr"/>
          <a:lstStyle/>
          <a:p>
            <a:pPr algn="ctr" eaLnBrk="1" hangingPunct="1"/>
            <a:br>
              <a:rPr lang="en-US" altLang="en-US" dirty="0"/>
            </a:br>
            <a:br>
              <a:rPr lang="en-US" altLang="en-US" dirty="0"/>
            </a:br>
            <a:r>
              <a:rPr lang="en-IN" altLang="en-US" b="1" dirty="0">
                <a:solidFill>
                  <a:srgbClr val="0070C0"/>
                </a:solidFill>
              </a:rPr>
              <a:t>ODD MAN OUT</a:t>
            </a:r>
            <a:br>
              <a:rPr lang="en-US" altLang="en-US" dirty="0">
                <a:solidFill>
                  <a:srgbClr val="0070C0"/>
                </a:solidFill>
              </a:rPr>
            </a:br>
            <a:endParaRPr lang="en-US" altLang="en-US" sz="4000" dirty="0">
              <a:solidFill>
                <a:srgbClr val="0070C0"/>
              </a:solidFill>
              <a:latin typeface="Cambria" pitchFamily="18" charset="0"/>
            </a:endParaRPr>
          </a:p>
        </p:txBody>
      </p:sp>
      <p:sp>
        <p:nvSpPr>
          <p:cNvPr id="8" name="Footer Placeholder 7"/>
          <p:cNvSpPr>
            <a:spLocks noGrp="1"/>
          </p:cNvSpPr>
          <p:nvPr>
            <p:ph type="ftr" sz="quarter" idx="11"/>
          </p:nvPr>
        </p:nvSpPr>
        <p:spPr>
          <a:xfrm>
            <a:off x="2933700" y="6489700"/>
            <a:ext cx="6324600" cy="363538"/>
          </a:xfrm>
        </p:spPr>
        <p:txBody>
          <a:bodyPr/>
          <a:lstStyle/>
          <a:p>
            <a:pPr>
              <a:defRPr/>
            </a:pPr>
            <a:r>
              <a:rPr lang="en-IN" sz="1800" b="1">
                <a:solidFill>
                  <a:srgbClr val="C00000"/>
                </a:solidFill>
                <a:latin typeface="Cambria" panose="02040503050406030204" pitchFamily="18" charset="0"/>
              </a:rPr>
              <a:t>Q AND R DIVISION (C.S.S. DEPARTMENT)</a:t>
            </a:r>
            <a:endParaRPr lang="en-US" sz="1800" b="1" dirty="0">
              <a:solidFill>
                <a:srgbClr val="C00000"/>
              </a:solidFill>
              <a:latin typeface="Cambria" panose="02040503050406030204" pitchFamily="18" charset="0"/>
            </a:endParaRPr>
          </a:p>
        </p:txBody>
      </p:sp>
      <p:pic>
        <p:nvPicPr>
          <p:cNvPr id="19460" name="Picture 35"/>
          <p:cNvPicPr>
            <a:picLocks noChangeAspect="1" noChangeArrowheads="1"/>
          </p:cNvPicPr>
          <p:nvPr/>
        </p:nvPicPr>
        <p:blipFill>
          <a:blip r:embed="rId2"/>
          <a:srcRect l="-2" r="29471"/>
          <a:stretch>
            <a:fillRect/>
          </a:stretch>
        </p:blipFill>
        <p:spPr bwMode="auto">
          <a:xfrm>
            <a:off x="10110788" y="203200"/>
            <a:ext cx="1871662" cy="795338"/>
          </a:xfrm>
          <a:prstGeom prst="rect">
            <a:avLst/>
          </a:prstGeom>
          <a:noFill/>
          <a:ln w="9525">
            <a:noFill/>
            <a:miter lim="800000"/>
            <a:headEnd/>
            <a:tailEnd/>
          </a:ln>
        </p:spPr>
      </p:pic>
      <p:sp>
        <p:nvSpPr>
          <p:cNvPr id="19461" name="Content Placeholder 4"/>
          <p:cNvSpPr txBox="1">
            <a:spLocks noChangeArrowheads="1"/>
          </p:cNvSpPr>
          <p:nvPr/>
        </p:nvSpPr>
        <p:spPr bwMode="auto">
          <a:xfrm>
            <a:off x="1219200" y="1603375"/>
            <a:ext cx="9852074" cy="2995613"/>
          </a:xfrm>
          <a:prstGeom prst="rect">
            <a:avLst/>
          </a:prstGeom>
          <a:noFill/>
          <a:ln w="9525">
            <a:noFill/>
            <a:miter lim="800000"/>
            <a:headEnd/>
            <a:tailEnd/>
          </a:ln>
        </p:spPr>
        <p:txBody>
          <a:bodyPr lIns="0" rIns="0" anchor="ctr"/>
          <a:lstStyle/>
          <a:p>
            <a:pPr eaLnBrk="1" hangingPunct="1"/>
            <a:r>
              <a:rPr lang="en-IN" altLang="en-US" sz="2000" dirty="0">
                <a:solidFill>
                  <a:srgbClr val="000000"/>
                </a:solidFill>
                <a:latin typeface="Times New Roman" pitchFamily="18" charset="0"/>
                <a:cs typeface="Times New Roman" pitchFamily="18" charset="0"/>
              </a:rPr>
              <a:t>A method of selecting or eliminating a person or thing or something from a group or sequence. </a:t>
            </a:r>
          </a:p>
          <a:p>
            <a:pPr eaLnBrk="1" hangingPunct="1"/>
            <a:endParaRPr lang="en-IN" altLang="en-US" sz="2000" dirty="0">
              <a:solidFill>
                <a:srgbClr val="000000"/>
              </a:solidFill>
              <a:latin typeface="Times New Roman" pitchFamily="18" charset="0"/>
              <a:cs typeface="Times New Roman" pitchFamily="18" charset="0"/>
            </a:endParaRPr>
          </a:p>
          <a:p>
            <a:pPr eaLnBrk="1" hangingPunct="1"/>
            <a:endParaRPr lang="en-IN" altLang="en-US" sz="2000" dirty="0">
              <a:solidFill>
                <a:srgbClr val="000000"/>
              </a:solidFill>
              <a:latin typeface="Times New Roman" pitchFamily="18" charset="0"/>
              <a:cs typeface="Times New Roman" pitchFamily="18" charset="0"/>
            </a:endParaRPr>
          </a:p>
          <a:p>
            <a:pPr eaLnBrk="1" hangingPunct="1"/>
            <a:r>
              <a:rPr lang="en-IN" altLang="en-US" sz="2000" dirty="0">
                <a:solidFill>
                  <a:srgbClr val="000000"/>
                </a:solidFill>
                <a:latin typeface="Times New Roman" pitchFamily="18" charset="0"/>
                <a:cs typeface="Times New Roman" pitchFamily="18" charset="0"/>
              </a:rPr>
              <a:t> </a:t>
            </a:r>
            <a:endParaRPr lang="en-IN" altLang="en-US" sz="2000" b="1" dirty="0">
              <a:solidFill>
                <a:srgbClr val="000000"/>
              </a:solidFill>
              <a:latin typeface="Times New Roman" pitchFamily="18" charset="0"/>
              <a:cs typeface="Times New Roman" pitchFamily="18" charset="0"/>
            </a:endParaRPr>
          </a:p>
        </p:txBody>
      </p:sp>
      <p:sp>
        <p:nvSpPr>
          <p:cNvPr id="2" name="Date Placeholder 1">
            <a:extLst>
              <a:ext uri="{FF2B5EF4-FFF2-40B4-BE49-F238E27FC236}">
                <a16:creationId xmlns:a16="http://schemas.microsoft.com/office/drawing/2014/main" id="{2700D93B-41E6-5B5D-3C87-7E7DB92AA17F}"/>
              </a:ext>
            </a:extLst>
          </p:cNvPr>
          <p:cNvSpPr>
            <a:spLocks noGrp="1"/>
          </p:cNvSpPr>
          <p:nvPr>
            <p:ph type="dt" sz="half" idx="10"/>
          </p:nvPr>
        </p:nvSpPr>
        <p:spPr>
          <a:xfrm>
            <a:off x="304800" y="6479397"/>
            <a:ext cx="1828800" cy="365125"/>
          </a:xfrm>
        </p:spPr>
        <p:txBody>
          <a:bodyPr/>
          <a:lstStyle/>
          <a:p>
            <a:pPr>
              <a:defRPr/>
            </a:pPr>
            <a:fld id="{AB10A813-FB8F-4C4A-9019-0935BC8C897E}" type="datetime1">
              <a:rPr lang="en-US" smtClean="0">
                <a:solidFill>
                  <a:srgbClr val="FF0000"/>
                </a:solidFill>
              </a:rPr>
              <a:t>12/5/2022</a:t>
            </a:fld>
            <a:endParaRPr lang="en-IN" dirty="0">
              <a:solidFill>
                <a:srgbClr val="FF0000"/>
              </a:solidFill>
            </a:endParaRPr>
          </a:p>
        </p:txBody>
      </p:sp>
      <p:sp>
        <p:nvSpPr>
          <p:cNvPr id="3" name="Slide Number Placeholder 2">
            <a:extLst>
              <a:ext uri="{FF2B5EF4-FFF2-40B4-BE49-F238E27FC236}">
                <a16:creationId xmlns:a16="http://schemas.microsoft.com/office/drawing/2014/main" id="{602E4AED-BC80-6ED8-54EE-20872D1FA25A}"/>
              </a:ext>
            </a:extLst>
          </p:cNvPr>
          <p:cNvSpPr>
            <a:spLocks noGrp="1"/>
          </p:cNvSpPr>
          <p:nvPr>
            <p:ph type="sldNum" sz="quarter" idx="12"/>
          </p:nvPr>
        </p:nvSpPr>
        <p:spPr>
          <a:xfrm>
            <a:off x="10156874" y="6472237"/>
            <a:ext cx="1828800" cy="365125"/>
          </a:xfrm>
        </p:spPr>
        <p:txBody>
          <a:bodyPr/>
          <a:lstStyle/>
          <a:p>
            <a:pPr>
              <a:defRPr/>
            </a:pPr>
            <a:fld id="{09188413-70F9-4011-ADAA-2186BBC4A446}" type="slidenum">
              <a:rPr lang="en-US" altLang="en-US" smtClean="0">
                <a:solidFill>
                  <a:srgbClr val="FF0000"/>
                </a:solidFill>
              </a:rPr>
              <a:pPr>
                <a:defRPr/>
              </a:pPr>
              <a:t>4</a:t>
            </a:fld>
            <a:endParaRPr lang="en-US" altLang="en-US" dirty="0">
              <a:solidFill>
                <a:srgbClr val="FF0000"/>
              </a:solidFill>
            </a:endParaRPr>
          </a:p>
        </p:txBody>
      </p:sp>
      <p:sp>
        <p:nvSpPr>
          <p:cNvPr id="4" name="Freeform: Shape 71">
            <a:extLst>
              <a:ext uri="{FF2B5EF4-FFF2-40B4-BE49-F238E27FC236}">
                <a16:creationId xmlns:a16="http://schemas.microsoft.com/office/drawing/2014/main" id="{8C2785A3-CC3A-10CD-2011-FB623D99B2A6}"/>
              </a:ext>
            </a:extLst>
          </p:cNvPr>
          <p:cNvSpPr/>
          <p:nvPr/>
        </p:nvSpPr>
        <p:spPr>
          <a:xfrm>
            <a:off x="0" y="-112541"/>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Freeform: Shape 75">
            <a:extLst>
              <a:ext uri="{FF2B5EF4-FFF2-40B4-BE49-F238E27FC236}">
                <a16:creationId xmlns:a16="http://schemas.microsoft.com/office/drawing/2014/main" id="{24D08029-B760-B4BE-D4AA-B54771057419}"/>
              </a:ext>
            </a:extLst>
          </p:cNvPr>
          <p:cNvSpPr/>
          <p:nvPr/>
        </p:nvSpPr>
        <p:spPr>
          <a:xfrm>
            <a:off x="0" y="163600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7"/>
          <p:cNvSpPr>
            <a:spLocks noGrp="1"/>
          </p:cNvSpPr>
          <p:nvPr>
            <p:ph type="ftr" sz="quarter" idx="11"/>
          </p:nvPr>
        </p:nvSpPr>
        <p:spPr>
          <a:xfrm>
            <a:off x="2932906" y="6331609"/>
            <a:ext cx="6324600" cy="363538"/>
          </a:xfrm>
        </p:spPr>
        <p:txBody>
          <a:bodyPr/>
          <a:lstStyle/>
          <a:p>
            <a:pPr>
              <a:defRPr/>
            </a:pPr>
            <a:r>
              <a:rPr lang="en-IN" sz="1800" b="1">
                <a:solidFill>
                  <a:srgbClr val="C00000"/>
                </a:solidFill>
                <a:latin typeface="Cambria" panose="02040503050406030204" pitchFamily="18" charset="0"/>
              </a:rPr>
              <a:t>Q AND R DIVISION (C.S.S. DEPARTMENT)</a:t>
            </a:r>
            <a:endParaRPr lang="en-US" sz="1800" b="1" dirty="0">
              <a:solidFill>
                <a:srgbClr val="C00000"/>
              </a:solidFill>
              <a:latin typeface="Cambria" panose="02040503050406030204" pitchFamily="18" charset="0"/>
            </a:endParaRPr>
          </a:p>
        </p:txBody>
      </p:sp>
      <p:pic>
        <p:nvPicPr>
          <p:cNvPr id="28675" name="Picture 35"/>
          <p:cNvPicPr>
            <a:picLocks noChangeAspect="1" noChangeArrowheads="1"/>
          </p:cNvPicPr>
          <p:nvPr/>
        </p:nvPicPr>
        <p:blipFill>
          <a:blip r:embed="rId2"/>
          <a:srcRect l="-2" r="29471"/>
          <a:stretch>
            <a:fillRect/>
          </a:stretch>
        </p:blipFill>
        <p:spPr bwMode="auto">
          <a:xfrm>
            <a:off x="10110788" y="203200"/>
            <a:ext cx="1871662" cy="795338"/>
          </a:xfrm>
          <a:prstGeom prst="rect">
            <a:avLst/>
          </a:prstGeom>
          <a:noFill/>
          <a:ln w="9525">
            <a:noFill/>
            <a:miter lim="800000"/>
            <a:headEnd/>
            <a:tailEnd/>
          </a:ln>
        </p:spPr>
      </p:pic>
      <p:sp>
        <p:nvSpPr>
          <p:cNvPr id="28676" name="Title 1"/>
          <p:cNvSpPr>
            <a:spLocks noGrp="1"/>
          </p:cNvSpPr>
          <p:nvPr>
            <p:ph type="title"/>
          </p:nvPr>
        </p:nvSpPr>
        <p:spPr>
          <a:xfrm>
            <a:off x="1104900" y="76200"/>
            <a:ext cx="9980613" cy="1433513"/>
          </a:xfrm>
        </p:spPr>
        <p:txBody>
          <a:bodyPr/>
          <a:lstStyle/>
          <a:p>
            <a:pPr algn="ctr"/>
            <a:br>
              <a:rPr lang="en-IN" altLang="en-US" b="1" dirty="0">
                <a:solidFill>
                  <a:srgbClr val="0070C0"/>
                </a:solidFill>
              </a:rPr>
            </a:br>
            <a:br>
              <a:rPr lang="en-IN" altLang="en-US" b="1" dirty="0">
                <a:solidFill>
                  <a:srgbClr val="0070C0"/>
                </a:solidFill>
              </a:rPr>
            </a:br>
            <a:br>
              <a:rPr lang="en-IN" altLang="en-US" b="1" dirty="0">
                <a:solidFill>
                  <a:srgbClr val="0070C0"/>
                </a:solidFill>
              </a:rPr>
            </a:br>
            <a:br>
              <a:rPr lang="en-IN" altLang="en-US" b="1" dirty="0">
                <a:solidFill>
                  <a:srgbClr val="0070C0"/>
                </a:solidFill>
              </a:rPr>
            </a:br>
            <a:br>
              <a:rPr lang="en-IN" altLang="en-US" b="1" dirty="0">
                <a:solidFill>
                  <a:srgbClr val="0070C0"/>
                </a:solidFill>
              </a:rPr>
            </a:br>
            <a:br>
              <a:rPr lang="en-IN" altLang="en-US" b="1" dirty="0">
                <a:solidFill>
                  <a:srgbClr val="0070C0"/>
                </a:solidFill>
              </a:rPr>
            </a:br>
            <a:r>
              <a:rPr lang="en-IN" altLang="en-US" b="1" dirty="0">
                <a:solidFill>
                  <a:srgbClr val="0070C0"/>
                </a:solidFill>
              </a:rPr>
              <a:t>ODD MAN OUT</a:t>
            </a:r>
            <a:br>
              <a:rPr lang="en-IN" altLang="en-US" b="1" dirty="0">
                <a:solidFill>
                  <a:srgbClr val="0070C0"/>
                </a:solidFill>
              </a:rPr>
            </a:br>
            <a:endParaRPr lang="en-IN" altLang="en-US" dirty="0">
              <a:solidFill>
                <a:srgbClr val="0070C0"/>
              </a:solidFill>
            </a:endParaRPr>
          </a:p>
        </p:txBody>
      </p:sp>
      <p:sp>
        <p:nvSpPr>
          <p:cNvPr id="5" name="TextBox 4"/>
          <p:cNvSpPr txBox="1"/>
          <p:nvPr/>
        </p:nvSpPr>
        <p:spPr>
          <a:xfrm>
            <a:off x="786619" y="2215785"/>
            <a:ext cx="10805159" cy="2539096"/>
          </a:xfrm>
          <a:prstGeom prst="rect">
            <a:avLst/>
          </a:prstGeom>
        </p:spPr>
        <p:txBody>
          <a:bodyPr lIns="396000"/>
          <a:lstStyle/>
          <a:p>
            <a:pPr marL="514350" indent="-514350">
              <a:spcBef>
                <a:spcPct val="20000"/>
              </a:spcBef>
              <a:defRPr/>
            </a:pPr>
            <a:r>
              <a:rPr lang="en-IN" sz="2800" dirty="0"/>
              <a:t>	a.</a:t>
            </a:r>
            <a:r>
              <a:rPr lang="en-IN" sz="2800" dirty="0">
                <a:latin typeface="Arial" panose="020B0604020202020204" pitchFamily="34" charset="0"/>
                <a:cs typeface="Arial" panose="020B0604020202020204" pitchFamily="34" charset="0"/>
              </a:rPr>
              <a:t> 19		b. 79		     c. 89		d. 39		  e. 83		</a:t>
            </a:r>
          </a:p>
          <a:p>
            <a:pPr marL="971550" lvl="1" indent="-514350">
              <a:spcBef>
                <a:spcPct val="20000"/>
              </a:spcBef>
              <a:defRPr/>
            </a:pPr>
            <a:endParaRPr lang="en-IN" sz="2800" dirty="0">
              <a:latin typeface="Arial" panose="020B0604020202020204" pitchFamily="34" charset="0"/>
              <a:cs typeface="Arial" panose="020B0604020202020204" pitchFamily="34" charset="0"/>
            </a:endParaRPr>
          </a:p>
        </p:txBody>
      </p:sp>
      <p:sp>
        <p:nvSpPr>
          <p:cNvPr id="6" name="Rectangle 5"/>
          <p:cNvSpPr/>
          <p:nvPr/>
        </p:nvSpPr>
        <p:spPr>
          <a:xfrm>
            <a:off x="1262307" y="1471804"/>
            <a:ext cx="7122038" cy="369332"/>
          </a:xfrm>
          <a:prstGeom prst="rect">
            <a:avLst/>
          </a:prstGeom>
        </p:spPr>
        <p:txBody>
          <a:bodyPr wrap="square">
            <a:spAutoFit/>
          </a:bodyPr>
          <a:lstStyle/>
          <a:p>
            <a:r>
              <a:rPr lang="en-IN" altLang="en-US" b="1" dirty="0">
                <a:latin typeface="Times New Roman" pitchFamily="18" charset="0"/>
                <a:cs typeface="Times New Roman" pitchFamily="18" charset="0"/>
              </a:rPr>
              <a:t>1. FIND THE ODD ONE IN THE FOLLOWING OPTIONS :</a:t>
            </a:r>
            <a:endParaRPr lang="en-US" dirty="0"/>
          </a:p>
        </p:txBody>
      </p:sp>
      <p:sp>
        <p:nvSpPr>
          <p:cNvPr id="2" name="Date Placeholder 1">
            <a:extLst>
              <a:ext uri="{FF2B5EF4-FFF2-40B4-BE49-F238E27FC236}">
                <a16:creationId xmlns:a16="http://schemas.microsoft.com/office/drawing/2014/main" id="{7D6D5B05-3F15-C588-2AFB-A7F1A05B7D90}"/>
              </a:ext>
            </a:extLst>
          </p:cNvPr>
          <p:cNvSpPr>
            <a:spLocks noGrp="1"/>
          </p:cNvSpPr>
          <p:nvPr>
            <p:ph type="dt" sz="half" idx="10"/>
          </p:nvPr>
        </p:nvSpPr>
        <p:spPr>
          <a:xfrm>
            <a:off x="347907" y="6356350"/>
            <a:ext cx="1828800" cy="365125"/>
          </a:xfrm>
        </p:spPr>
        <p:txBody>
          <a:bodyPr/>
          <a:lstStyle/>
          <a:p>
            <a:pPr>
              <a:defRPr/>
            </a:pPr>
            <a:fld id="{E8FBB55B-FD02-4C13-9D1D-5C561CE0D324}" type="datetime1">
              <a:rPr lang="en-US" smtClean="0">
                <a:solidFill>
                  <a:srgbClr val="FF0000"/>
                </a:solidFill>
              </a:rPr>
              <a:t>12/5/2022</a:t>
            </a:fld>
            <a:endParaRPr lang="en-IN" dirty="0">
              <a:solidFill>
                <a:srgbClr val="FF0000"/>
              </a:solidFill>
            </a:endParaRPr>
          </a:p>
        </p:txBody>
      </p:sp>
      <p:sp>
        <p:nvSpPr>
          <p:cNvPr id="3" name="Slide Number Placeholder 2">
            <a:extLst>
              <a:ext uri="{FF2B5EF4-FFF2-40B4-BE49-F238E27FC236}">
                <a16:creationId xmlns:a16="http://schemas.microsoft.com/office/drawing/2014/main" id="{3E342489-AAF1-427A-CAF4-AA6B3C330A52}"/>
              </a:ext>
            </a:extLst>
          </p:cNvPr>
          <p:cNvSpPr>
            <a:spLocks noGrp="1"/>
          </p:cNvSpPr>
          <p:nvPr>
            <p:ph type="sldNum" sz="quarter" idx="12"/>
          </p:nvPr>
        </p:nvSpPr>
        <p:spPr>
          <a:xfrm>
            <a:off x="10013705" y="6328947"/>
            <a:ext cx="1828800" cy="365125"/>
          </a:xfrm>
        </p:spPr>
        <p:txBody>
          <a:bodyPr/>
          <a:lstStyle/>
          <a:p>
            <a:pPr>
              <a:defRPr/>
            </a:pPr>
            <a:fld id="{09188413-70F9-4011-ADAA-2186BBC4A446}" type="slidenum">
              <a:rPr lang="en-US" altLang="en-US" smtClean="0">
                <a:solidFill>
                  <a:srgbClr val="FF0000"/>
                </a:solidFill>
              </a:rPr>
              <a:pPr>
                <a:defRPr/>
              </a:pPr>
              <a:t>5</a:t>
            </a:fld>
            <a:endParaRPr lang="en-US" altLang="en-US" dirty="0">
              <a:solidFill>
                <a:srgbClr val="FF0000"/>
              </a:solidFill>
            </a:endParaRPr>
          </a:p>
        </p:txBody>
      </p:sp>
      <p:sp>
        <p:nvSpPr>
          <p:cNvPr id="4" name="Freeform: Shape 71">
            <a:extLst>
              <a:ext uri="{FF2B5EF4-FFF2-40B4-BE49-F238E27FC236}">
                <a16:creationId xmlns:a16="http://schemas.microsoft.com/office/drawing/2014/main" id="{0BC8336F-C618-7FBB-4B47-C6ABFF0C4AA6}"/>
              </a:ext>
            </a:extLst>
          </p:cNvPr>
          <p:cNvSpPr/>
          <p:nvPr/>
        </p:nvSpPr>
        <p:spPr>
          <a:xfrm>
            <a:off x="0" y="-112541"/>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Freeform: Shape 75">
            <a:extLst>
              <a:ext uri="{FF2B5EF4-FFF2-40B4-BE49-F238E27FC236}">
                <a16:creationId xmlns:a16="http://schemas.microsoft.com/office/drawing/2014/main" id="{F9561805-1298-99A8-E72D-42F644635587}"/>
              </a:ext>
            </a:extLst>
          </p:cNvPr>
          <p:cNvSpPr/>
          <p:nvPr/>
        </p:nvSpPr>
        <p:spPr>
          <a:xfrm>
            <a:off x="0" y="163600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7"/>
          <p:cNvSpPr>
            <a:spLocks noGrp="1"/>
          </p:cNvSpPr>
          <p:nvPr>
            <p:ph type="ftr" sz="quarter" idx="11"/>
          </p:nvPr>
        </p:nvSpPr>
        <p:spPr>
          <a:xfrm>
            <a:off x="2932906" y="6357937"/>
            <a:ext cx="6324600" cy="363538"/>
          </a:xfrm>
        </p:spPr>
        <p:txBody>
          <a:bodyPr/>
          <a:lstStyle/>
          <a:p>
            <a:pPr>
              <a:defRPr/>
            </a:pPr>
            <a:r>
              <a:rPr lang="en-IN" sz="1800" b="1">
                <a:solidFill>
                  <a:srgbClr val="C00000"/>
                </a:solidFill>
                <a:latin typeface="Cambria" panose="02040503050406030204" pitchFamily="18" charset="0"/>
              </a:rPr>
              <a:t>Q AND R DIVISION (C.S.S. DEPARTMENT)</a:t>
            </a:r>
            <a:endParaRPr lang="en-US" sz="1800" b="1" dirty="0">
              <a:solidFill>
                <a:srgbClr val="C00000"/>
              </a:solidFill>
              <a:latin typeface="Cambria" panose="02040503050406030204" pitchFamily="18" charset="0"/>
            </a:endParaRPr>
          </a:p>
        </p:txBody>
      </p:sp>
      <p:pic>
        <p:nvPicPr>
          <p:cNvPr id="31747" name="Picture 35"/>
          <p:cNvPicPr>
            <a:picLocks noChangeAspect="1" noChangeArrowheads="1"/>
          </p:cNvPicPr>
          <p:nvPr/>
        </p:nvPicPr>
        <p:blipFill>
          <a:blip r:embed="rId2"/>
          <a:srcRect l="-2" r="29471"/>
          <a:stretch>
            <a:fillRect/>
          </a:stretch>
        </p:blipFill>
        <p:spPr bwMode="auto">
          <a:xfrm>
            <a:off x="10110788" y="203200"/>
            <a:ext cx="1871662" cy="795338"/>
          </a:xfrm>
          <a:prstGeom prst="rect">
            <a:avLst/>
          </a:prstGeom>
          <a:noFill/>
          <a:ln w="9525">
            <a:noFill/>
            <a:miter lim="800000"/>
            <a:headEnd/>
            <a:tailEnd/>
          </a:ln>
        </p:spPr>
      </p:pic>
      <p:sp>
        <p:nvSpPr>
          <p:cNvPr id="31748" name="Title 1"/>
          <p:cNvSpPr>
            <a:spLocks noGrp="1"/>
          </p:cNvSpPr>
          <p:nvPr>
            <p:ph type="title"/>
          </p:nvPr>
        </p:nvSpPr>
        <p:spPr>
          <a:xfrm>
            <a:off x="1104900" y="76200"/>
            <a:ext cx="9980613" cy="1433513"/>
          </a:xfrm>
        </p:spPr>
        <p:txBody>
          <a:bodyPr/>
          <a:lstStyle/>
          <a:p>
            <a:pPr algn="ctr"/>
            <a:br>
              <a:rPr lang="en-IN" altLang="en-US" b="1" dirty="0">
                <a:solidFill>
                  <a:srgbClr val="0070C0"/>
                </a:solidFill>
              </a:rPr>
            </a:br>
            <a:br>
              <a:rPr lang="en-IN" altLang="en-US" b="1" dirty="0">
                <a:solidFill>
                  <a:srgbClr val="0070C0"/>
                </a:solidFill>
              </a:rPr>
            </a:br>
            <a:br>
              <a:rPr lang="en-IN" altLang="en-US" b="1" dirty="0">
                <a:solidFill>
                  <a:srgbClr val="0070C0"/>
                </a:solidFill>
              </a:rPr>
            </a:br>
            <a:br>
              <a:rPr lang="en-IN" altLang="en-US" b="1" dirty="0">
                <a:solidFill>
                  <a:srgbClr val="0070C0"/>
                </a:solidFill>
              </a:rPr>
            </a:br>
            <a:br>
              <a:rPr lang="en-IN" altLang="en-US" b="1" dirty="0">
                <a:solidFill>
                  <a:srgbClr val="0070C0"/>
                </a:solidFill>
              </a:rPr>
            </a:br>
            <a:br>
              <a:rPr lang="en-IN" altLang="en-US" b="1" dirty="0">
                <a:solidFill>
                  <a:srgbClr val="0070C0"/>
                </a:solidFill>
              </a:rPr>
            </a:br>
            <a:r>
              <a:rPr lang="en-IN" altLang="en-US" b="1" dirty="0">
                <a:solidFill>
                  <a:srgbClr val="0070C0"/>
                </a:solidFill>
              </a:rPr>
              <a:t>ODD MAN OUT</a:t>
            </a:r>
            <a:br>
              <a:rPr lang="en-IN" altLang="en-US" b="1" dirty="0">
                <a:solidFill>
                  <a:srgbClr val="0070C0"/>
                </a:solidFill>
              </a:rPr>
            </a:br>
            <a:endParaRPr lang="en-IN" altLang="en-US" dirty="0">
              <a:solidFill>
                <a:srgbClr val="0070C0"/>
              </a:solidFill>
            </a:endParaRPr>
          </a:p>
        </p:txBody>
      </p:sp>
      <p:sp>
        <p:nvSpPr>
          <p:cNvPr id="5" name="TextBox 4"/>
          <p:cNvSpPr txBox="1"/>
          <p:nvPr/>
        </p:nvSpPr>
        <p:spPr>
          <a:xfrm>
            <a:off x="1126174" y="1835956"/>
            <a:ext cx="10127981" cy="2590800"/>
          </a:xfrm>
          <a:prstGeom prst="rect">
            <a:avLst/>
          </a:prstGeom>
        </p:spPr>
        <p:txBody>
          <a:bodyPr lIns="396000"/>
          <a:lstStyle/>
          <a:p>
            <a:pPr>
              <a:defRPr/>
            </a:pPr>
            <a:r>
              <a:rPr lang="en-US" sz="2800" dirty="0"/>
              <a:t>a.</a:t>
            </a:r>
            <a:r>
              <a:rPr lang="en-US" sz="2800" dirty="0">
                <a:latin typeface="Arial" panose="020B0604020202020204" pitchFamily="34" charset="0"/>
                <a:cs typeface="Arial" panose="020B0604020202020204" pitchFamily="34" charset="0"/>
              </a:rPr>
              <a:t> ZA		</a:t>
            </a:r>
            <a:r>
              <a:rPr lang="en-US" sz="2800" dirty="0"/>
              <a:t>b. </a:t>
            </a:r>
            <a:r>
              <a:rPr lang="en-US" sz="2800" dirty="0">
                <a:latin typeface="Arial" panose="020B0604020202020204" pitchFamily="34" charset="0"/>
                <a:cs typeface="Arial" panose="020B0604020202020204" pitchFamily="34" charset="0"/>
              </a:rPr>
              <a:t>RS	  		c. DE 	</a:t>
            </a:r>
            <a:r>
              <a:rPr lang="en-US" sz="2800" dirty="0"/>
              <a:t>d.</a:t>
            </a:r>
            <a:r>
              <a:rPr lang="en-US" sz="2800" dirty="0">
                <a:latin typeface="Arial" panose="020B0604020202020204" pitchFamily="34" charset="0"/>
                <a:cs typeface="Arial" panose="020B0604020202020204" pitchFamily="34" charset="0"/>
              </a:rPr>
              <a:t> JK		</a:t>
            </a:r>
            <a:r>
              <a:rPr lang="en-US" sz="2800" dirty="0"/>
              <a:t>e.</a:t>
            </a:r>
            <a:r>
              <a:rPr lang="en-US" sz="2800" dirty="0">
                <a:latin typeface="Arial" panose="020B0604020202020204" pitchFamily="34" charset="0"/>
                <a:cs typeface="Arial" panose="020B0604020202020204" pitchFamily="34" charset="0"/>
              </a:rPr>
              <a:t> PR</a:t>
            </a:r>
          </a:p>
          <a:p>
            <a:pPr>
              <a:defRPr/>
            </a:pPr>
            <a:endParaRPr lang="en-US" sz="2800" dirty="0">
              <a:latin typeface="Arial" panose="020B0604020202020204" pitchFamily="34" charset="0"/>
              <a:cs typeface="Arial" panose="020B0604020202020204" pitchFamily="34" charset="0"/>
            </a:endParaRPr>
          </a:p>
          <a:p>
            <a:pPr lvl="1">
              <a:spcBef>
                <a:spcPct val="20000"/>
              </a:spcBef>
              <a:buFont typeface="Arial" pitchFamily="34" charset="0"/>
              <a:buNone/>
              <a:defRPr/>
            </a:pPr>
            <a:endParaRPr lang="en-IN" sz="2800" dirty="0">
              <a:latin typeface="Arial" panose="020B0604020202020204" pitchFamily="34" charset="0"/>
              <a:cs typeface="Arial" panose="020B0604020202020204" pitchFamily="34" charset="0"/>
            </a:endParaRPr>
          </a:p>
        </p:txBody>
      </p:sp>
      <p:sp>
        <p:nvSpPr>
          <p:cNvPr id="7" name="Rectangle 6"/>
          <p:cNvSpPr/>
          <p:nvPr/>
        </p:nvSpPr>
        <p:spPr>
          <a:xfrm>
            <a:off x="1262307" y="1471804"/>
            <a:ext cx="7122038" cy="369332"/>
          </a:xfrm>
          <a:prstGeom prst="rect">
            <a:avLst/>
          </a:prstGeom>
        </p:spPr>
        <p:txBody>
          <a:bodyPr wrap="square">
            <a:spAutoFit/>
          </a:bodyPr>
          <a:lstStyle/>
          <a:p>
            <a:r>
              <a:rPr lang="en-IN" altLang="en-US" b="1" dirty="0">
                <a:latin typeface="Times New Roman" pitchFamily="18" charset="0"/>
                <a:cs typeface="Times New Roman" pitchFamily="18" charset="0"/>
              </a:rPr>
              <a:t>2. FIND THE ODD ONE IN THE FOLLOWING OPTIONS :</a:t>
            </a:r>
            <a:endParaRPr lang="en-US" dirty="0"/>
          </a:p>
        </p:txBody>
      </p:sp>
      <p:sp>
        <p:nvSpPr>
          <p:cNvPr id="2" name="Date Placeholder 1">
            <a:extLst>
              <a:ext uri="{FF2B5EF4-FFF2-40B4-BE49-F238E27FC236}">
                <a16:creationId xmlns:a16="http://schemas.microsoft.com/office/drawing/2014/main" id="{DE53EBDE-3F39-55AB-3977-02DA71AB4977}"/>
              </a:ext>
            </a:extLst>
          </p:cNvPr>
          <p:cNvSpPr>
            <a:spLocks noGrp="1"/>
          </p:cNvSpPr>
          <p:nvPr>
            <p:ph type="dt" sz="half" idx="10"/>
          </p:nvPr>
        </p:nvSpPr>
        <p:spPr>
          <a:xfrm>
            <a:off x="347907" y="6374436"/>
            <a:ext cx="1828800" cy="365125"/>
          </a:xfrm>
        </p:spPr>
        <p:txBody>
          <a:bodyPr/>
          <a:lstStyle/>
          <a:p>
            <a:pPr>
              <a:defRPr/>
            </a:pPr>
            <a:fld id="{1409D6B2-35CF-4CCD-9C52-68F73DC74848}" type="datetime1">
              <a:rPr lang="en-US" smtClean="0">
                <a:solidFill>
                  <a:srgbClr val="FF0000"/>
                </a:solidFill>
              </a:rPr>
              <a:t>12/5/2022</a:t>
            </a:fld>
            <a:endParaRPr lang="en-IN" dirty="0">
              <a:solidFill>
                <a:srgbClr val="FF0000"/>
              </a:solidFill>
            </a:endParaRPr>
          </a:p>
        </p:txBody>
      </p:sp>
      <p:sp>
        <p:nvSpPr>
          <p:cNvPr id="3" name="Slide Number Placeholder 2">
            <a:extLst>
              <a:ext uri="{FF2B5EF4-FFF2-40B4-BE49-F238E27FC236}">
                <a16:creationId xmlns:a16="http://schemas.microsoft.com/office/drawing/2014/main" id="{B7E7BC65-C0E5-4B5A-D93F-8BBD5B607D76}"/>
              </a:ext>
            </a:extLst>
          </p:cNvPr>
          <p:cNvSpPr>
            <a:spLocks noGrp="1"/>
          </p:cNvSpPr>
          <p:nvPr>
            <p:ph type="sldNum" sz="quarter" idx="12"/>
          </p:nvPr>
        </p:nvSpPr>
        <p:spPr>
          <a:xfrm>
            <a:off x="10013705" y="6374435"/>
            <a:ext cx="1828800" cy="365125"/>
          </a:xfrm>
        </p:spPr>
        <p:txBody>
          <a:bodyPr/>
          <a:lstStyle/>
          <a:p>
            <a:pPr>
              <a:defRPr/>
            </a:pPr>
            <a:fld id="{09188413-70F9-4011-ADAA-2186BBC4A446}" type="slidenum">
              <a:rPr lang="en-US" altLang="en-US" smtClean="0"/>
              <a:pPr>
                <a:defRPr/>
              </a:pPr>
              <a:t>6</a:t>
            </a:fld>
            <a:endParaRPr lang="en-US" altLang="en-US" dirty="0"/>
          </a:p>
        </p:txBody>
      </p:sp>
      <p:sp>
        <p:nvSpPr>
          <p:cNvPr id="4" name="Freeform: Shape 71">
            <a:extLst>
              <a:ext uri="{FF2B5EF4-FFF2-40B4-BE49-F238E27FC236}">
                <a16:creationId xmlns:a16="http://schemas.microsoft.com/office/drawing/2014/main" id="{17065941-BAB6-FEE0-E8C7-F3F6AF255BA4}"/>
              </a:ext>
            </a:extLst>
          </p:cNvPr>
          <p:cNvSpPr/>
          <p:nvPr/>
        </p:nvSpPr>
        <p:spPr>
          <a:xfrm>
            <a:off x="0" y="-112541"/>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Freeform: Shape 75">
            <a:extLst>
              <a:ext uri="{FF2B5EF4-FFF2-40B4-BE49-F238E27FC236}">
                <a16:creationId xmlns:a16="http://schemas.microsoft.com/office/drawing/2014/main" id="{4F3CEBD4-3ACB-F2DD-C2F5-60D228528EF9}"/>
              </a:ext>
            </a:extLst>
          </p:cNvPr>
          <p:cNvSpPr/>
          <p:nvPr/>
        </p:nvSpPr>
        <p:spPr>
          <a:xfrm>
            <a:off x="0" y="163600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7"/>
          <p:cNvSpPr>
            <a:spLocks noGrp="1"/>
          </p:cNvSpPr>
          <p:nvPr>
            <p:ph type="ftr" sz="quarter" idx="11"/>
          </p:nvPr>
        </p:nvSpPr>
        <p:spPr>
          <a:xfrm>
            <a:off x="2933700" y="6363088"/>
            <a:ext cx="6324600" cy="363538"/>
          </a:xfrm>
        </p:spPr>
        <p:txBody>
          <a:bodyPr/>
          <a:lstStyle/>
          <a:p>
            <a:pPr>
              <a:defRPr/>
            </a:pPr>
            <a:r>
              <a:rPr lang="en-IN" sz="1800" b="1">
                <a:solidFill>
                  <a:srgbClr val="C00000"/>
                </a:solidFill>
                <a:latin typeface="Cambria" panose="02040503050406030204" pitchFamily="18" charset="0"/>
              </a:rPr>
              <a:t>Q AND R DIVISION (C.S.S. DEPARTMENT)</a:t>
            </a:r>
            <a:endParaRPr lang="en-US" sz="1800" b="1" dirty="0">
              <a:solidFill>
                <a:srgbClr val="C00000"/>
              </a:solidFill>
              <a:latin typeface="Cambria" panose="02040503050406030204" pitchFamily="18" charset="0"/>
            </a:endParaRPr>
          </a:p>
        </p:txBody>
      </p:sp>
      <p:pic>
        <p:nvPicPr>
          <p:cNvPr id="38915" name="Picture 35"/>
          <p:cNvPicPr>
            <a:picLocks noChangeAspect="1" noChangeArrowheads="1"/>
          </p:cNvPicPr>
          <p:nvPr/>
        </p:nvPicPr>
        <p:blipFill>
          <a:blip r:embed="rId2"/>
          <a:srcRect l="-2" r="29471"/>
          <a:stretch>
            <a:fillRect/>
          </a:stretch>
        </p:blipFill>
        <p:spPr bwMode="auto">
          <a:xfrm>
            <a:off x="10110788" y="203200"/>
            <a:ext cx="1871662" cy="795338"/>
          </a:xfrm>
          <a:prstGeom prst="rect">
            <a:avLst/>
          </a:prstGeom>
          <a:noFill/>
          <a:ln w="9525">
            <a:noFill/>
            <a:miter lim="800000"/>
            <a:headEnd/>
            <a:tailEnd/>
          </a:ln>
        </p:spPr>
      </p:pic>
      <p:sp>
        <p:nvSpPr>
          <p:cNvPr id="38916" name="Title 1"/>
          <p:cNvSpPr>
            <a:spLocks noGrp="1"/>
          </p:cNvSpPr>
          <p:nvPr>
            <p:ph type="title"/>
          </p:nvPr>
        </p:nvSpPr>
        <p:spPr>
          <a:xfrm>
            <a:off x="1730326" y="76200"/>
            <a:ext cx="9355187" cy="1433513"/>
          </a:xfrm>
        </p:spPr>
        <p:txBody>
          <a:bodyPr/>
          <a:lstStyle/>
          <a:p>
            <a:pPr algn="ctr"/>
            <a:br>
              <a:rPr lang="en-IN" altLang="en-US" b="1" dirty="0">
                <a:solidFill>
                  <a:srgbClr val="0070C0"/>
                </a:solidFill>
              </a:rPr>
            </a:br>
            <a:br>
              <a:rPr lang="en-IN" altLang="en-US" b="1" dirty="0">
                <a:solidFill>
                  <a:srgbClr val="0070C0"/>
                </a:solidFill>
              </a:rPr>
            </a:br>
            <a:br>
              <a:rPr lang="en-IN" altLang="en-US" b="1" dirty="0">
                <a:solidFill>
                  <a:srgbClr val="0070C0"/>
                </a:solidFill>
              </a:rPr>
            </a:br>
            <a:br>
              <a:rPr lang="en-IN" altLang="en-US" b="1" dirty="0">
                <a:solidFill>
                  <a:srgbClr val="0070C0"/>
                </a:solidFill>
              </a:rPr>
            </a:br>
            <a:br>
              <a:rPr lang="en-IN" altLang="en-US" b="1" dirty="0">
                <a:solidFill>
                  <a:srgbClr val="0070C0"/>
                </a:solidFill>
              </a:rPr>
            </a:br>
            <a:br>
              <a:rPr lang="en-IN" altLang="en-US" b="1" dirty="0">
                <a:solidFill>
                  <a:srgbClr val="0070C0"/>
                </a:solidFill>
              </a:rPr>
            </a:br>
            <a:r>
              <a:rPr lang="en-IN" altLang="en-US" b="1" dirty="0">
                <a:solidFill>
                  <a:srgbClr val="0070C0"/>
                </a:solidFill>
              </a:rPr>
              <a:t>ODD MAN OUT</a:t>
            </a:r>
            <a:br>
              <a:rPr lang="en-IN" altLang="en-US" b="1" dirty="0">
                <a:solidFill>
                  <a:srgbClr val="0070C0"/>
                </a:solidFill>
              </a:rPr>
            </a:br>
            <a:endParaRPr lang="en-IN" altLang="en-US" dirty="0">
              <a:solidFill>
                <a:srgbClr val="0070C0"/>
              </a:solidFill>
            </a:endParaRPr>
          </a:p>
        </p:txBody>
      </p:sp>
      <p:sp>
        <p:nvSpPr>
          <p:cNvPr id="5" name="TextBox 4"/>
          <p:cNvSpPr txBox="1"/>
          <p:nvPr/>
        </p:nvSpPr>
        <p:spPr>
          <a:xfrm>
            <a:off x="735013" y="1463040"/>
            <a:ext cx="10547276" cy="2729548"/>
          </a:xfrm>
          <a:prstGeom prst="rect">
            <a:avLst/>
          </a:prstGeom>
        </p:spPr>
        <p:txBody>
          <a:bodyPr lIns="396000"/>
          <a:lstStyle/>
          <a:p>
            <a:pPr>
              <a:defRPr/>
            </a:pPr>
            <a:endParaRPr lang="en-US" sz="2800" dirty="0">
              <a:latin typeface="Times New Roman" pitchFamily="18" charset="0"/>
              <a:cs typeface="Times New Roman" pitchFamily="18" charset="0"/>
            </a:endParaRPr>
          </a:p>
          <a:p>
            <a:pPr>
              <a:defRPr/>
            </a:pPr>
            <a:r>
              <a:rPr lang="en-US" sz="2800" dirty="0">
                <a:latin typeface="Times New Roman" pitchFamily="18" charset="0"/>
                <a:cs typeface="Times New Roman" pitchFamily="18" charset="0"/>
              </a:rPr>
              <a:t>	a. BUY	b. LIE		c. GUY	d. MAD	e. GOD </a:t>
            </a:r>
            <a:endParaRPr lang="en-IN" sz="2800" dirty="0">
              <a:latin typeface="Times New Roman" pitchFamily="18" charset="0"/>
              <a:cs typeface="Times New Roman" pitchFamily="18" charset="0"/>
            </a:endParaRPr>
          </a:p>
        </p:txBody>
      </p:sp>
      <p:sp>
        <p:nvSpPr>
          <p:cNvPr id="6" name="Rectangle 5"/>
          <p:cNvSpPr/>
          <p:nvPr/>
        </p:nvSpPr>
        <p:spPr>
          <a:xfrm>
            <a:off x="1262307" y="1471804"/>
            <a:ext cx="7122038" cy="369332"/>
          </a:xfrm>
          <a:prstGeom prst="rect">
            <a:avLst/>
          </a:prstGeom>
        </p:spPr>
        <p:txBody>
          <a:bodyPr wrap="square">
            <a:spAutoFit/>
          </a:bodyPr>
          <a:lstStyle/>
          <a:p>
            <a:r>
              <a:rPr lang="en-IN" altLang="en-US" b="1" dirty="0">
                <a:latin typeface="Times New Roman" pitchFamily="18" charset="0"/>
                <a:cs typeface="Times New Roman" pitchFamily="18" charset="0"/>
              </a:rPr>
              <a:t>3. FIND THE ODD ONE IN THE FOLLOWING:</a:t>
            </a:r>
            <a:endParaRPr lang="en-US" dirty="0"/>
          </a:p>
        </p:txBody>
      </p:sp>
      <p:sp>
        <p:nvSpPr>
          <p:cNvPr id="2" name="Date Placeholder 1">
            <a:extLst>
              <a:ext uri="{FF2B5EF4-FFF2-40B4-BE49-F238E27FC236}">
                <a16:creationId xmlns:a16="http://schemas.microsoft.com/office/drawing/2014/main" id="{AF7A4AE7-02EE-EBD0-9A6C-EF90DD29BEE5}"/>
              </a:ext>
            </a:extLst>
          </p:cNvPr>
          <p:cNvSpPr>
            <a:spLocks noGrp="1"/>
          </p:cNvSpPr>
          <p:nvPr>
            <p:ph type="dt" sz="half" idx="10"/>
          </p:nvPr>
        </p:nvSpPr>
        <p:spPr>
          <a:xfrm>
            <a:off x="347907" y="6356350"/>
            <a:ext cx="1828800" cy="365125"/>
          </a:xfrm>
        </p:spPr>
        <p:txBody>
          <a:bodyPr/>
          <a:lstStyle/>
          <a:p>
            <a:pPr>
              <a:defRPr/>
            </a:pPr>
            <a:fld id="{AE084E39-7797-4B4C-8C5E-825DF6D2CE6C}" type="datetime1">
              <a:rPr lang="en-US" smtClean="0">
                <a:solidFill>
                  <a:srgbClr val="FF0000"/>
                </a:solidFill>
              </a:rPr>
              <a:t>12/5/2022</a:t>
            </a:fld>
            <a:endParaRPr lang="en-IN" dirty="0">
              <a:solidFill>
                <a:srgbClr val="FF0000"/>
              </a:solidFill>
            </a:endParaRPr>
          </a:p>
        </p:txBody>
      </p:sp>
      <p:sp>
        <p:nvSpPr>
          <p:cNvPr id="3" name="Slide Number Placeholder 2">
            <a:extLst>
              <a:ext uri="{FF2B5EF4-FFF2-40B4-BE49-F238E27FC236}">
                <a16:creationId xmlns:a16="http://schemas.microsoft.com/office/drawing/2014/main" id="{C53027E7-DFE5-4013-629D-C2C288F47A89}"/>
              </a:ext>
            </a:extLst>
          </p:cNvPr>
          <p:cNvSpPr>
            <a:spLocks noGrp="1"/>
          </p:cNvSpPr>
          <p:nvPr>
            <p:ph type="sldNum" sz="quarter" idx="12"/>
          </p:nvPr>
        </p:nvSpPr>
        <p:spPr>
          <a:xfrm>
            <a:off x="10015293" y="6374909"/>
            <a:ext cx="1828800" cy="365125"/>
          </a:xfrm>
        </p:spPr>
        <p:txBody>
          <a:bodyPr/>
          <a:lstStyle/>
          <a:p>
            <a:pPr>
              <a:defRPr/>
            </a:pPr>
            <a:fld id="{09188413-70F9-4011-ADAA-2186BBC4A446}" type="slidenum">
              <a:rPr lang="en-US" altLang="en-US" smtClean="0">
                <a:solidFill>
                  <a:srgbClr val="FF0000"/>
                </a:solidFill>
              </a:rPr>
              <a:pPr>
                <a:defRPr/>
              </a:pPr>
              <a:t>7</a:t>
            </a:fld>
            <a:endParaRPr lang="en-US" altLang="en-US" dirty="0">
              <a:solidFill>
                <a:srgbClr val="FF0000"/>
              </a:solidFill>
            </a:endParaRPr>
          </a:p>
        </p:txBody>
      </p:sp>
      <p:sp>
        <p:nvSpPr>
          <p:cNvPr id="4" name="Freeform: Shape 71">
            <a:extLst>
              <a:ext uri="{FF2B5EF4-FFF2-40B4-BE49-F238E27FC236}">
                <a16:creationId xmlns:a16="http://schemas.microsoft.com/office/drawing/2014/main" id="{A2969563-F10D-6707-1EE4-D8F428B927E9}"/>
              </a:ext>
            </a:extLst>
          </p:cNvPr>
          <p:cNvSpPr/>
          <p:nvPr/>
        </p:nvSpPr>
        <p:spPr>
          <a:xfrm>
            <a:off x="0" y="-112541"/>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Freeform: Shape 75">
            <a:extLst>
              <a:ext uri="{FF2B5EF4-FFF2-40B4-BE49-F238E27FC236}">
                <a16:creationId xmlns:a16="http://schemas.microsoft.com/office/drawing/2014/main" id="{F3724DFD-5135-49D1-DB29-FCE430A90FA1}"/>
              </a:ext>
            </a:extLst>
          </p:cNvPr>
          <p:cNvSpPr/>
          <p:nvPr/>
        </p:nvSpPr>
        <p:spPr>
          <a:xfrm>
            <a:off x="0" y="163600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7"/>
          <p:cNvSpPr>
            <a:spLocks noGrp="1"/>
          </p:cNvSpPr>
          <p:nvPr>
            <p:ph type="ftr" sz="quarter" idx="11"/>
          </p:nvPr>
        </p:nvSpPr>
        <p:spPr>
          <a:xfrm>
            <a:off x="3032173" y="6373977"/>
            <a:ext cx="6324600" cy="363538"/>
          </a:xfrm>
        </p:spPr>
        <p:txBody>
          <a:bodyPr/>
          <a:lstStyle/>
          <a:p>
            <a:pPr>
              <a:defRPr/>
            </a:pPr>
            <a:r>
              <a:rPr lang="en-IN" sz="1800" b="1">
                <a:solidFill>
                  <a:srgbClr val="C00000"/>
                </a:solidFill>
                <a:latin typeface="Cambria" panose="02040503050406030204" pitchFamily="18" charset="0"/>
              </a:rPr>
              <a:t>Q AND R DIVISION (C.S.S. DEPARTMENT)</a:t>
            </a:r>
            <a:endParaRPr lang="en-US" sz="1800" b="1" dirty="0">
              <a:solidFill>
                <a:srgbClr val="C00000"/>
              </a:solidFill>
              <a:latin typeface="Cambria" panose="02040503050406030204" pitchFamily="18" charset="0"/>
            </a:endParaRPr>
          </a:p>
        </p:txBody>
      </p:sp>
      <p:pic>
        <p:nvPicPr>
          <p:cNvPr id="47107" name="Picture 35"/>
          <p:cNvPicPr>
            <a:picLocks noChangeAspect="1" noChangeArrowheads="1"/>
          </p:cNvPicPr>
          <p:nvPr/>
        </p:nvPicPr>
        <p:blipFill>
          <a:blip r:embed="rId2"/>
          <a:srcRect l="-2" r="29471"/>
          <a:stretch>
            <a:fillRect/>
          </a:stretch>
        </p:blipFill>
        <p:spPr bwMode="auto">
          <a:xfrm>
            <a:off x="10110788" y="146930"/>
            <a:ext cx="1871662" cy="795338"/>
          </a:xfrm>
          <a:prstGeom prst="rect">
            <a:avLst/>
          </a:prstGeom>
          <a:noFill/>
          <a:ln w="9525">
            <a:noFill/>
            <a:miter lim="800000"/>
            <a:headEnd/>
            <a:tailEnd/>
          </a:ln>
        </p:spPr>
      </p:pic>
      <p:sp>
        <p:nvSpPr>
          <p:cNvPr id="47108" name="Title 1"/>
          <p:cNvSpPr>
            <a:spLocks noGrp="1"/>
          </p:cNvSpPr>
          <p:nvPr>
            <p:ph type="title"/>
          </p:nvPr>
        </p:nvSpPr>
        <p:spPr>
          <a:xfrm>
            <a:off x="1104900" y="76200"/>
            <a:ext cx="9980613" cy="1433513"/>
          </a:xfrm>
        </p:spPr>
        <p:txBody>
          <a:bodyPr/>
          <a:lstStyle/>
          <a:p>
            <a:pPr algn="ctr"/>
            <a:br>
              <a:rPr lang="en-IN" altLang="en-US" b="1" dirty="0">
                <a:solidFill>
                  <a:srgbClr val="0070C0"/>
                </a:solidFill>
              </a:rPr>
            </a:br>
            <a:br>
              <a:rPr lang="en-IN" altLang="en-US" b="1" dirty="0">
                <a:solidFill>
                  <a:srgbClr val="0070C0"/>
                </a:solidFill>
              </a:rPr>
            </a:br>
            <a:br>
              <a:rPr lang="en-IN" altLang="en-US" b="1" dirty="0">
                <a:solidFill>
                  <a:srgbClr val="0070C0"/>
                </a:solidFill>
              </a:rPr>
            </a:br>
            <a:br>
              <a:rPr lang="en-IN" altLang="en-US" b="1" dirty="0">
                <a:solidFill>
                  <a:srgbClr val="0070C0"/>
                </a:solidFill>
              </a:rPr>
            </a:br>
            <a:br>
              <a:rPr lang="en-IN" altLang="en-US" b="1" dirty="0">
                <a:solidFill>
                  <a:srgbClr val="0070C0"/>
                </a:solidFill>
              </a:rPr>
            </a:br>
            <a:br>
              <a:rPr lang="en-IN" altLang="en-US" b="1" dirty="0">
                <a:solidFill>
                  <a:srgbClr val="0070C0"/>
                </a:solidFill>
              </a:rPr>
            </a:br>
            <a:r>
              <a:rPr lang="en-IN" altLang="en-US" b="1" dirty="0">
                <a:solidFill>
                  <a:srgbClr val="0070C0"/>
                </a:solidFill>
              </a:rPr>
              <a:t>ODD MAN OUT</a:t>
            </a:r>
            <a:br>
              <a:rPr lang="en-IN" altLang="en-US" b="1" dirty="0">
                <a:solidFill>
                  <a:srgbClr val="0070C0"/>
                </a:solidFill>
              </a:rPr>
            </a:br>
            <a:endParaRPr lang="en-IN" altLang="en-US" dirty="0">
              <a:solidFill>
                <a:srgbClr val="0070C0"/>
              </a:solidFill>
            </a:endParaRPr>
          </a:p>
        </p:txBody>
      </p:sp>
      <p:sp>
        <p:nvSpPr>
          <p:cNvPr id="5" name="TextBox 4"/>
          <p:cNvSpPr txBox="1"/>
          <p:nvPr/>
        </p:nvSpPr>
        <p:spPr>
          <a:xfrm>
            <a:off x="733425" y="2056497"/>
            <a:ext cx="10352088" cy="4386262"/>
          </a:xfrm>
          <a:prstGeom prst="rect">
            <a:avLst/>
          </a:prstGeom>
        </p:spPr>
        <p:txBody>
          <a:bodyPr lIns="396000"/>
          <a:lstStyle/>
          <a:p>
            <a:pPr>
              <a:defRPr/>
            </a:pPr>
            <a:r>
              <a:rPr lang="en-IN" sz="2400" dirty="0">
                <a:latin typeface="Times New Roman" pitchFamily="18" charset="0"/>
                <a:cs typeface="Times New Roman" pitchFamily="18" charset="0"/>
              </a:rPr>
              <a:t>	a. AC	          		 b. CALCULATOR	             c. COOLER</a:t>
            </a:r>
          </a:p>
          <a:p>
            <a:pPr>
              <a:defRPr/>
            </a:pPr>
            <a:endParaRPr lang="en-IN" sz="2400" dirty="0">
              <a:latin typeface="Times New Roman" pitchFamily="18" charset="0"/>
              <a:cs typeface="Times New Roman" pitchFamily="18" charset="0"/>
            </a:endParaRPr>
          </a:p>
          <a:p>
            <a:pPr>
              <a:defRPr/>
            </a:pPr>
            <a:r>
              <a:rPr lang="en-IN" sz="2400" dirty="0">
                <a:latin typeface="Times New Roman" pitchFamily="18" charset="0"/>
                <a:cs typeface="Times New Roman" pitchFamily="18" charset="0"/>
              </a:rPr>
              <a:t>     	d. COMPUTER	 e. TELEVISION</a:t>
            </a:r>
          </a:p>
        </p:txBody>
      </p:sp>
      <p:sp>
        <p:nvSpPr>
          <p:cNvPr id="6" name="Rectangle 5"/>
          <p:cNvSpPr/>
          <p:nvPr/>
        </p:nvSpPr>
        <p:spPr>
          <a:xfrm>
            <a:off x="1262307" y="1471804"/>
            <a:ext cx="7122038" cy="369332"/>
          </a:xfrm>
          <a:prstGeom prst="rect">
            <a:avLst/>
          </a:prstGeom>
        </p:spPr>
        <p:txBody>
          <a:bodyPr wrap="square">
            <a:spAutoFit/>
          </a:bodyPr>
          <a:lstStyle/>
          <a:p>
            <a:r>
              <a:rPr lang="en-IN" altLang="en-US" b="1" dirty="0">
                <a:latin typeface="Times New Roman" pitchFamily="18" charset="0"/>
                <a:cs typeface="Times New Roman" pitchFamily="18" charset="0"/>
              </a:rPr>
              <a:t>4. FIND THE ODD ONE IN THE FOLLOWING:</a:t>
            </a:r>
            <a:endParaRPr lang="en-US" dirty="0"/>
          </a:p>
        </p:txBody>
      </p:sp>
      <p:sp>
        <p:nvSpPr>
          <p:cNvPr id="2" name="Date Placeholder 1">
            <a:extLst>
              <a:ext uri="{FF2B5EF4-FFF2-40B4-BE49-F238E27FC236}">
                <a16:creationId xmlns:a16="http://schemas.microsoft.com/office/drawing/2014/main" id="{6FF1FBEC-4A02-48AB-F7CA-C2E0CF6AD1F8}"/>
              </a:ext>
            </a:extLst>
          </p:cNvPr>
          <p:cNvSpPr>
            <a:spLocks noGrp="1"/>
          </p:cNvSpPr>
          <p:nvPr>
            <p:ph type="dt" sz="half" idx="10"/>
          </p:nvPr>
        </p:nvSpPr>
        <p:spPr>
          <a:xfrm>
            <a:off x="347907" y="6332232"/>
            <a:ext cx="1828800" cy="365125"/>
          </a:xfrm>
        </p:spPr>
        <p:txBody>
          <a:bodyPr/>
          <a:lstStyle/>
          <a:p>
            <a:pPr>
              <a:defRPr/>
            </a:pPr>
            <a:fld id="{CA280049-E81E-45EE-8ADC-34DE8EE38817}" type="datetime1">
              <a:rPr lang="en-US" smtClean="0">
                <a:solidFill>
                  <a:srgbClr val="FF0000"/>
                </a:solidFill>
              </a:rPr>
              <a:t>12/5/2022</a:t>
            </a:fld>
            <a:endParaRPr lang="en-IN" dirty="0">
              <a:solidFill>
                <a:srgbClr val="FF0000"/>
              </a:solidFill>
            </a:endParaRPr>
          </a:p>
        </p:txBody>
      </p:sp>
      <p:sp>
        <p:nvSpPr>
          <p:cNvPr id="3" name="Slide Number Placeholder 2">
            <a:extLst>
              <a:ext uri="{FF2B5EF4-FFF2-40B4-BE49-F238E27FC236}">
                <a16:creationId xmlns:a16="http://schemas.microsoft.com/office/drawing/2014/main" id="{D612B2EA-312B-9279-9EEA-D4D85B9978EA}"/>
              </a:ext>
            </a:extLst>
          </p:cNvPr>
          <p:cNvSpPr>
            <a:spLocks noGrp="1"/>
          </p:cNvSpPr>
          <p:nvPr>
            <p:ph type="sldNum" sz="quarter" idx="12"/>
          </p:nvPr>
        </p:nvSpPr>
        <p:spPr>
          <a:xfrm>
            <a:off x="10015293" y="6371480"/>
            <a:ext cx="1828800" cy="365125"/>
          </a:xfrm>
        </p:spPr>
        <p:txBody>
          <a:bodyPr/>
          <a:lstStyle/>
          <a:p>
            <a:pPr>
              <a:defRPr/>
            </a:pPr>
            <a:fld id="{09188413-70F9-4011-ADAA-2186BBC4A446}" type="slidenum">
              <a:rPr lang="en-US" altLang="en-US" smtClean="0">
                <a:solidFill>
                  <a:srgbClr val="FF0000"/>
                </a:solidFill>
              </a:rPr>
              <a:pPr>
                <a:defRPr/>
              </a:pPr>
              <a:t>8</a:t>
            </a:fld>
            <a:endParaRPr lang="en-US" altLang="en-US" dirty="0">
              <a:solidFill>
                <a:srgbClr val="FF0000"/>
              </a:solidFill>
            </a:endParaRPr>
          </a:p>
        </p:txBody>
      </p:sp>
      <p:sp>
        <p:nvSpPr>
          <p:cNvPr id="10" name="Freeform: Shape 71">
            <a:extLst>
              <a:ext uri="{FF2B5EF4-FFF2-40B4-BE49-F238E27FC236}">
                <a16:creationId xmlns:a16="http://schemas.microsoft.com/office/drawing/2014/main" id="{524FA1C6-FD8E-A8D6-3122-E7CEEC0F2CAC}"/>
              </a:ext>
            </a:extLst>
          </p:cNvPr>
          <p:cNvSpPr/>
          <p:nvPr/>
        </p:nvSpPr>
        <p:spPr>
          <a:xfrm>
            <a:off x="0" y="-112541"/>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Freeform: Shape 75">
            <a:extLst>
              <a:ext uri="{FF2B5EF4-FFF2-40B4-BE49-F238E27FC236}">
                <a16:creationId xmlns:a16="http://schemas.microsoft.com/office/drawing/2014/main" id="{41E6D88D-8D5E-D58F-0A05-9C36E098DCBC}"/>
              </a:ext>
            </a:extLst>
          </p:cNvPr>
          <p:cNvSpPr/>
          <p:nvPr/>
        </p:nvSpPr>
        <p:spPr>
          <a:xfrm>
            <a:off x="0" y="163600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6414A1-81D2-4ECA-80CC-EB6B2D420D06}"/>
              </a:ext>
            </a:extLst>
          </p:cNvPr>
          <p:cNvSpPr>
            <a:spLocks noGrp="1"/>
          </p:cNvSpPr>
          <p:nvPr>
            <p:ph type="ctrTitle"/>
          </p:nvPr>
        </p:nvSpPr>
        <p:spPr>
          <a:xfrm>
            <a:off x="0" y="2306035"/>
            <a:ext cx="7821613" cy="2219325"/>
          </a:xfrm>
        </p:spPr>
        <p:txBody>
          <a:bodyPr rtlCol="0"/>
          <a:lstStyle/>
          <a:p>
            <a:pPr algn="ctr" eaLnBrk="1" fontAlgn="auto" hangingPunct="1">
              <a:spcAft>
                <a:spcPts val="0"/>
              </a:spcAft>
              <a:defRPr/>
            </a:pPr>
            <a:r>
              <a:rPr lang="en-US" sz="4000" b="1" i="1" dirty="0"/>
              <a:t>Coding - decoding </a:t>
            </a:r>
            <a:br>
              <a:rPr lang="en-US" sz="4000" b="1" i="1" dirty="0"/>
            </a:br>
            <a:endParaRPr lang="en-US" sz="1400" b="1" i="1" dirty="0"/>
          </a:p>
        </p:txBody>
      </p:sp>
      <p:pic>
        <p:nvPicPr>
          <p:cNvPr id="14339" name="Picture 2" descr="KL Deemed to be University Logo">
            <a:extLst>
              <a:ext uri="{FF2B5EF4-FFF2-40B4-BE49-F238E27FC236}">
                <a16:creationId xmlns:a16="http://schemas.microsoft.com/office/drawing/2014/main" id="{E462D9FE-6C30-4B69-96BE-FCB994CDC7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3979" y="-28134"/>
            <a:ext cx="2118630" cy="112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Rectangle 3">
            <a:extLst>
              <a:ext uri="{FF2B5EF4-FFF2-40B4-BE49-F238E27FC236}">
                <a16:creationId xmlns:a16="http://schemas.microsoft.com/office/drawing/2014/main" id="{FDB2866F-3B0A-4195-878C-FCC611C0B72F}"/>
              </a:ext>
            </a:extLst>
          </p:cNvPr>
          <p:cNvSpPr txBox="1">
            <a:spLocks/>
          </p:cNvSpPr>
          <p:nvPr/>
        </p:nvSpPr>
        <p:spPr bwMode="auto">
          <a:xfrm>
            <a:off x="2315503" y="6177447"/>
            <a:ext cx="81184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gn="ctr" eaLnBrk="1" hangingPunct="1">
              <a:spcBef>
                <a:spcPts val="1000"/>
              </a:spcBef>
              <a:buFont typeface="Arial" panose="020B0604020202020204" pitchFamily="34" charset="0"/>
              <a:buNone/>
            </a:pPr>
            <a:r>
              <a:rPr lang="en-US" altLang="en-US" sz="2400" b="1" dirty="0">
                <a:solidFill>
                  <a:schemeClr val="bg1"/>
                </a:solidFill>
              </a:rPr>
              <a:t>Q AND R DIVISION (C.S.S. DEPARTMENT)</a:t>
            </a:r>
          </a:p>
        </p:txBody>
      </p:sp>
      <p:pic>
        <p:nvPicPr>
          <p:cNvPr id="4" name="Picture 3">
            <a:extLst>
              <a:ext uri="{FF2B5EF4-FFF2-40B4-BE49-F238E27FC236}">
                <a16:creationId xmlns:a16="http://schemas.microsoft.com/office/drawing/2014/main" id="{31541511-650E-4C8E-8B81-9A0C4A739E96}"/>
              </a:ext>
            </a:extLst>
          </p:cNvPr>
          <p:cNvPicPr>
            <a:picLocks noChangeAspect="1"/>
          </p:cNvPicPr>
          <p:nvPr/>
        </p:nvPicPr>
        <p:blipFill>
          <a:blip r:embed="rId4"/>
          <a:stretch>
            <a:fillRect/>
          </a:stretch>
        </p:blipFill>
        <p:spPr>
          <a:xfrm>
            <a:off x="6877878" y="1232452"/>
            <a:ext cx="5314121" cy="4386470"/>
          </a:xfrm>
          <a:prstGeom prst="rect">
            <a:avLst/>
          </a:prstGeom>
        </p:spPr>
      </p:pic>
    </p:spTree>
    <p:extLst>
      <p:ext uri="{BB962C8B-B14F-4D97-AF65-F5344CB8AC3E}">
        <p14:creationId xmlns:p14="http://schemas.microsoft.com/office/powerpoint/2010/main" val="1745787270"/>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30886801-EC43-4744-B792-2F6A34879B42}"/>
              </a:ext>
            </a:extLst>
          </p:cNvPr>
          <p:cNvSpPr>
            <a:spLocks noGrp="1"/>
          </p:cNvSpPr>
          <p:nvPr>
            <p:ph type="title"/>
          </p:nvPr>
        </p:nvSpPr>
        <p:spPr/>
        <p:txBody>
          <a:bodyPr/>
          <a:lstStyle/>
          <a:p>
            <a:pPr algn="ctr"/>
            <a:r>
              <a:rPr lang="en-IN" altLang="en-US" dirty="0">
                <a:solidFill>
                  <a:srgbClr val="FF0000"/>
                </a:solidFill>
              </a:rPr>
              <a:t>Coding - decoding </a:t>
            </a:r>
          </a:p>
        </p:txBody>
      </p:sp>
      <p:graphicFrame>
        <p:nvGraphicFramePr>
          <p:cNvPr id="7" name="Content Placeholder 6">
            <a:extLst>
              <a:ext uri="{FF2B5EF4-FFF2-40B4-BE49-F238E27FC236}">
                <a16:creationId xmlns:a16="http://schemas.microsoft.com/office/drawing/2014/main" id="{98C92591-1896-4759-BF47-BEA30543AA43}"/>
              </a:ext>
            </a:extLst>
          </p:cNvPr>
          <p:cNvGraphicFramePr>
            <a:graphicFrameLocks noGrp="1"/>
          </p:cNvGraphicFramePr>
          <p:nvPr>
            <p:ph idx="1"/>
            <p:extLst>
              <p:ext uri="{D42A27DB-BD31-4B8C-83A1-F6EECF244321}">
                <p14:modId xmlns:p14="http://schemas.microsoft.com/office/powerpoint/2010/main" val="2896694053"/>
              </p:ext>
            </p:extLst>
          </p:nvPr>
        </p:nvGraphicFramePr>
        <p:xfrm>
          <a:off x="968374" y="2063750"/>
          <a:ext cx="10329896" cy="1112838"/>
        </p:xfrm>
        <a:graphic>
          <a:graphicData uri="http://schemas.openxmlformats.org/drawingml/2006/table">
            <a:tbl>
              <a:tblPr firstRow="1" bandRow="1">
                <a:tableStyleId>{5940675A-B579-460E-94D1-54222C63F5DA}</a:tableStyleId>
              </a:tblPr>
              <a:tblGrid>
                <a:gridCol w="379979">
                  <a:extLst>
                    <a:ext uri="{9D8B030D-6E8A-4147-A177-3AD203B41FA5}">
                      <a16:colId xmlns:a16="http://schemas.microsoft.com/office/drawing/2014/main" val="20000"/>
                    </a:ext>
                  </a:extLst>
                </a:gridCol>
                <a:gridCol w="418454">
                  <a:extLst>
                    <a:ext uri="{9D8B030D-6E8A-4147-A177-3AD203B41FA5}">
                      <a16:colId xmlns:a16="http://schemas.microsoft.com/office/drawing/2014/main" val="20001"/>
                    </a:ext>
                  </a:extLst>
                </a:gridCol>
                <a:gridCol w="387457">
                  <a:extLst>
                    <a:ext uri="{9D8B030D-6E8A-4147-A177-3AD203B41FA5}">
                      <a16:colId xmlns:a16="http://schemas.microsoft.com/office/drawing/2014/main" val="20002"/>
                    </a:ext>
                  </a:extLst>
                </a:gridCol>
                <a:gridCol w="371960">
                  <a:extLst>
                    <a:ext uri="{9D8B030D-6E8A-4147-A177-3AD203B41FA5}">
                      <a16:colId xmlns:a16="http://schemas.microsoft.com/office/drawing/2014/main" val="20003"/>
                    </a:ext>
                  </a:extLst>
                </a:gridCol>
                <a:gridCol w="433952">
                  <a:extLst>
                    <a:ext uri="{9D8B030D-6E8A-4147-A177-3AD203B41FA5}">
                      <a16:colId xmlns:a16="http://schemas.microsoft.com/office/drawing/2014/main" val="20004"/>
                    </a:ext>
                  </a:extLst>
                </a:gridCol>
                <a:gridCol w="418455">
                  <a:extLst>
                    <a:ext uri="{9D8B030D-6E8A-4147-A177-3AD203B41FA5}">
                      <a16:colId xmlns:a16="http://schemas.microsoft.com/office/drawing/2014/main" val="20005"/>
                    </a:ext>
                  </a:extLst>
                </a:gridCol>
                <a:gridCol w="402955">
                  <a:extLst>
                    <a:ext uri="{9D8B030D-6E8A-4147-A177-3AD203B41FA5}">
                      <a16:colId xmlns:a16="http://schemas.microsoft.com/office/drawing/2014/main" val="20006"/>
                    </a:ext>
                  </a:extLst>
                </a:gridCol>
                <a:gridCol w="339276">
                  <a:extLst>
                    <a:ext uri="{9D8B030D-6E8A-4147-A177-3AD203B41FA5}">
                      <a16:colId xmlns:a16="http://schemas.microsoft.com/office/drawing/2014/main" val="20007"/>
                    </a:ext>
                  </a:extLst>
                </a:gridCol>
                <a:gridCol w="412988">
                  <a:extLst>
                    <a:ext uri="{9D8B030D-6E8A-4147-A177-3AD203B41FA5}">
                      <a16:colId xmlns:a16="http://schemas.microsoft.com/office/drawing/2014/main" val="20008"/>
                    </a:ext>
                  </a:extLst>
                </a:gridCol>
                <a:gridCol w="417830">
                  <a:extLst>
                    <a:ext uri="{9D8B030D-6E8A-4147-A177-3AD203B41FA5}">
                      <a16:colId xmlns:a16="http://schemas.microsoft.com/office/drawing/2014/main" val="20009"/>
                    </a:ext>
                  </a:extLst>
                </a:gridCol>
                <a:gridCol w="387030">
                  <a:extLst>
                    <a:ext uri="{9D8B030D-6E8A-4147-A177-3AD203B41FA5}">
                      <a16:colId xmlns:a16="http://schemas.microsoft.com/office/drawing/2014/main" val="20010"/>
                    </a:ext>
                  </a:extLst>
                </a:gridCol>
                <a:gridCol w="397304">
                  <a:extLst>
                    <a:ext uri="{9D8B030D-6E8A-4147-A177-3AD203B41FA5}">
                      <a16:colId xmlns:a16="http://schemas.microsoft.com/office/drawing/2014/main" val="20011"/>
                    </a:ext>
                  </a:extLst>
                </a:gridCol>
                <a:gridCol w="397304">
                  <a:extLst>
                    <a:ext uri="{9D8B030D-6E8A-4147-A177-3AD203B41FA5}">
                      <a16:colId xmlns:a16="http://schemas.microsoft.com/office/drawing/2014/main" val="20012"/>
                    </a:ext>
                  </a:extLst>
                </a:gridCol>
                <a:gridCol w="397304">
                  <a:extLst>
                    <a:ext uri="{9D8B030D-6E8A-4147-A177-3AD203B41FA5}">
                      <a16:colId xmlns:a16="http://schemas.microsoft.com/office/drawing/2014/main" val="20013"/>
                    </a:ext>
                  </a:extLst>
                </a:gridCol>
                <a:gridCol w="397304">
                  <a:extLst>
                    <a:ext uri="{9D8B030D-6E8A-4147-A177-3AD203B41FA5}">
                      <a16:colId xmlns:a16="http://schemas.microsoft.com/office/drawing/2014/main" val="20014"/>
                    </a:ext>
                  </a:extLst>
                </a:gridCol>
                <a:gridCol w="397304">
                  <a:extLst>
                    <a:ext uri="{9D8B030D-6E8A-4147-A177-3AD203B41FA5}">
                      <a16:colId xmlns:a16="http://schemas.microsoft.com/office/drawing/2014/main" val="20015"/>
                    </a:ext>
                  </a:extLst>
                </a:gridCol>
                <a:gridCol w="397304">
                  <a:extLst>
                    <a:ext uri="{9D8B030D-6E8A-4147-A177-3AD203B41FA5}">
                      <a16:colId xmlns:a16="http://schemas.microsoft.com/office/drawing/2014/main" val="20016"/>
                    </a:ext>
                  </a:extLst>
                </a:gridCol>
                <a:gridCol w="397304">
                  <a:extLst>
                    <a:ext uri="{9D8B030D-6E8A-4147-A177-3AD203B41FA5}">
                      <a16:colId xmlns:a16="http://schemas.microsoft.com/office/drawing/2014/main" val="20017"/>
                    </a:ext>
                  </a:extLst>
                </a:gridCol>
                <a:gridCol w="397304">
                  <a:extLst>
                    <a:ext uri="{9D8B030D-6E8A-4147-A177-3AD203B41FA5}">
                      <a16:colId xmlns:a16="http://schemas.microsoft.com/office/drawing/2014/main" val="20018"/>
                    </a:ext>
                  </a:extLst>
                </a:gridCol>
                <a:gridCol w="397304">
                  <a:extLst>
                    <a:ext uri="{9D8B030D-6E8A-4147-A177-3AD203B41FA5}">
                      <a16:colId xmlns:a16="http://schemas.microsoft.com/office/drawing/2014/main" val="20019"/>
                    </a:ext>
                  </a:extLst>
                </a:gridCol>
                <a:gridCol w="397304">
                  <a:extLst>
                    <a:ext uri="{9D8B030D-6E8A-4147-A177-3AD203B41FA5}">
                      <a16:colId xmlns:a16="http://schemas.microsoft.com/office/drawing/2014/main" val="20020"/>
                    </a:ext>
                  </a:extLst>
                </a:gridCol>
                <a:gridCol w="397304">
                  <a:extLst>
                    <a:ext uri="{9D8B030D-6E8A-4147-A177-3AD203B41FA5}">
                      <a16:colId xmlns:a16="http://schemas.microsoft.com/office/drawing/2014/main" val="20021"/>
                    </a:ext>
                  </a:extLst>
                </a:gridCol>
                <a:gridCol w="397304">
                  <a:extLst>
                    <a:ext uri="{9D8B030D-6E8A-4147-A177-3AD203B41FA5}">
                      <a16:colId xmlns:a16="http://schemas.microsoft.com/office/drawing/2014/main" val="20022"/>
                    </a:ext>
                  </a:extLst>
                </a:gridCol>
                <a:gridCol w="397304">
                  <a:extLst>
                    <a:ext uri="{9D8B030D-6E8A-4147-A177-3AD203B41FA5}">
                      <a16:colId xmlns:a16="http://schemas.microsoft.com/office/drawing/2014/main" val="20023"/>
                    </a:ext>
                  </a:extLst>
                </a:gridCol>
                <a:gridCol w="397304">
                  <a:extLst>
                    <a:ext uri="{9D8B030D-6E8A-4147-A177-3AD203B41FA5}">
                      <a16:colId xmlns:a16="http://schemas.microsoft.com/office/drawing/2014/main" val="20024"/>
                    </a:ext>
                  </a:extLst>
                </a:gridCol>
                <a:gridCol w="397304">
                  <a:extLst>
                    <a:ext uri="{9D8B030D-6E8A-4147-A177-3AD203B41FA5}">
                      <a16:colId xmlns:a16="http://schemas.microsoft.com/office/drawing/2014/main" val="20025"/>
                    </a:ext>
                  </a:extLst>
                </a:gridCol>
              </a:tblGrid>
              <a:tr h="370946">
                <a:tc>
                  <a:txBody>
                    <a:bodyPr/>
                    <a:lstStyle/>
                    <a:p>
                      <a:pPr algn="ctr"/>
                      <a:r>
                        <a:rPr lang="en-IN" sz="1200" b="1" dirty="0">
                          <a:latin typeface="Times New Roman" panose="02020603050405020304" pitchFamily="18" charset="0"/>
                          <a:cs typeface="Times New Roman" panose="02020603050405020304" pitchFamily="18" charset="0"/>
                        </a:rPr>
                        <a:t>1</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3</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4</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5</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6</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7</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8</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9</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10</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11</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12</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13</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14</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15</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16</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17</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18</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19</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20</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21</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22</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23</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24</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25</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26</a:t>
                      </a:r>
                    </a:p>
                  </a:txBody>
                  <a:tcPr marT="45733" marB="45733"/>
                </a:tc>
                <a:extLst>
                  <a:ext uri="{0D108BD9-81ED-4DB2-BD59-A6C34878D82A}">
                    <a16:rowId xmlns:a16="http://schemas.microsoft.com/office/drawing/2014/main" val="10000"/>
                  </a:ext>
                </a:extLst>
              </a:tr>
              <a:tr h="370946">
                <a:tc>
                  <a:txBody>
                    <a:bodyPr/>
                    <a:lstStyle/>
                    <a:p>
                      <a:pPr algn="ctr"/>
                      <a:r>
                        <a:rPr lang="en-IN" sz="1200" b="1" dirty="0">
                          <a:latin typeface="Times New Roman" panose="02020603050405020304" pitchFamily="18" charset="0"/>
                          <a:cs typeface="Times New Roman" panose="02020603050405020304" pitchFamily="18" charset="0"/>
                        </a:rPr>
                        <a:t>A</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B</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C</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D</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E</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F</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G</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H</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I</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J</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K</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L</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M</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N</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O</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P</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Q</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R</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S</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T</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U</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V</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W</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X</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Y</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Z</a:t>
                      </a:r>
                    </a:p>
                  </a:txBody>
                  <a:tcPr marT="45733" marB="45733"/>
                </a:tc>
                <a:extLst>
                  <a:ext uri="{0D108BD9-81ED-4DB2-BD59-A6C34878D82A}">
                    <a16:rowId xmlns:a16="http://schemas.microsoft.com/office/drawing/2014/main" val="10001"/>
                  </a:ext>
                </a:extLst>
              </a:tr>
              <a:tr h="370946">
                <a:tc>
                  <a:txBody>
                    <a:bodyPr/>
                    <a:lstStyle/>
                    <a:p>
                      <a:pPr algn="ctr"/>
                      <a:r>
                        <a:rPr lang="en-IN" sz="1200" b="1" dirty="0">
                          <a:latin typeface="Times New Roman" panose="02020603050405020304" pitchFamily="18" charset="0"/>
                          <a:cs typeface="Times New Roman" panose="02020603050405020304" pitchFamily="18" charset="0"/>
                        </a:rPr>
                        <a:t>26</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25</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24</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23</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22</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21</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20</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19</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18</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17</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16</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15</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14</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13</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12</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11</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10</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9</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8</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7</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6</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5</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4</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3</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2</a:t>
                      </a:r>
                    </a:p>
                  </a:txBody>
                  <a:tcPr marT="45733" marB="45733"/>
                </a:tc>
                <a:tc>
                  <a:txBody>
                    <a:bodyPr/>
                    <a:lstStyle/>
                    <a:p>
                      <a:pPr algn="ctr"/>
                      <a:r>
                        <a:rPr lang="en-IN" sz="1200" b="1" dirty="0">
                          <a:latin typeface="Times New Roman" panose="02020603050405020304" pitchFamily="18" charset="0"/>
                          <a:cs typeface="Times New Roman" panose="02020603050405020304" pitchFamily="18" charset="0"/>
                        </a:rPr>
                        <a:t>1</a:t>
                      </a:r>
                    </a:p>
                  </a:txBody>
                  <a:tcPr marT="45733" marB="45733"/>
                </a:tc>
                <a:extLst>
                  <a:ext uri="{0D108BD9-81ED-4DB2-BD59-A6C34878D82A}">
                    <a16:rowId xmlns:a16="http://schemas.microsoft.com/office/drawing/2014/main" val="10002"/>
                  </a:ext>
                </a:extLst>
              </a:tr>
            </a:tbl>
          </a:graphicData>
        </a:graphic>
      </p:graphicFrame>
      <p:sp>
        <p:nvSpPr>
          <p:cNvPr id="4" name="Date Placeholder 3">
            <a:extLst>
              <a:ext uri="{FF2B5EF4-FFF2-40B4-BE49-F238E27FC236}">
                <a16:creationId xmlns:a16="http://schemas.microsoft.com/office/drawing/2014/main" id="{7E2786B0-4BDF-4347-93A9-4FDC264DCC87}"/>
              </a:ext>
            </a:extLst>
          </p:cNvPr>
          <p:cNvSpPr>
            <a:spLocks noGrp="1"/>
          </p:cNvSpPr>
          <p:nvPr>
            <p:ph type="dt" sz="quarter" idx="10"/>
          </p:nvPr>
        </p:nvSpPr>
        <p:spPr>
          <a:xfrm>
            <a:off x="190500" y="6356350"/>
            <a:ext cx="1828800" cy="365125"/>
          </a:xfrm>
        </p:spPr>
        <p:txBody>
          <a:bodyPr/>
          <a:lstStyle/>
          <a:p>
            <a:pPr>
              <a:defRPr/>
            </a:pPr>
            <a:fld id="{6B25695C-298F-43C9-9069-5C7224B5C394}" type="datetime1">
              <a:rPr lang="en-US" smtClean="0">
                <a:solidFill>
                  <a:srgbClr val="FF0000"/>
                </a:solidFill>
              </a:rPr>
              <a:t>12/5/2022</a:t>
            </a:fld>
            <a:endParaRPr lang="en-US">
              <a:solidFill>
                <a:srgbClr val="FF0000"/>
              </a:solidFill>
            </a:endParaRPr>
          </a:p>
        </p:txBody>
      </p:sp>
      <p:sp>
        <p:nvSpPr>
          <p:cNvPr id="5" name="Footer Placeholder 4">
            <a:extLst>
              <a:ext uri="{FF2B5EF4-FFF2-40B4-BE49-F238E27FC236}">
                <a16:creationId xmlns:a16="http://schemas.microsoft.com/office/drawing/2014/main" id="{E0BE3F21-B301-4562-BB15-3E0EA77B2989}"/>
              </a:ext>
            </a:extLst>
          </p:cNvPr>
          <p:cNvSpPr>
            <a:spLocks noGrp="1"/>
          </p:cNvSpPr>
          <p:nvPr>
            <p:ph type="ftr" sz="quarter" idx="11"/>
          </p:nvPr>
        </p:nvSpPr>
        <p:spPr>
          <a:xfrm>
            <a:off x="2932906" y="6356350"/>
            <a:ext cx="6324600" cy="365125"/>
          </a:xfrm>
        </p:spPr>
        <p:txBody>
          <a:bodyPr/>
          <a:lstStyle/>
          <a:p>
            <a:pPr>
              <a:defRPr/>
            </a:pPr>
            <a:r>
              <a:rPr lang="en-IN" sz="1600" dirty="0">
                <a:solidFill>
                  <a:srgbClr val="FF0000"/>
                </a:solidFill>
                <a:latin typeface="Times New Roman" panose="02020603050405020304" pitchFamily="18" charset="0"/>
                <a:cs typeface="Times New Roman" panose="02020603050405020304" pitchFamily="18" charset="0"/>
              </a:rPr>
              <a:t>Q AND R DIVISION (C.S.S. DEPARTMENT)</a:t>
            </a:r>
          </a:p>
        </p:txBody>
      </p:sp>
      <p:sp>
        <p:nvSpPr>
          <p:cNvPr id="16499" name="Slide Number Placeholder 5">
            <a:extLst>
              <a:ext uri="{FF2B5EF4-FFF2-40B4-BE49-F238E27FC236}">
                <a16:creationId xmlns:a16="http://schemas.microsoft.com/office/drawing/2014/main" id="{EFFC5C89-2387-4C48-AC34-6D36B6968F22}"/>
              </a:ext>
            </a:extLst>
          </p:cNvPr>
          <p:cNvSpPr>
            <a:spLocks noGrp="1"/>
          </p:cNvSpPr>
          <p:nvPr>
            <p:ph type="sldNum" sz="quarter" idx="12"/>
          </p:nvPr>
        </p:nvSpPr>
        <p:spPr bwMode="auto">
          <a:xfrm>
            <a:off x="10063956"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EDD19F64-BA17-45B2-93DD-B847EB9CFD50}" type="slidenum">
              <a:rPr lang="en-US" altLang="en-US" sz="1200">
                <a:solidFill>
                  <a:srgbClr val="FF0000"/>
                </a:solidFill>
              </a:rPr>
              <a:pPr>
                <a:lnSpc>
                  <a:spcPct val="100000"/>
                </a:lnSpc>
                <a:spcBef>
                  <a:spcPct val="0"/>
                </a:spcBef>
                <a:buFontTx/>
                <a:buNone/>
              </a:pPr>
              <a:t>10</a:t>
            </a:fld>
            <a:endParaRPr lang="en-US" altLang="en-US" sz="1200">
              <a:solidFill>
                <a:srgbClr val="FF0000"/>
              </a:solidFill>
            </a:endParaRPr>
          </a:p>
        </p:txBody>
      </p:sp>
      <p:graphicFrame>
        <p:nvGraphicFramePr>
          <p:cNvPr id="9" name="Table 8">
            <a:extLst>
              <a:ext uri="{FF2B5EF4-FFF2-40B4-BE49-F238E27FC236}">
                <a16:creationId xmlns:a16="http://schemas.microsoft.com/office/drawing/2014/main" id="{F2311745-C08E-4656-B2D6-4BAD0D362A2F}"/>
              </a:ext>
            </a:extLst>
          </p:cNvPr>
          <p:cNvGraphicFramePr>
            <a:graphicFrameLocks noGrp="1"/>
          </p:cNvGraphicFramePr>
          <p:nvPr>
            <p:extLst>
              <p:ext uri="{D42A27DB-BD31-4B8C-83A1-F6EECF244321}">
                <p14:modId xmlns:p14="http://schemas.microsoft.com/office/powerpoint/2010/main" val="2336437248"/>
              </p:ext>
            </p:extLst>
          </p:nvPr>
        </p:nvGraphicFramePr>
        <p:xfrm>
          <a:off x="1963738" y="3913188"/>
          <a:ext cx="8128003" cy="741362"/>
        </p:xfrm>
        <a:graphic>
          <a:graphicData uri="http://schemas.openxmlformats.org/drawingml/2006/table">
            <a:tbl>
              <a:tblPr firstRow="1" bandRow="1">
                <a:tableStyleId>{5940675A-B579-460E-94D1-54222C63F5DA}</a:tableStyleId>
              </a:tblPr>
              <a:tblGrid>
                <a:gridCol w="625231">
                  <a:extLst>
                    <a:ext uri="{9D8B030D-6E8A-4147-A177-3AD203B41FA5}">
                      <a16:colId xmlns:a16="http://schemas.microsoft.com/office/drawing/2014/main" val="20000"/>
                    </a:ext>
                  </a:extLst>
                </a:gridCol>
                <a:gridCol w="625231">
                  <a:extLst>
                    <a:ext uri="{9D8B030D-6E8A-4147-A177-3AD203B41FA5}">
                      <a16:colId xmlns:a16="http://schemas.microsoft.com/office/drawing/2014/main" val="20001"/>
                    </a:ext>
                  </a:extLst>
                </a:gridCol>
                <a:gridCol w="625231">
                  <a:extLst>
                    <a:ext uri="{9D8B030D-6E8A-4147-A177-3AD203B41FA5}">
                      <a16:colId xmlns:a16="http://schemas.microsoft.com/office/drawing/2014/main" val="20002"/>
                    </a:ext>
                  </a:extLst>
                </a:gridCol>
                <a:gridCol w="625231">
                  <a:extLst>
                    <a:ext uri="{9D8B030D-6E8A-4147-A177-3AD203B41FA5}">
                      <a16:colId xmlns:a16="http://schemas.microsoft.com/office/drawing/2014/main" val="20003"/>
                    </a:ext>
                  </a:extLst>
                </a:gridCol>
                <a:gridCol w="625231">
                  <a:extLst>
                    <a:ext uri="{9D8B030D-6E8A-4147-A177-3AD203B41FA5}">
                      <a16:colId xmlns:a16="http://schemas.microsoft.com/office/drawing/2014/main" val="20004"/>
                    </a:ext>
                  </a:extLst>
                </a:gridCol>
                <a:gridCol w="625231">
                  <a:extLst>
                    <a:ext uri="{9D8B030D-6E8A-4147-A177-3AD203B41FA5}">
                      <a16:colId xmlns:a16="http://schemas.microsoft.com/office/drawing/2014/main" val="20005"/>
                    </a:ext>
                  </a:extLst>
                </a:gridCol>
                <a:gridCol w="625231">
                  <a:extLst>
                    <a:ext uri="{9D8B030D-6E8A-4147-A177-3AD203B41FA5}">
                      <a16:colId xmlns:a16="http://schemas.microsoft.com/office/drawing/2014/main" val="20006"/>
                    </a:ext>
                  </a:extLst>
                </a:gridCol>
                <a:gridCol w="625231">
                  <a:extLst>
                    <a:ext uri="{9D8B030D-6E8A-4147-A177-3AD203B41FA5}">
                      <a16:colId xmlns:a16="http://schemas.microsoft.com/office/drawing/2014/main" val="20007"/>
                    </a:ext>
                  </a:extLst>
                </a:gridCol>
                <a:gridCol w="625231">
                  <a:extLst>
                    <a:ext uri="{9D8B030D-6E8A-4147-A177-3AD203B41FA5}">
                      <a16:colId xmlns:a16="http://schemas.microsoft.com/office/drawing/2014/main" val="20008"/>
                    </a:ext>
                  </a:extLst>
                </a:gridCol>
                <a:gridCol w="625231">
                  <a:extLst>
                    <a:ext uri="{9D8B030D-6E8A-4147-A177-3AD203B41FA5}">
                      <a16:colId xmlns:a16="http://schemas.microsoft.com/office/drawing/2014/main" val="20009"/>
                    </a:ext>
                  </a:extLst>
                </a:gridCol>
                <a:gridCol w="625231">
                  <a:extLst>
                    <a:ext uri="{9D8B030D-6E8A-4147-A177-3AD203B41FA5}">
                      <a16:colId xmlns:a16="http://schemas.microsoft.com/office/drawing/2014/main" val="20010"/>
                    </a:ext>
                  </a:extLst>
                </a:gridCol>
                <a:gridCol w="625231">
                  <a:extLst>
                    <a:ext uri="{9D8B030D-6E8A-4147-A177-3AD203B41FA5}">
                      <a16:colId xmlns:a16="http://schemas.microsoft.com/office/drawing/2014/main" val="20011"/>
                    </a:ext>
                  </a:extLst>
                </a:gridCol>
                <a:gridCol w="625231">
                  <a:extLst>
                    <a:ext uri="{9D8B030D-6E8A-4147-A177-3AD203B41FA5}">
                      <a16:colId xmlns:a16="http://schemas.microsoft.com/office/drawing/2014/main" val="20012"/>
                    </a:ext>
                  </a:extLst>
                </a:gridCol>
              </a:tblGrid>
              <a:tr h="370681">
                <a:tc>
                  <a:txBody>
                    <a:bodyPr/>
                    <a:lstStyle/>
                    <a:p>
                      <a:pPr algn="ctr"/>
                      <a:r>
                        <a:rPr lang="en-IN" sz="1800" b="1" dirty="0"/>
                        <a:t>A</a:t>
                      </a:r>
                    </a:p>
                  </a:txBody>
                  <a:tcPr marT="45700" marB="45700"/>
                </a:tc>
                <a:tc>
                  <a:txBody>
                    <a:bodyPr/>
                    <a:lstStyle/>
                    <a:p>
                      <a:pPr algn="ctr"/>
                      <a:r>
                        <a:rPr lang="en-IN" sz="1800" b="1" dirty="0"/>
                        <a:t>B</a:t>
                      </a:r>
                    </a:p>
                  </a:txBody>
                  <a:tcPr marT="45700" marB="45700"/>
                </a:tc>
                <a:tc>
                  <a:txBody>
                    <a:bodyPr/>
                    <a:lstStyle/>
                    <a:p>
                      <a:pPr algn="ctr"/>
                      <a:r>
                        <a:rPr lang="en-IN" sz="1800" b="1" dirty="0"/>
                        <a:t>C</a:t>
                      </a:r>
                    </a:p>
                  </a:txBody>
                  <a:tcPr marT="45700" marB="45700"/>
                </a:tc>
                <a:tc>
                  <a:txBody>
                    <a:bodyPr/>
                    <a:lstStyle/>
                    <a:p>
                      <a:pPr algn="ctr"/>
                      <a:r>
                        <a:rPr lang="en-IN" sz="1800" b="1" dirty="0"/>
                        <a:t>D</a:t>
                      </a:r>
                    </a:p>
                  </a:txBody>
                  <a:tcPr marT="45700" marB="45700"/>
                </a:tc>
                <a:tc>
                  <a:txBody>
                    <a:bodyPr/>
                    <a:lstStyle/>
                    <a:p>
                      <a:pPr algn="ctr"/>
                      <a:r>
                        <a:rPr lang="en-IN" sz="1800" b="1" dirty="0"/>
                        <a:t>E</a:t>
                      </a:r>
                    </a:p>
                  </a:txBody>
                  <a:tcPr marT="45700" marB="45700"/>
                </a:tc>
                <a:tc>
                  <a:txBody>
                    <a:bodyPr/>
                    <a:lstStyle/>
                    <a:p>
                      <a:pPr algn="ctr"/>
                      <a:r>
                        <a:rPr lang="en-IN" sz="1800" b="1" dirty="0"/>
                        <a:t>F</a:t>
                      </a:r>
                    </a:p>
                  </a:txBody>
                  <a:tcPr marT="45700" marB="45700"/>
                </a:tc>
                <a:tc>
                  <a:txBody>
                    <a:bodyPr/>
                    <a:lstStyle/>
                    <a:p>
                      <a:pPr algn="ctr"/>
                      <a:r>
                        <a:rPr lang="en-IN" sz="1800" b="1" dirty="0"/>
                        <a:t>G</a:t>
                      </a:r>
                    </a:p>
                  </a:txBody>
                  <a:tcPr marT="45700" marB="45700"/>
                </a:tc>
                <a:tc>
                  <a:txBody>
                    <a:bodyPr/>
                    <a:lstStyle/>
                    <a:p>
                      <a:pPr algn="ctr"/>
                      <a:r>
                        <a:rPr lang="en-IN" sz="1800" b="1" dirty="0"/>
                        <a:t>H</a:t>
                      </a:r>
                    </a:p>
                  </a:txBody>
                  <a:tcPr marT="45700" marB="45700"/>
                </a:tc>
                <a:tc>
                  <a:txBody>
                    <a:bodyPr/>
                    <a:lstStyle/>
                    <a:p>
                      <a:pPr algn="ctr"/>
                      <a:r>
                        <a:rPr lang="en-IN" sz="1800" b="1" dirty="0"/>
                        <a:t>I</a:t>
                      </a:r>
                    </a:p>
                  </a:txBody>
                  <a:tcPr marT="45700" marB="45700"/>
                </a:tc>
                <a:tc>
                  <a:txBody>
                    <a:bodyPr/>
                    <a:lstStyle/>
                    <a:p>
                      <a:pPr algn="ctr"/>
                      <a:r>
                        <a:rPr lang="en-IN" sz="1800" b="1" dirty="0"/>
                        <a:t>J</a:t>
                      </a:r>
                    </a:p>
                  </a:txBody>
                  <a:tcPr marT="45700" marB="45700"/>
                </a:tc>
                <a:tc>
                  <a:txBody>
                    <a:bodyPr/>
                    <a:lstStyle/>
                    <a:p>
                      <a:pPr algn="ctr"/>
                      <a:r>
                        <a:rPr lang="en-IN" sz="1800" b="1" dirty="0"/>
                        <a:t>K</a:t>
                      </a:r>
                    </a:p>
                  </a:txBody>
                  <a:tcPr marT="45700" marB="45700"/>
                </a:tc>
                <a:tc>
                  <a:txBody>
                    <a:bodyPr/>
                    <a:lstStyle/>
                    <a:p>
                      <a:pPr algn="ctr"/>
                      <a:r>
                        <a:rPr lang="en-IN" sz="1800" b="1" dirty="0"/>
                        <a:t>L</a:t>
                      </a:r>
                    </a:p>
                  </a:txBody>
                  <a:tcPr marT="45700" marB="45700"/>
                </a:tc>
                <a:tc>
                  <a:txBody>
                    <a:bodyPr/>
                    <a:lstStyle/>
                    <a:p>
                      <a:pPr algn="ctr"/>
                      <a:r>
                        <a:rPr lang="en-IN" sz="1800" b="1" dirty="0"/>
                        <a:t>M</a:t>
                      </a:r>
                    </a:p>
                  </a:txBody>
                  <a:tcPr marT="45700" marB="45700"/>
                </a:tc>
                <a:extLst>
                  <a:ext uri="{0D108BD9-81ED-4DB2-BD59-A6C34878D82A}">
                    <a16:rowId xmlns:a16="http://schemas.microsoft.com/office/drawing/2014/main" val="10000"/>
                  </a:ext>
                </a:extLst>
              </a:tr>
              <a:tr h="370681">
                <a:tc>
                  <a:txBody>
                    <a:bodyPr/>
                    <a:lstStyle/>
                    <a:p>
                      <a:pPr algn="ctr"/>
                      <a:r>
                        <a:rPr lang="en-IN" sz="1800" b="1" dirty="0"/>
                        <a:t>Z</a:t>
                      </a:r>
                    </a:p>
                  </a:txBody>
                  <a:tcPr marT="45700" marB="45700"/>
                </a:tc>
                <a:tc>
                  <a:txBody>
                    <a:bodyPr/>
                    <a:lstStyle/>
                    <a:p>
                      <a:pPr algn="ctr"/>
                      <a:r>
                        <a:rPr lang="en-IN" sz="1800" b="1" dirty="0"/>
                        <a:t>Y</a:t>
                      </a:r>
                    </a:p>
                  </a:txBody>
                  <a:tcPr marT="45700" marB="45700"/>
                </a:tc>
                <a:tc>
                  <a:txBody>
                    <a:bodyPr/>
                    <a:lstStyle/>
                    <a:p>
                      <a:pPr algn="ctr"/>
                      <a:r>
                        <a:rPr lang="en-IN" sz="1800" b="1" dirty="0"/>
                        <a:t>X</a:t>
                      </a:r>
                    </a:p>
                  </a:txBody>
                  <a:tcPr marT="45700" marB="45700"/>
                </a:tc>
                <a:tc>
                  <a:txBody>
                    <a:bodyPr/>
                    <a:lstStyle/>
                    <a:p>
                      <a:pPr algn="ctr"/>
                      <a:r>
                        <a:rPr lang="en-IN" sz="1800" b="1" dirty="0"/>
                        <a:t>W</a:t>
                      </a:r>
                    </a:p>
                  </a:txBody>
                  <a:tcPr marT="45700" marB="45700"/>
                </a:tc>
                <a:tc>
                  <a:txBody>
                    <a:bodyPr/>
                    <a:lstStyle/>
                    <a:p>
                      <a:pPr algn="ctr"/>
                      <a:r>
                        <a:rPr lang="en-IN" sz="1800" b="1" dirty="0"/>
                        <a:t>V</a:t>
                      </a:r>
                    </a:p>
                  </a:txBody>
                  <a:tcPr marT="45700" marB="45700"/>
                </a:tc>
                <a:tc>
                  <a:txBody>
                    <a:bodyPr/>
                    <a:lstStyle/>
                    <a:p>
                      <a:pPr algn="ctr"/>
                      <a:r>
                        <a:rPr lang="en-IN" sz="1800" b="1" dirty="0"/>
                        <a:t>U</a:t>
                      </a:r>
                    </a:p>
                  </a:txBody>
                  <a:tcPr marT="45700" marB="45700"/>
                </a:tc>
                <a:tc>
                  <a:txBody>
                    <a:bodyPr/>
                    <a:lstStyle/>
                    <a:p>
                      <a:pPr algn="ctr"/>
                      <a:r>
                        <a:rPr lang="en-IN" sz="1800" b="1" dirty="0"/>
                        <a:t>T</a:t>
                      </a:r>
                    </a:p>
                  </a:txBody>
                  <a:tcPr marT="45700" marB="45700"/>
                </a:tc>
                <a:tc>
                  <a:txBody>
                    <a:bodyPr/>
                    <a:lstStyle/>
                    <a:p>
                      <a:pPr algn="ctr"/>
                      <a:r>
                        <a:rPr lang="en-IN" sz="1800" b="1" dirty="0"/>
                        <a:t>S</a:t>
                      </a:r>
                    </a:p>
                  </a:txBody>
                  <a:tcPr marT="45700" marB="45700"/>
                </a:tc>
                <a:tc>
                  <a:txBody>
                    <a:bodyPr/>
                    <a:lstStyle/>
                    <a:p>
                      <a:pPr algn="ctr"/>
                      <a:r>
                        <a:rPr lang="en-IN" sz="1800" b="1" dirty="0"/>
                        <a:t>R</a:t>
                      </a:r>
                    </a:p>
                  </a:txBody>
                  <a:tcPr marT="45700" marB="45700"/>
                </a:tc>
                <a:tc>
                  <a:txBody>
                    <a:bodyPr/>
                    <a:lstStyle/>
                    <a:p>
                      <a:pPr algn="ctr"/>
                      <a:r>
                        <a:rPr lang="en-IN" sz="1800" b="1" dirty="0"/>
                        <a:t>Q</a:t>
                      </a:r>
                    </a:p>
                  </a:txBody>
                  <a:tcPr marT="45700" marB="45700"/>
                </a:tc>
                <a:tc>
                  <a:txBody>
                    <a:bodyPr/>
                    <a:lstStyle/>
                    <a:p>
                      <a:pPr algn="ctr"/>
                      <a:r>
                        <a:rPr lang="en-IN" sz="1800" b="1" dirty="0"/>
                        <a:t>P</a:t>
                      </a:r>
                    </a:p>
                  </a:txBody>
                  <a:tcPr marT="45700" marB="45700"/>
                </a:tc>
                <a:tc>
                  <a:txBody>
                    <a:bodyPr/>
                    <a:lstStyle/>
                    <a:p>
                      <a:pPr algn="ctr"/>
                      <a:r>
                        <a:rPr lang="en-IN" sz="1800" b="1" dirty="0"/>
                        <a:t>O</a:t>
                      </a:r>
                    </a:p>
                  </a:txBody>
                  <a:tcPr marT="45700" marB="45700"/>
                </a:tc>
                <a:tc>
                  <a:txBody>
                    <a:bodyPr/>
                    <a:lstStyle/>
                    <a:p>
                      <a:pPr algn="ctr"/>
                      <a:r>
                        <a:rPr lang="en-IN" sz="1800" b="1" dirty="0"/>
                        <a:t>N</a:t>
                      </a:r>
                    </a:p>
                  </a:txBody>
                  <a:tcPr marT="45700" marB="45700"/>
                </a:tc>
                <a:extLst>
                  <a:ext uri="{0D108BD9-81ED-4DB2-BD59-A6C34878D82A}">
                    <a16:rowId xmlns:a16="http://schemas.microsoft.com/office/drawing/2014/main" val="10001"/>
                  </a:ext>
                </a:extLst>
              </a:tr>
            </a:tbl>
          </a:graphicData>
        </a:graphic>
      </p:graphicFrame>
      <p:sp>
        <p:nvSpPr>
          <p:cNvPr id="16544" name="TextBox 9">
            <a:extLst>
              <a:ext uri="{FF2B5EF4-FFF2-40B4-BE49-F238E27FC236}">
                <a16:creationId xmlns:a16="http://schemas.microsoft.com/office/drawing/2014/main" id="{ED9A4BB9-47A2-4AA5-B639-6B4A7FCF7C65}"/>
              </a:ext>
            </a:extLst>
          </p:cNvPr>
          <p:cNvSpPr txBox="1">
            <a:spLocks noChangeArrowheads="1"/>
          </p:cNvSpPr>
          <p:nvPr/>
        </p:nvSpPr>
        <p:spPr bwMode="auto">
          <a:xfrm>
            <a:off x="2736850" y="1458913"/>
            <a:ext cx="61093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r>
              <a:rPr lang="en-IN" altLang="en-US" sz="1800" b="1" u="sng" dirty="0">
                <a:latin typeface="Arial" panose="020B0604020202020204" pitchFamily="34" charset="0"/>
              </a:rPr>
              <a:t>Position of alphabets from left to right and right to left</a:t>
            </a:r>
          </a:p>
        </p:txBody>
      </p:sp>
      <p:sp>
        <p:nvSpPr>
          <p:cNvPr id="16545" name="TextBox 10">
            <a:extLst>
              <a:ext uri="{FF2B5EF4-FFF2-40B4-BE49-F238E27FC236}">
                <a16:creationId xmlns:a16="http://schemas.microsoft.com/office/drawing/2014/main" id="{751D3CCF-7DBF-4700-A316-4275B64A3B9F}"/>
              </a:ext>
            </a:extLst>
          </p:cNvPr>
          <p:cNvSpPr txBox="1">
            <a:spLocks noChangeArrowheads="1"/>
          </p:cNvSpPr>
          <p:nvPr/>
        </p:nvSpPr>
        <p:spPr bwMode="auto">
          <a:xfrm>
            <a:off x="4394200" y="3397250"/>
            <a:ext cx="28777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r>
              <a:rPr lang="en-IN" altLang="en-US" sz="1800" b="1" u="sng" dirty="0">
                <a:latin typeface="Arial" panose="020B0604020202020204" pitchFamily="34" charset="0"/>
              </a:rPr>
              <a:t>Position opposite letters</a:t>
            </a:r>
          </a:p>
        </p:txBody>
      </p:sp>
      <p:sp>
        <p:nvSpPr>
          <p:cNvPr id="16546" name="TextBox 11">
            <a:extLst>
              <a:ext uri="{FF2B5EF4-FFF2-40B4-BE49-F238E27FC236}">
                <a16:creationId xmlns:a16="http://schemas.microsoft.com/office/drawing/2014/main" id="{C7403F47-FC56-4203-A172-EDD16C30A457}"/>
              </a:ext>
            </a:extLst>
          </p:cNvPr>
          <p:cNvSpPr txBox="1">
            <a:spLocks noChangeArrowheads="1"/>
          </p:cNvSpPr>
          <p:nvPr/>
        </p:nvSpPr>
        <p:spPr bwMode="auto">
          <a:xfrm>
            <a:off x="1012813" y="4879975"/>
            <a:ext cx="81819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r>
              <a:rPr lang="en-IN" altLang="en-US" sz="1800" b="1" dirty="0">
                <a:latin typeface="Arial" panose="020B0604020202020204" pitchFamily="34" charset="0"/>
              </a:rPr>
              <a:t>Ex: Find the opposite letter of H.</a:t>
            </a:r>
          </a:p>
          <a:p>
            <a:pPr>
              <a:lnSpc>
                <a:spcPct val="100000"/>
              </a:lnSpc>
              <a:spcBef>
                <a:spcPct val="0"/>
              </a:spcBef>
              <a:buFontTx/>
              <a:buNone/>
            </a:pPr>
            <a:r>
              <a:rPr lang="en-IN" altLang="en-US" sz="1800" b="1" dirty="0">
                <a:latin typeface="Arial" panose="020B0604020202020204" pitchFamily="34" charset="0"/>
              </a:rPr>
              <a:t>Sol: From the above table the opposite letter of H = S</a:t>
            </a:r>
          </a:p>
          <a:p>
            <a:pPr>
              <a:lnSpc>
                <a:spcPct val="100000"/>
              </a:lnSpc>
              <a:spcBef>
                <a:spcPct val="0"/>
              </a:spcBef>
              <a:buFontTx/>
              <a:buNone/>
            </a:pPr>
            <a:r>
              <a:rPr lang="en-IN" altLang="en-US" sz="1800" b="1" dirty="0">
                <a:latin typeface="Arial" panose="020B0604020202020204" pitchFamily="34" charset="0"/>
              </a:rPr>
              <a:t>( Or ) Position of H = 8</a:t>
            </a:r>
          </a:p>
          <a:p>
            <a:pPr>
              <a:lnSpc>
                <a:spcPct val="100000"/>
              </a:lnSpc>
              <a:spcBef>
                <a:spcPct val="0"/>
              </a:spcBef>
              <a:buFontTx/>
              <a:buNone/>
            </a:pPr>
            <a:r>
              <a:rPr lang="en-IN" altLang="en-US" sz="1800" b="1" dirty="0">
                <a:latin typeface="Arial" panose="020B0604020202020204" pitchFamily="34" charset="0"/>
              </a:rPr>
              <a:t>The opposite letter of H = 27- 8 = 19 = S</a:t>
            </a:r>
          </a:p>
        </p:txBody>
      </p:sp>
      <p:sp>
        <p:nvSpPr>
          <p:cNvPr id="2" name="Freeform: Shape 71">
            <a:extLst>
              <a:ext uri="{FF2B5EF4-FFF2-40B4-BE49-F238E27FC236}">
                <a16:creationId xmlns:a16="http://schemas.microsoft.com/office/drawing/2014/main" id="{98F169BD-B968-4D77-CF45-5D7F26D03FF8}"/>
              </a:ext>
            </a:extLst>
          </p:cNvPr>
          <p:cNvSpPr/>
          <p:nvPr/>
        </p:nvSpPr>
        <p:spPr>
          <a:xfrm>
            <a:off x="0" y="-56271"/>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Freeform: Shape 75">
            <a:extLst>
              <a:ext uri="{FF2B5EF4-FFF2-40B4-BE49-F238E27FC236}">
                <a16:creationId xmlns:a16="http://schemas.microsoft.com/office/drawing/2014/main" id="{A4F94308-C35F-0104-1A86-FCBE89FC062F}"/>
              </a:ext>
            </a:extLst>
          </p:cNvPr>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35">
            <a:extLst>
              <a:ext uri="{FF2B5EF4-FFF2-40B4-BE49-F238E27FC236}">
                <a16:creationId xmlns:a16="http://schemas.microsoft.com/office/drawing/2014/main" id="{AD9CA35D-9070-44F6-5BFA-F439517358E6}"/>
              </a:ext>
            </a:extLst>
          </p:cNvPr>
          <p:cNvPicPr>
            <a:picLocks noChangeAspect="1" noChangeArrowheads="1"/>
          </p:cNvPicPr>
          <p:nvPr/>
        </p:nvPicPr>
        <p:blipFill>
          <a:blip r:embed="rId2"/>
          <a:srcRect l="-2" r="29471"/>
          <a:stretch>
            <a:fillRect/>
          </a:stretch>
        </p:blipFill>
        <p:spPr bwMode="auto">
          <a:xfrm>
            <a:off x="10110788" y="146930"/>
            <a:ext cx="1871662" cy="795338"/>
          </a:xfrm>
          <a:prstGeom prst="rect">
            <a:avLst/>
          </a:prstGeom>
          <a:noFill/>
          <a:ln w="9525">
            <a:noFill/>
            <a:miter lim="800000"/>
            <a:headEnd/>
            <a:tailEnd/>
          </a:ln>
        </p:spPr>
      </p:pic>
      <p:sp>
        <p:nvSpPr>
          <p:cNvPr id="8" name="Freeform: Shape 71">
            <a:extLst>
              <a:ext uri="{FF2B5EF4-FFF2-40B4-BE49-F238E27FC236}">
                <a16:creationId xmlns:a16="http://schemas.microsoft.com/office/drawing/2014/main" id="{5AC1FC21-7F95-2F61-8994-5B934CB78D07}"/>
              </a:ext>
            </a:extLst>
          </p:cNvPr>
          <p:cNvSpPr/>
          <p:nvPr/>
        </p:nvSpPr>
        <p:spPr>
          <a:xfrm>
            <a:off x="0" y="-112541"/>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Freeform: Shape 75">
            <a:extLst>
              <a:ext uri="{FF2B5EF4-FFF2-40B4-BE49-F238E27FC236}">
                <a16:creationId xmlns:a16="http://schemas.microsoft.com/office/drawing/2014/main" id="{8E57D73C-4B7D-B480-A445-DCFA7FA594A3}"/>
              </a:ext>
            </a:extLst>
          </p:cNvPr>
          <p:cNvSpPr/>
          <p:nvPr/>
        </p:nvSpPr>
        <p:spPr>
          <a:xfrm>
            <a:off x="0" y="163600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extLst>
      <p:ext uri="{BB962C8B-B14F-4D97-AF65-F5344CB8AC3E}">
        <p14:creationId xmlns:p14="http://schemas.microsoft.com/office/powerpoint/2010/main" val="1724705074"/>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7A49924-5041-42F7-8F7A-72E7A10917D8}"/>
              </a:ext>
            </a:extLst>
          </p:cNvPr>
          <p:cNvSpPr>
            <a:spLocks noGrp="1"/>
          </p:cNvSpPr>
          <p:nvPr>
            <p:ph type="title"/>
          </p:nvPr>
        </p:nvSpPr>
        <p:spPr>
          <a:xfrm>
            <a:off x="1193604" y="42204"/>
            <a:ext cx="9369425" cy="1189038"/>
          </a:xfrm>
        </p:spPr>
        <p:txBody>
          <a:bodyPr/>
          <a:lstStyle/>
          <a:p>
            <a:pPr algn="ctr" eaLnBrk="1" hangingPunct="1"/>
            <a:r>
              <a:rPr lang="en-US" altLang="en-US" sz="4000" dirty="0">
                <a:solidFill>
                  <a:srgbClr val="FF0000"/>
                </a:solidFill>
                <a:latin typeface="Cambria" panose="02040503050406030204" pitchFamily="18" charset="0"/>
              </a:rPr>
              <a:t>Letter to Letter Coding</a:t>
            </a:r>
          </a:p>
        </p:txBody>
      </p:sp>
      <p:sp>
        <p:nvSpPr>
          <p:cNvPr id="6159" name="Freeform: Shape 71">
            <a:extLst>
              <a:ext uri="{FF2B5EF4-FFF2-40B4-BE49-F238E27FC236}">
                <a16:creationId xmlns:a16="http://schemas.microsoft.com/office/drawing/2014/main" id="{14B9A4A9-9043-4906-95E6-D29BF44DFB99}"/>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3CFE3FDF-7444-4861-A22D-5E56713B1067}"/>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7ED5D744-D40F-4D86-A4AA-224DABE83568}"/>
              </a:ext>
            </a:extLst>
          </p:cNvPr>
          <p:cNvSpPr>
            <a:spLocks noGrp="1" noChangeArrowheads="1"/>
          </p:cNvSpPr>
          <p:nvPr>
            <p:ph idx="1"/>
          </p:nvPr>
        </p:nvSpPr>
        <p:spPr bwMode="auto">
          <a:xfrm>
            <a:off x="1219200" y="1408113"/>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5. </a:t>
            </a:r>
            <a:r>
              <a:rPr lang="en-IN" altLang="en-US" dirty="0">
                <a:solidFill>
                  <a:schemeClr val="tx2"/>
                </a:solidFill>
                <a:latin typeface="Times New Roman" panose="02020603050405020304" pitchFamily="18" charset="0"/>
                <a:cs typeface="Times New Roman" panose="02020603050405020304" pitchFamily="18" charset="0"/>
              </a:rPr>
              <a:t>In a certain code</a:t>
            </a:r>
            <a:r>
              <a:rPr lang="en-IN" altLang="en-US" sz="2400" dirty="0">
                <a:solidFill>
                  <a:schemeClr val="tx2"/>
                </a:solidFill>
                <a:latin typeface="Times New Roman" panose="02020603050405020304" pitchFamily="18" charset="0"/>
                <a:cs typeface="Times New Roman" panose="02020603050405020304" pitchFamily="18" charset="0"/>
              </a:rPr>
              <a:t>,  RUSTICATE is written as QTTUIDBSD. How is STATISTIC </a:t>
            </a:r>
            <a:r>
              <a:rPr lang="en-IN" altLang="en-US" dirty="0">
                <a:solidFill>
                  <a:schemeClr val="tx2"/>
                </a:solidFill>
                <a:latin typeface="Times New Roman" panose="02020603050405020304" pitchFamily="18" charset="0"/>
                <a:cs typeface="Times New Roman" panose="02020603050405020304" pitchFamily="18" charset="0"/>
              </a:rPr>
              <a:t>written in that code?</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RSBUJTUHB					b. RSBUITUHB	</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c. RSBUIRSJTD					d. TUBUITUMB</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3AD9B5D2-3F19-4D83-BCC9-A42BE929CD14}"/>
              </a:ext>
            </a:extLst>
          </p:cNvPr>
          <p:cNvSpPr>
            <a:spLocks noGrp="1"/>
          </p:cNvSpPr>
          <p:nvPr>
            <p:ph type="ftr" sz="quarter" idx="11"/>
          </p:nvPr>
        </p:nvSpPr>
        <p:spPr>
          <a:xfrm>
            <a:off x="2933700" y="6438900"/>
            <a:ext cx="6324600" cy="365125"/>
          </a:xfrm>
        </p:spPr>
        <p:txBody>
          <a:bodyPr/>
          <a:lstStyle/>
          <a:p>
            <a:pPr>
              <a:defRPr/>
            </a:pPr>
            <a:r>
              <a:rPr lang="en-IN" sz="1800">
                <a:solidFill>
                  <a:srgbClr val="FF0000"/>
                </a:solidFill>
              </a:rPr>
              <a:t>Q AND R DIVISION (C.S.S. DEPARTMENT)</a:t>
            </a:r>
            <a:endParaRPr lang="en-US" sz="1800" dirty="0">
              <a:solidFill>
                <a:srgbClr val="FF0000"/>
              </a:solidFill>
            </a:endParaRPr>
          </a:p>
        </p:txBody>
      </p:sp>
      <p:pic>
        <p:nvPicPr>
          <p:cNvPr id="19463" name="Picture 2" descr="KL Deemed to be University Logo">
            <a:extLst>
              <a:ext uri="{FF2B5EF4-FFF2-40B4-BE49-F238E27FC236}">
                <a16:creationId xmlns:a16="http://schemas.microsoft.com/office/drawing/2014/main" id="{94B2BF46-92DE-4BC6-BA42-589A580070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202" y="394115"/>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3E5A462C-253E-4575-802B-3BD093083EE9}"/>
              </a:ext>
            </a:extLst>
          </p:cNvPr>
          <p:cNvSpPr>
            <a:spLocks noGrp="1"/>
          </p:cNvSpPr>
          <p:nvPr>
            <p:ph type="dt" sz="quarter" idx="10"/>
          </p:nvPr>
        </p:nvSpPr>
        <p:spPr>
          <a:xfrm>
            <a:off x="304800" y="6356350"/>
            <a:ext cx="1828800" cy="365125"/>
          </a:xfrm>
        </p:spPr>
        <p:txBody>
          <a:bodyPr/>
          <a:lstStyle/>
          <a:p>
            <a:pPr>
              <a:defRPr/>
            </a:pPr>
            <a:fld id="{2F0340AC-EFBF-4FDF-BAAD-1DE788735671}" type="datetime1">
              <a:rPr lang="en-US" smtClean="0">
                <a:solidFill>
                  <a:srgbClr val="FF0000"/>
                </a:solidFill>
              </a:rPr>
              <a:t>12/5/2022</a:t>
            </a:fld>
            <a:endParaRPr lang="en-US" dirty="0">
              <a:solidFill>
                <a:srgbClr val="FF0000"/>
              </a:solidFill>
            </a:endParaRPr>
          </a:p>
        </p:txBody>
      </p:sp>
      <p:sp>
        <p:nvSpPr>
          <p:cNvPr id="19465" name="Slide Number Placeholder 2">
            <a:extLst>
              <a:ext uri="{FF2B5EF4-FFF2-40B4-BE49-F238E27FC236}">
                <a16:creationId xmlns:a16="http://schemas.microsoft.com/office/drawing/2014/main" id="{44DF9D30-688A-4477-9747-22B695831944}"/>
              </a:ext>
            </a:extLst>
          </p:cNvPr>
          <p:cNvSpPr>
            <a:spLocks noGrp="1"/>
          </p:cNvSpPr>
          <p:nvPr>
            <p:ph type="sldNum" sz="quarter" idx="12"/>
          </p:nvPr>
        </p:nvSpPr>
        <p:spPr bwMode="auto">
          <a:xfrm>
            <a:off x="10058400"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F582D43F-2AA6-43BA-8E0F-D7AD091B0511}" type="slidenum">
              <a:rPr lang="en-US" altLang="en-US" sz="1200">
                <a:solidFill>
                  <a:srgbClr val="FF0000"/>
                </a:solidFill>
              </a:rPr>
              <a:pPr>
                <a:lnSpc>
                  <a:spcPct val="100000"/>
                </a:lnSpc>
                <a:spcBef>
                  <a:spcPct val="0"/>
                </a:spcBef>
                <a:buFontTx/>
                <a:buNone/>
              </a:pPr>
              <a:t>11</a:t>
            </a:fld>
            <a:endParaRPr lang="en-US" altLang="en-US" sz="1200" dirty="0">
              <a:solidFill>
                <a:srgbClr val="FF0000"/>
              </a:solidFill>
            </a:endParaRPr>
          </a:p>
        </p:txBody>
      </p:sp>
    </p:spTree>
    <p:extLst>
      <p:ext uri="{BB962C8B-B14F-4D97-AF65-F5344CB8AC3E}">
        <p14:creationId xmlns:p14="http://schemas.microsoft.com/office/powerpoint/2010/main" val="337604624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1EAC1C5-FC43-41BB-A6E3-FC6C720FBC0E}"/>
              </a:ext>
            </a:extLst>
          </p:cNvPr>
          <p:cNvSpPr>
            <a:spLocks noGrp="1"/>
          </p:cNvSpPr>
          <p:nvPr>
            <p:ph type="title"/>
          </p:nvPr>
        </p:nvSpPr>
        <p:spPr>
          <a:xfrm>
            <a:off x="1118015" y="67042"/>
            <a:ext cx="9369425" cy="1189038"/>
          </a:xfrm>
        </p:spPr>
        <p:txBody>
          <a:bodyPr/>
          <a:lstStyle/>
          <a:p>
            <a:pPr algn="ctr" eaLnBrk="1" hangingPunct="1"/>
            <a:r>
              <a:rPr lang="en-US" altLang="en-US" sz="4000" dirty="0">
                <a:solidFill>
                  <a:srgbClr val="FF0000"/>
                </a:solidFill>
                <a:latin typeface="Cambria" panose="02040503050406030204" pitchFamily="18" charset="0"/>
              </a:rPr>
              <a:t>Letter to Letter Coding</a:t>
            </a:r>
          </a:p>
        </p:txBody>
      </p:sp>
      <p:sp>
        <p:nvSpPr>
          <p:cNvPr id="6159" name="Freeform: Shape 71">
            <a:extLst>
              <a:ext uri="{FF2B5EF4-FFF2-40B4-BE49-F238E27FC236}">
                <a16:creationId xmlns:a16="http://schemas.microsoft.com/office/drawing/2014/main" id="{CC6507E4-6822-4BB0-9B83-B8B90D0671B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CD2C5F57-9FBE-468A-8A6C-0A5FD56CB16D}"/>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572CE6EF-23C0-4138-B85E-B0EB7CABD328}"/>
              </a:ext>
            </a:extLst>
          </p:cNvPr>
          <p:cNvSpPr>
            <a:spLocks noGrp="1" noChangeArrowheads="1"/>
          </p:cNvSpPr>
          <p:nvPr>
            <p:ph idx="1"/>
          </p:nvPr>
        </p:nvSpPr>
        <p:spPr bwMode="auto">
          <a:xfrm>
            <a:off x="1219200" y="1408113"/>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6. </a:t>
            </a:r>
            <a:r>
              <a:rPr lang="en-IN" altLang="en-US" dirty="0">
                <a:solidFill>
                  <a:schemeClr val="tx2"/>
                </a:solidFill>
                <a:latin typeface="Times New Roman" panose="02020603050405020304" pitchFamily="18" charset="0"/>
                <a:cs typeface="Times New Roman" panose="02020603050405020304" pitchFamily="18" charset="0"/>
              </a:rPr>
              <a:t>In a certain code</a:t>
            </a:r>
            <a:r>
              <a:rPr lang="en-IN" altLang="en-US" sz="2400" dirty="0">
                <a:solidFill>
                  <a:schemeClr val="tx2"/>
                </a:solidFill>
                <a:latin typeface="Times New Roman" panose="02020603050405020304" pitchFamily="18" charset="0"/>
                <a:cs typeface="Times New Roman" panose="02020603050405020304" pitchFamily="18" charset="0"/>
              </a:rPr>
              <a:t>,  TRUTH is written as SUQSTVSUGI. How is FALSE </a:t>
            </a:r>
            <a:r>
              <a:rPr lang="en-IN" altLang="en-US" dirty="0">
                <a:solidFill>
                  <a:schemeClr val="tx2"/>
                </a:solidFill>
                <a:latin typeface="Times New Roman" panose="02020603050405020304" pitchFamily="18" charset="0"/>
                <a:cs typeface="Times New Roman" panose="02020603050405020304" pitchFamily="18" charset="0"/>
              </a:rPr>
              <a:t>written in that code?</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EGZBKMRDE				b. EGZKMRTDF</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c. EGZBKMRTDF			d. FGZBKNRTDF</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D09959E6-9765-4209-95E7-6F0325C89DC4}"/>
              </a:ext>
            </a:extLst>
          </p:cNvPr>
          <p:cNvSpPr>
            <a:spLocks noGrp="1"/>
          </p:cNvSpPr>
          <p:nvPr>
            <p:ph type="ftr" sz="quarter" idx="11"/>
          </p:nvPr>
        </p:nvSpPr>
        <p:spPr>
          <a:xfrm>
            <a:off x="2933700" y="6438900"/>
            <a:ext cx="6324600" cy="365125"/>
          </a:xfrm>
        </p:spPr>
        <p:txBody>
          <a:bodyPr/>
          <a:lstStyle/>
          <a:p>
            <a:pPr>
              <a:defRPr/>
            </a:pPr>
            <a:r>
              <a:rPr lang="en-IN" sz="1800">
                <a:solidFill>
                  <a:srgbClr val="FF0000"/>
                </a:solidFill>
              </a:rPr>
              <a:t>Q AND R DIVISION (C.S.S. DEPARTMENT)</a:t>
            </a:r>
            <a:endParaRPr lang="en-US" sz="1800" dirty="0">
              <a:solidFill>
                <a:srgbClr val="FF0000"/>
              </a:solidFill>
            </a:endParaRPr>
          </a:p>
        </p:txBody>
      </p:sp>
      <p:pic>
        <p:nvPicPr>
          <p:cNvPr id="27655" name="Picture 2" descr="KL Deemed to be University Logo">
            <a:extLst>
              <a:ext uri="{FF2B5EF4-FFF2-40B4-BE49-F238E27FC236}">
                <a16:creationId xmlns:a16="http://schemas.microsoft.com/office/drawing/2014/main" id="{1E3DC616-AB18-4A98-9A14-3A71C68196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8998" y="267506"/>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36626654-040C-463E-AB72-183A02FAD119}"/>
              </a:ext>
            </a:extLst>
          </p:cNvPr>
          <p:cNvSpPr>
            <a:spLocks noGrp="1"/>
          </p:cNvSpPr>
          <p:nvPr>
            <p:ph type="dt" sz="quarter" idx="10"/>
          </p:nvPr>
        </p:nvSpPr>
        <p:spPr>
          <a:xfrm>
            <a:off x="304800" y="6391544"/>
            <a:ext cx="1828800" cy="365125"/>
          </a:xfrm>
        </p:spPr>
        <p:txBody>
          <a:bodyPr/>
          <a:lstStyle/>
          <a:p>
            <a:pPr>
              <a:defRPr/>
            </a:pPr>
            <a:fld id="{7E6AA4FD-90BF-4BA5-8B59-DC82F2E35F58}" type="datetime1">
              <a:rPr lang="en-US" smtClean="0">
                <a:solidFill>
                  <a:srgbClr val="FF0000"/>
                </a:solidFill>
              </a:rPr>
              <a:t>12/5/2022</a:t>
            </a:fld>
            <a:endParaRPr lang="en-US" dirty="0">
              <a:solidFill>
                <a:srgbClr val="FF0000"/>
              </a:solidFill>
            </a:endParaRPr>
          </a:p>
        </p:txBody>
      </p:sp>
      <p:sp>
        <p:nvSpPr>
          <p:cNvPr id="27657" name="Slide Number Placeholder 2">
            <a:extLst>
              <a:ext uri="{FF2B5EF4-FFF2-40B4-BE49-F238E27FC236}">
                <a16:creationId xmlns:a16="http://schemas.microsoft.com/office/drawing/2014/main" id="{EF7CE1FD-D00D-4D51-BF46-44AA4DB7E89F}"/>
              </a:ext>
            </a:extLst>
          </p:cNvPr>
          <p:cNvSpPr>
            <a:spLocks noGrp="1"/>
          </p:cNvSpPr>
          <p:nvPr>
            <p:ph type="sldNum" sz="quarter" idx="12"/>
          </p:nvPr>
        </p:nvSpPr>
        <p:spPr bwMode="auto">
          <a:xfrm>
            <a:off x="10058400" y="6381653"/>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787B21DC-5FC3-4FBD-809D-1B547221EC78}" type="slidenum">
              <a:rPr lang="en-US" altLang="en-US" sz="1200">
                <a:solidFill>
                  <a:srgbClr val="FF0000"/>
                </a:solidFill>
              </a:rPr>
              <a:pPr>
                <a:lnSpc>
                  <a:spcPct val="100000"/>
                </a:lnSpc>
                <a:spcBef>
                  <a:spcPct val="0"/>
                </a:spcBef>
                <a:buFontTx/>
                <a:buNone/>
              </a:pPr>
              <a:t>12</a:t>
            </a:fld>
            <a:endParaRPr lang="en-US" altLang="en-US" sz="1200" dirty="0">
              <a:solidFill>
                <a:srgbClr val="FF0000"/>
              </a:solidFill>
            </a:endParaRPr>
          </a:p>
        </p:txBody>
      </p:sp>
    </p:spTree>
    <p:extLst>
      <p:ext uri="{BB962C8B-B14F-4D97-AF65-F5344CB8AC3E}">
        <p14:creationId xmlns:p14="http://schemas.microsoft.com/office/powerpoint/2010/main" val="49399528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1BE3D0E-CCDD-4F07-8828-EE1B97618CB3}"/>
              </a:ext>
            </a:extLst>
          </p:cNvPr>
          <p:cNvSpPr>
            <a:spLocks noGrp="1"/>
          </p:cNvSpPr>
          <p:nvPr>
            <p:ph type="title"/>
          </p:nvPr>
        </p:nvSpPr>
        <p:spPr>
          <a:xfrm>
            <a:off x="1257276" y="73173"/>
            <a:ext cx="9369425" cy="1189038"/>
          </a:xfrm>
        </p:spPr>
        <p:txBody>
          <a:bodyPr/>
          <a:lstStyle/>
          <a:p>
            <a:pPr algn="ctr" eaLnBrk="1" hangingPunct="1"/>
            <a:r>
              <a:rPr lang="en-US" altLang="en-US" sz="4000" dirty="0">
                <a:solidFill>
                  <a:srgbClr val="FF0000"/>
                </a:solidFill>
                <a:latin typeface="Cambria" panose="02040503050406030204" pitchFamily="18" charset="0"/>
              </a:rPr>
              <a:t>Letter to Letter Coding</a:t>
            </a:r>
          </a:p>
        </p:txBody>
      </p:sp>
      <p:sp>
        <p:nvSpPr>
          <p:cNvPr id="6159" name="Freeform: Shape 71">
            <a:extLst>
              <a:ext uri="{FF2B5EF4-FFF2-40B4-BE49-F238E27FC236}">
                <a16:creationId xmlns:a16="http://schemas.microsoft.com/office/drawing/2014/main" id="{EBD2C582-E8D4-47FD-A885-A6A06D41431D}"/>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AAE71A98-122A-4821-B5EC-438FCC9BD80D}"/>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5D42823A-A2FA-4C15-8B1E-A021FB90955F}"/>
              </a:ext>
            </a:extLst>
          </p:cNvPr>
          <p:cNvSpPr>
            <a:spLocks noGrp="1" noChangeArrowheads="1"/>
          </p:cNvSpPr>
          <p:nvPr>
            <p:ph idx="1"/>
          </p:nvPr>
        </p:nvSpPr>
        <p:spPr bwMode="auto">
          <a:xfrm>
            <a:off x="1219200" y="1408113"/>
            <a:ext cx="10163175"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7. If </a:t>
            </a:r>
            <a:r>
              <a:rPr lang="en-IN" altLang="en-US" sz="2400" dirty="0">
                <a:solidFill>
                  <a:schemeClr val="tx2"/>
                </a:solidFill>
                <a:latin typeface="Times New Roman" panose="02020603050405020304" pitchFamily="18" charset="0"/>
                <a:cs typeface="Times New Roman" panose="02020603050405020304" pitchFamily="18" charset="0"/>
              </a:rPr>
              <a:t>SYSTEM is coded as SYSMET and NEARER as AENRER then FRACTION will be coded as:</a:t>
            </a: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CARFNOIT	     b. NOITFRAC	c. FRACNOIT	       d. CARFTION</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FDC48035-5817-4D64-8F9F-1FAE95F346EF}"/>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29703" name="Picture 2" descr="KL Deemed to be University Logo">
            <a:extLst>
              <a:ext uri="{FF2B5EF4-FFF2-40B4-BE49-F238E27FC236}">
                <a16:creationId xmlns:a16="http://schemas.microsoft.com/office/drawing/2014/main" id="{CFC117D9-2CC8-4607-A31A-B7AE51E274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4420" y="239371"/>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4394EBC7-0021-41DA-BCFE-541646D4A415}"/>
              </a:ext>
            </a:extLst>
          </p:cNvPr>
          <p:cNvSpPr>
            <a:spLocks noGrp="1"/>
          </p:cNvSpPr>
          <p:nvPr>
            <p:ph type="dt" sz="quarter" idx="10"/>
          </p:nvPr>
        </p:nvSpPr>
        <p:spPr>
          <a:xfrm>
            <a:off x="304800" y="6415088"/>
            <a:ext cx="1828800" cy="365125"/>
          </a:xfrm>
        </p:spPr>
        <p:txBody>
          <a:bodyPr/>
          <a:lstStyle/>
          <a:p>
            <a:pPr>
              <a:defRPr/>
            </a:pPr>
            <a:fld id="{7A5B3560-D6B7-4C9F-AE55-DF48AD22A76C}" type="datetime1">
              <a:rPr lang="en-US" smtClean="0">
                <a:solidFill>
                  <a:srgbClr val="FF0000"/>
                </a:solidFill>
              </a:rPr>
              <a:t>12/5/2022</a:t>
            </a:fld>
            <a:endParaRPr lang="en-US" dirty="0">
              <a:solidFill>
                <a:srgbClr val="FF0000"/>
              </a:solidFill>
            </a:endParaRPr>
          </a:p>
        </p:txBody>
      </p:sp>
      <p:sp>
        <p:nvSpPr>
          <p:cNvPr id="29705" name="Slide Number Placeholder 2">
            <a:extLst>
              <a:ext uri="{FF2B5EF4-FFF2-40B4-BE49-F238E27FC236}">
                <a16:creationId xmlns:a16="http://schemas.microsoft.com/office/drawing/2014/main" id="{408CBD4F-469B-4DF3-906F-4746AF8C73DC}"/>
              </a:ext>
            </a:extLst>
          </p:cNvPr>
          <p:cNvSpPr>
            <a:spLocks noGrp="1"/>
          </p:cNvSpPr>
          <p:nvPr>
            <p:ph type="sldNum" sz="quarter" idx="12"/>
          </p:nvPr>
        </p:nvSpPr>
        <p:spPr bwMode="auto">
          <a:xfrm>
            <a:off x="10058400" y="6415087"/>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59CAACBF-8968-49F3-B412-F121815AF063}" type="slidenum">
              <a:rPr lang="en-US" altLang="en-US" sz="1200">
                <a:solidFill>
                  <a:srgbClr val="FF0000"/>
                </a:solidFill>
              </a:rPr>
              <a:pPr>
                <a:lnSpc>
                  <a:spcPct val="100000"/>
                </a:lnSpc>
                <a:spcBef>
                  <a:spcPct val="0"/>
                </a:spcBef>
                <a:buFontTx/>
                <a:buNone/>
              </a:pPr>
              <a:t>13</a:t>
            </a:fld>
            <a:endParaRPr lang="en-US" altLang="en-US" sz="1200" dirty="0">
              <a:solidFill>
                <a:srgbClr val="FF0000"/>
              </a:solidFill>
            </a:endParaRPr>
          </a:p>
        </p:txBody>
      </p:sp>
    </p:spTree>
    <p:extLst>
      <p:ext uri="{BB962C8B-B14F-4D97-AF65-F5344CB8AC3E}">
        <p14:creationId xmlns:p14="http://schemas.microsoft.com/office/powerpoint/2010/main" val="198375412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D0F83B1-6EB8-41DA-8D25-7015C2BCD488}"/>
              </a:ext>
            </a:extLst>
          </p:cNvPr>
          <p:cNvSpPr>
            <a:spLocks noGrp="1"/>
          </p:cNvSpPr>
          <p:nvPr>
            <p:ph type="title"/>
          </p:nvPr>
        </p:nvSpPr>
        <p:spPr>
          <a:xfrm>
            <a:off x="1244621" y="14068"/>
            <a:ext cx="9369425" cy="1189038"/>
          </a:xfrm>
        </p:spPr>
        <p:txBody>
          <a:bodyPr/>
          <a:lstStyle/>
          <a:p>
            <a:pPr algn="ctr" eaLnBrk="1" hangingPunct="1"/>
            <a:r>
              <a:rPr lang="en-US" altLang="en-US" sz="4000" dirty="0">
                <a:solidFill>
                  <a:srgbClr val="FF0000"/>
                </a:solidFill>
                <a:latin typeface="Cambria" panose="02040503050406030204" pitchFamily="18" charset="0"/>
              </a:rPr>
              <a:t>Letter to Letter Coding</a:t>
            </a:r>
          </a:p>
        </p:txBody>
      </p:sp>
      <p:sp>
        <p:nvSpPr>
          <p:cNvPr id="6159" name="Freeform: Shape 71">
            <a:extLst>
              <a:ext uri="{FF2B5EF4-FFF2-40B4-BE49-F238E27FC236}">
                <a16:creationId xmlns:a16="http://schemas.microsoft.com/office/drawing/2014/main" id="{A3F547FE-F268-48B2-940E-442435DAB729}"/>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8BCEDE86-B411-42BF-9DFC-DAFF184BA078}"/>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313D79B4-AA3F-4A5F-B845-229519DD295B}"/>
              </a:ext>
            </a:extLst>
          </p:cNvPr>
          <p:cNvSpPr>
            <a:spLocks noGrp="1" noChangeArrowheads="1"/>
          </p:cNvSpPr>
          <p:nvPr>
            <p:ph idx="1"/>
          </p:nvPr>
        </p:nvSpPr>
        <p:spPr bwMode="auto">
          <a:xfrm>
            <a:off x="1219200" y="1408113"/>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8. In a certain code, CALANDER is written as CLANAEDR. How is CIRCULAR written in this code?</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ICCRLURA	         b. CRIUCLRA	    c. ICRCLUAR	            d. CRIUCALR</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E26028DF-167B-4B18-8559-77A04EB4F32F}"/>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31751" name="Picture 2" descr="KL Deemed to be University Logo">
            <a:extLst>
              <a:ext uri="{FF2B5EF4-FFF2-40B4-BE49-F238E27FC236}">
                <a16:creationId xmlns:a16="http://schemas.microsoft.com/office/drawing/2014/main" id="{128095E5-3A0D-43D1-AFD6-4C39101975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3743" y="323777"/>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532C31BF-593E-4232-8287-4D4DA92D0875}"/>
              </a:ext>
            </a:extLst>
          </p:cNvPr>
          <p:cNvSpPr>
            <a:spLocks noGrp="1"/>
          </p:cNvSpPr>
          <p:nvPr>
            <p:ph type="dt" sz="quarter" idx="10"/>
          </p:nvPr>
        </p:nvSpPr>
        <p:spPr>
          <a:xfrm>
            <a:off x="304800" y="6436018"/>
            <a:ext cx="1828800" cy="365125"/>
          </a:xfrm>
        </p:spPr>
        <p:txBody>
          <a:bodyPr/>
          <a:lstStyle/>
          <a:p>
            <a:pPr>
              <a:defRPr/>
            </a:pPr>
            <a:fld id="{D1102CD7-F194-43CA-92AC-A1D9EA545414}" type="datetime1">
              <a:rPr lang="en-US" smtClean="0">
                <a:solidFill>
                  <a:srgbClr val="FF0000"/>
                </a:solidFill>
              </a:rPr>
              <a:t>12/5/2022</a:t>
            </a:fld>
            <a:endParaRPr lang="en-US" dirty="0">
              <a:solidFill>
                <a:srgbClr val="FF0000"/>
              </a:solidFill>
            </a:endParaRPr>
          </a:p>
        </p:txBody>
      </p:sp>
      <p:sp>
        <p:nvSpPr>
          <p:cNvPr id="31753" name="Slide Number Placeholder 2">
            <a:extLst>
              <a:ext uri="{FF2B5EF4-FFF2-40B4-BE49-F238E27FC236}">
                <a16:creationId xmlns:a16="http://schemas.microsoft.com/office/drawing/2014/main" id="{58902852-1938-4DBD-BFB2-73467D2B5350}"/>
              </a:ext>
            </a:extLst>
          </p:cNvPr>
          <p:cNvSpPr>
            <a:spLocks noGrp="1"/>
          </p:cNvSpPr>
          <p:nvPr>
            <p:ph type="sldNum" sz="quarter" idx="12"/>
          </p:nvPr>
        </p:nvSpPr>
        <p:spPr bwMode="auto">
          <a:xfrm>
            <a:off x="9859963" y="6415088"/>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85C80132-1898-4126-B4C5-08CD9BD320F4}" type="slidenum">
              <a:rPr lang="en-US" altLang="en-US" sz="1200">
                <a:solidFill>
                  <a:srgbClr val="FF0000"/>
                </a:solidFill>
              </a:rPr>
              <a:pPr>
                <a:lnSpc>
                  <a:spcPct val="100000"/>
                </a:lnSpc>
                <a:spcBef>
                  <a:spcPct val="0"/>
                </a:spcBef>
                <a:buFontTx/>
                <a:buNone/>
              </a:pPr>
              <a:t>14</a:t>
            </a:fld>
            <a:endParaRPr lang="en-US" altLang="en-US" sz="1200" dirty="0">
              <a:solidFill>
                <a:srgbClr val="FF0000"/>
              </a:solidFill>
            </a:endParaRPr>
          </a:p>
        </p:txBody>
      </p:sp>
    </p:spTree>
    <p:extLst>
      <p:ext uri="{BB962C8B-B14F-4D97-AF65-F5344CB8AC3E}">
        <p14:creationId xmlns:p14="http://schemas.microsoft.com/office/powerpoint/2010/main" val="79165256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0AD26C7-A4D9-4BA7-AA05-BE0A5CB04BF3}"/>
              </a:ext>
            </a:extLst>
          </p:cNvPr>
          <p:cNvSpPr>
            <a:spLocks noGrp="1"/>
          </p:cNvSpPr>
          <p:nvPr>
            <p:ph type="title"/>
          </p:nvPr>
        </p:nvSpPr>
        <p:spPr>
          <a:xfrm>
            <a:off x="1320157" y="36293"/>
            <a:ext cx="9369425" cy="1189038"/>
          </a:xfrm>
        </p:spPr>
        <p:txBody>
          <a:bodyPr/>
          <a:lstStyle/>
          <a:p>
            <a:pPr algn="ctr" eaLnBrk="1" hangingPunct="1"/>
            <a:r>
              <a:rPr lang="en-US" altLang="en-US" sz="4000" dirty="0">
                <a:solidFill>
                  <a:srgbClr val="FF0000"/>
                </a:solidFill>
                <a:latin typeface="Cambria" panose="02040503050406030204" pitchFamily="18" charset="0"/>
              </a:rPr>
              <a:t>Letter to Letter Coding</a:t>
            </a:r>
          </a:p>
        </p:txBody>
      </p:sp>
      <p:sp>
        <p:nvSpPr>
          <p:cNvPr id="6159" name="Freeform: Shape 71">
            <a:extLst>
              <a:ext uri="{FF2B5EF4-FFF2-40B4-BE49-F238E27FC236}">
                <a16:creationId xmlns:a16="http://schemas.microsoft.com/office/drawing/2014/main" id="{6A7B3AD3-1C04-4B4F-A2BC-5C89053D1372}"/>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65C59631-BE74-4F2F-AB8E-6A77E3460E8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6CB8B159-0041-4D9E-A565-32E636FF769B}"/>
              </a:ext>
            </a:extLst>
          </p:cNvPr>
          <p:cNvSpPr>
            <a:spLocks noGrp="1" noChangeArrowheads="1"/>
          </p:cNvSpPr>
          <p:nvPr>
            <p:ph idx="1"/>
          </p:nvPr>
        </p:nvSpPr>
        <p:spPr bwMode="auto">
          <a:xfrm>
            <a:off x="1219200" y="1408113"/>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 9. </a:t>
            </a:r>
            <a:r>
              <a:rPr lang="en-IN" altLang="en-US" dirty="0">
                <a:solidFill>
                  <a:schemeClr val="tx2"/>
                </a:solidFill>
                <a:latin typeface="Times New Roman" panose="02020603050405020304" pitchFamily="18" charset="0"/>
                <a:cs typeface="Times New Roman" panose="02020603050405020304" pitchFamily="18" charset="0"/>
              </a:rPr>
              <a:t>In a certain code,  BEAT is written as YVZG. How is MILD written in that code?</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ONRW		b. NOWR		c. ONWR	d. NROW</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5E45B383-0420-4A62-A439-0224649D7819}"/>
              </a:ext>
            </a:extLst>
          </p:cNvPr>
          <p:cNvSpPr>
            <a:spLocks noGrp="1"/>
          </p:cNvSpPr>
          <p:nvPr>
            <p:ph type="ftr" sz="quarter" idx="11"/>
          </p:nvPr>
        </p:nvSpPr>
        <p:spPr>
          <a:xfrm>
            <a:off x="2958306" y="6415086"/>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46087" name="Picture 2" descr="KL Deemed to be University Logo">
            <a:extLst>
              <a:ext uri="{FF2B5EF4-FFF2-40B4-BE49-F238E27FC236}">
                <a16:creationId xmlns:a16="http://schemas.microsoft.com/office/drawing/2014/main" id="{F9EF271D-44E4-4CC7-B446-02B0413FA0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9848" y="267286"/>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EBAA72DC-1EE0-45A5-9630-4C2DD11C1F37}"/>
              </a:ext>
            </a:extLst>
          </p:cNvPr>
          <p:cNvSpPr>
            <a:spLocks noGrp="1"/>
          </p:cNvSpPr>
          <p:nvPr>
            <p:ph type="dt" sz="quarter" idx="10"/>
          </p:nvPr>
        </p:nvSpPr>
        <p:spPr>
          <a:xfrm>
            <a:off x="304800" y="6415088"/>
            <a:ext cx="1828800" cy="365125"/>
          </a:xfrm>
        </p:spPr>
        <p:txBody>
          <a:bodyPr/>
          <a:lstStyle/>
          <a:p>
            <a:pPr>
              <a:defRPr/>
            </a:pPr>
            <a:fld id="{73817025-407F-4C0F-9F0A-41F58D9D9859}" type="datetime1">
              <a:rPr lang="en-US" smtClean="0">
                <a:solidFill>
                  <a:srgbClr val="FF0000"/>
                </a:solidFill>
              </a:rPr>
              <a:t>12/5/2022</a:t>
            </a:fld>
            <a:endParaRPr lang="en-US" dirty="0">
              <a:solidFill>
                <a:srgbClr val="FF0000"/>
              </a:solidFill>
            </a:endParaRPr>
          </a:p>
        </p:txBody>
      </p:sp>
      <p:sp>
        <p:nvSpPr>
          <p:cNvPr id="46089" name="Slide Number Placeholder 2">
            <a:extLst>
              <a:ext uri="{FF2B5EF4-FFF2-40B4-BE49-F238E27FC236}">
                <a16:creationId xmlns:a16="http://schemas.microsoft.com/office/drawing/2014/main" id="{FAC3F6DD-1119-42C7-9EB2-2EE6DFD3936E}"/>
              </a:ext>
            </a:extLst>
          </p:cNvPr>
          <p:cNvSpPr>
            <a:spLocks noGrp="1"/>
          </p:cNvSpPr>
          <p:nvPr>
            <p:ph type="sldNum" sz="quarter" idx="12"/>
          </p:nvPr>
        </p:nvSpPr>
        <p:spPr bwMode="auto">
          <a:xfrm>
            <a:off x="10058400" y="6415087"/>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DA57FB2A-5055-4711-AAF0-1D282547C92F}" type="slidenum">
              <a:rPr lang="en-US" altLang="en-US" sz="1200">
                <a:solidFill>
                  <a:srgbClr val="FF0000"/>
                </a:solidFill>
              </a:rPr>
              <a:pPr>
                <a:lnSpc>
                  <a:spcPct val="100000"/>
                </a:lnSpc>
                <a:spcBef>
                  <a:spcPct val="0"/>
                </a:spcBef>
                <a:buFontTx/>
                <a:buNone/>
              </a:pPr>
              <a:t>15</a:t>
            </a:fld>
            <a:endParaRPr lang="en-US" altLang="en-US" sz="1200" dirty="0">
              <a:solidFill>
                <a:srgbClr val="FF0000"/>
              </a:solidFill>
            </a:endParaRPr>
          </a:p>
        </p:txBody>
      </p:sp>
    </p:spTree>
    <p:extLst>
      <p:ext uri="{BB962C8B-B14F-4D97-AF65-F5344CB8AC3E}">
        <p14:creationId xmlns:p14="http://schemas.microsoft.com/office/powerpoint/2010/main" val="187847128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61DF4F44-2D28-43AA-B0D5-10D275549B4D}"/>
              </a:ext>
            </a:extLst>
          </p:cNvPr>
          <p:cNvSpPr>
            <a:spLocks noGrp="1"/>
          </p:cNvSpPr>
          <p:nvPr>
            <p:ph type="title"/>
          </p:nvPr>
        </p:nvSpPr>
        <p:spPr>
          <a:xfrm>
            <a:off x="1116596" y="42204"/>
            <a:ext cx="9369425" cy="1189038"/>
          </a:xfrm>
        </p:spPr>
        <p:txBody>
          <a:bodyPr/>
          <a:lstStyle/>
          <a:p>
            <a:pPr algn="ctr" eaLnBrk="1" hangingPunct="1"/>
            <a:r>
              <a:rPr lang="en-US" altLang="en-US" sz="4000" dirty="0">
                <a:solidFill>
                  <a:srgbClr val="FF0000"/>
                </a:solidFill>
                <a:latin typeface="Cambria" panose="02040503050406030204" pitchFamily="18" charset="0"/>
              </a:rPr>
              <a:t> Letter to Letter Coding</a:t>
            </a:r>
          </a:p>
        </p:txBody>
      </p:sp>
      <p:sp>
        <p:nvSpPr>
          <p:cNvPr id="6159" name="Freeform: Shape 71">
            <a:extLst>
              <a:ext uri="{FF2B5EF4-FFF2-40B4-BE49-F238E27FC236}">
                <a16:creationId xmlns:a16="http://schemas.microsoft.com/office/drawing/2014/main" id="{834B7777-D293-4934-94DC-492BA0BB08B8}"/>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649E8A02-5A96-44B9-B27F-8CEE83006390}"/>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030908F0-9365-4798-AF89-B18598BF601B}"/>
              </a:ext>
            </a:extLst>
          </p:cNvPr>
          <p:cNvSpPr>
            <a:spLocks noGrp="1" noChangeArrowheads="1"/>
          </p:cNvSpPr>
          <p:nvPr>
            <p:ph idx="1"/>
          </p:nvPr>
        </p:nvSpPr>
        <p:spPr bwMode="auto">
          <a:xfrm>
            <a:off x="1219200" y="1408113"/>
            <a:ext cx="10177670"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 10. </a:t>
            </a:r>
            <a:r>
              <a:rPr lang="en-IN" altLang="en-US" dirty="0">
                <a:solidFill>
                  <a:schemeClr val="tx2"/>
                </a:solidFill>
                <a:latin typeface="Times New Roman" panose="02020603050405020304" pitchFamily="18" charset="0"/>
                <a:cs typeface="Times New Roman" panose="02020603050405020304" pitchFamily="18" charset="0"/>
              </a:rPr>
              <a:t>In a certain code,  PARENT  is written as  BDFGJK and CHILDREN is written as  MOXQUFGJ. How is  REPRIENT written in that code?</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None/>
            </a:pPr>
            <a:r>
              <a:rPr lang="en-IN" altLang="en-US" dirty="0">
                <a:solidFill>
                  <a:schemeClr val="tx2"/>
                </a:solidFill>
                <a:latin typeface="Times New Roman" panose="02020603050405020304" pitchFamily="18" charset="0"/>
                <a:cs typeface="Times New Roman" panose="02020603050405020304" pitchFamily="18" charset="0"/>
              </a:rPr>
              <a:t>	 a FGBFXGJK 		b. FGBUGXJK	           c. FGBFJXGD	d. BGBFGXJK</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E629AD43-FE2A-44F1-BE25-7C179427B9D5}"/>
              </a:ext>
            </a:extLst>
          </p:cNvPr>
          <p:cNvSpPr>
            <a:spLocks noGrp="1"/>
          </p:cNvSpPr>
          <p:nvPr>
            <p:ph type="ftr" sz="quarter" idx="11"/>
          </p:nvPr>
        </p:nvSpPr>
        <p:spPr>
          <a:xfrm>
            <a:off x="2525737" y="6369751"/>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48135" name="Picture 2" descr="KL Deemed to be University Logo">
            <a:extLst>
              <a:ext uri="{FF2B5EF4-FFF2-40B4-BE49-F238E27FC236}">
                <a16:creationId xmlns:a16="http://schemas.microsoft.com/office/drawing/2014/main" id="{0D054E85-B1DA-4BC9-AE0E-EFEC62980E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5269" y="211236"/>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CE2A39D3-6C6A-4CBE-B1F2-C6A98AD47AE0}"/>
              </a:ext>
            </a:extLst>
          </p:cNvPr>
          <p:cNvSpPr>
            <a:spLocks noGrp="1"/>
          </p:cNvSpPr>
          <p:nvPr>
            <p:ph type="dt" sz="quarter" idx="10"/>
          </p:nvPr>
        </p:nvSpPr>
        <p:spPr>
          <a:xfrm>
            <a:off x="304800" y="6351588"/>
            <a:ext cx="1828800" cy="365125"/>
          </a:xfrm>
        </p:spPr>
        <p:txBody>
          <a:bodyPr/>
          <a:lstStyle/>
          <a:p>
            <a:pPr>
              <a:defRPr/>
            </a:pPr>
            <a:fld id="{7AB81A32-16C5-42B4-8A82-2BC2416DCB98}" type="datetime1">
              <a:rPr lang="en-US" smtClean="0">
                <a:solidFill>
                  <a:srgbClr val="FF0000"/>
                </a:solidFill>
              </a:rPr>
              <a:t>12/5/2022</a:t>
            </a:fld>
            <a:endParaRPr lang="en-US" dirty="0">
              <a:solidFill>
                <a:srgbClr val="FF0000"/>
              </a:solidFill>
            </a:endParaRPr>
          </a:p>
        </p:txBody>
      </p:sp>
      <p:sp>
        <p:nvSpPr>
          <p:cNvPr id="48137" name="Slide Number Placeholder 2">
            <a:extLst>
              <a:ext uri="{FF2B5EF4-FFF2-40B4-BE49-F238E27FC236}">
                <a16:creationId xmlns:a16="http://schemas.microsoft.com/office/drawing/2014/main" id="{B9933C00-4E7B-46F9-891E-D4B89441B695}"/>
              </a:ext>
            </a:extLst>
          </p:cNvPr>
          <p:cNvSpPr>
            <a:spLocks noGrp="1"/>
          </p:cNvSpPr>
          <p:nvPr>
            <p:ph type="sldNum" sz="quarter" idx="12"/>
          </p:nvPr>
        </p:nvSpPr>
        <p:spPr bwMode="auto">
          <a:xfrm>
            <a:off x="10058400" y="6379309"/>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7E2166F5-41D3-408A-9114-011E9CA38146}" type="slidenum">
              <a:rPr lang="en-US" altLang="en-US" sz="1200">
                <a:solidFill>
                  <a:srgbClr val="FF0000"/>
                </a:solidFill>
              </a:rPr>
              <a:pPr>
                <a:lnSpc>
                  <a:spcPct val="100000"/>
                </a:lnSpc>
                <a:spcBef>
                  <a:spcPct val="0"/>
                </a:spcBef>
                <a:buFontTx/>
                <a:buNone/>
              </a:pPr>
              <a:t>16</a:t>
            </a:fld>
            <a:endParaRPr lang="en-US" altLang="en-US" sz="1200" dirty="0">
              <a:solidFill>
                <a:srgbClr val="FF0000"/>
              </a:solidFill>
            </a:endParaRPr>
          </a:p>
        </p:txBody>
      </p:sp>
    </p:spTree>
    <p:extLst>
      <p:ext uri="{BB962C8B-B14F-4D97-AF65-F5344CB8AC3E}">
        <p14:creationId xmlns:p14="http://schemas.microsoft.com/office/powerpoint/2010/main" val="170857229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7A66EAE5-EE09-424F-BCC7-2225011DB405}"/>
              </a:ext>
            </a:extLst>
          </p:cNvPr>
          <p:cNvSpPr>
            <a:spLocks noGrp="1"/>
          </p:cNvSpPr>
          <p:nvPr>
            <p:ph type="title"/>
          </p:nvPr>
        </p:nvSpPr>
        <p:spPr>
          <a:xfrm>
            <a:off x="1188352" y="56272"/>
            <a:ext cx="9369425" cy="1189038"/>
          </a:xfrm>
        </p:spPr>
        <p:txBody>
          <a:bodyPr/>
          <a:lstStyle/>
          <a:p>
            <a:pPr algn="ctr" eaLnBrk="1" hangingPunct="1"/>
            <a:r>
              <a:rPr lang="en-US" altLang="en-US" sz="4000" dirty="0">
                <a:solidFill>
                  <a:srgbClr val="FF0000"/>
                </a:solidFill>
                <a:latin typeface="Cambria" panose="02040503050406030204" pitchFamily="18" charset="0"/>
              </a:rPr>
              <a:t>  Letter to Letter Coding</a:t>
            </a:r>
          </a:p>
        </p:txBody>
      </p:sp>
      <p:sp>
        <p:nvSpPr>
          <p:cNvPr id="6159" name="Freeform: Shape 71">
            <a:extLst>
              <a:ext uri="{FF2B5EF4-FFF2-40B4-BE49-F238E27FC236}">
                <a16:creationId xmlns:a16="http://schemas.microsoft.com/office/drawing/2014/main" id="{DDA368F9-8D75-4384-863A-8C0EA8154CFF}"/>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FB641990-3B1B-487F-BAEF-D496464DAC63}"/>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C352BA07-7BEF-49E0-AB2C-FF0FB79A3F44}"/>
              </a:ext>
            </a:extLst>
          </p:cNvPr>
          <p:cNvSpPr>
            <a:spLocks noGrp="1" noChangeArrowheads="1"/>
          </p:cNvSpPr>
          <p:nvPr>
            <p:ph idx="1"/>
          </p:nvPr>
        </p:nvSpPr>
        <p:spPr bwMode="auto">
          <a:xfrm>
            <a:off x="1219200" y="1408113"/>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11. </a:t>
            </a:r>
            <a:r>
              <a:rPr lang="en-IN" altLang="en-US" dirty="0">
                <a:solidFill>
                  <a:schemeClr val="tx2"/>
                </a:solidFill>
                <a:latin typeface="Times New Roman" panose="02020603050405020304" pitchFamily="18" charset="0"/>
                <a:cs typeface="Times New Roman" panose="02020603050405020304" pitchFamily="18" charset="0"/>
              </a:rPr>
              <a:t>In a certain code,   TUTORIAL  is written as  DODNGLCF  and  DANCE  is written as  YCJMZ.  How is  EDUCATION written in that code?</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ZYMODCLNJ 			b. ZYOMCDLNJ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c. ZYOMDCLNJ				d. ZYOTNLCMD</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CBDE09A7-78CC-46AE-96AF-EC43391ABD2B}"/>
              </a:ext>
            </a:extLst>
          </p:cNvPr>
          <p:cNvSpPr>
            <a:spLocks noGrp="1"/>
          </p:cNvSpPr>
          <p:nvPr>
            <p:ph type="ftr" sz="quarter" idx="11"/>
          </p:nvPr>
        </p:nvSpPr>
        <p:spPr>
          <a:xfrm>
            <a:off x="2958306" y="6356349"/>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50183" name="Picture 2" descr="KL Deemed to be University Logo">
            <a:extLst>
              <a:ext uri="{FF2B5EF4-FFF2-40B4-BE49-F238E27FC236}">
                <a16:creationId xmlns:a16="http://schemas.microsoft.com/office/drawing/2014/main" id="{E9F7F4FE-B23A-4B78-AF1A-A92670E423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3743" y="211239"/>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18451927-0081-427D-8CC6-ACC1933DC534}"/>
              </a:ext>
            </a:extLst>
          </p:cNvPr>
          <p:cNvSpPr>
            <a:spLocks noGrp="1"/>
          </p:cNvSpPr>
          <p:nvPr>
            <p:ph type="dt" sz="quarter" idx="10"/>
          </p:nvPr>
        </p:nvSpPr>
        <p:spPr>
          <a:xfrm>
            <a:off x="304800" y="6356350"/>
            <a:ext cx="1828800" cy="365125"/>
          </a:xfrm>
        </p:spPr>
        <p:txBody>
          <a:bodyPr/>
          <a:lstStyle/>
          <a:p>
            <a:pPr>
              <a:defRPr/>
            </a:pPr>
            <a:fld id="{2910377F-D389-4427-92E5-36D2D29B9590}" type="datetime1">
              <a:rPr lang="en-US" smtClean="0">
                <a:solidFill>
                  <a:srgbClr val="FF0000"/>
                </a:solidFill>
              </a:rPr>
              <a:t>12/5/2022</a:t>
            </a:fld>
            <a:endParaRPr lang="en-US" dirty="0">
              <a:solidFill>
                <a:srgbClr val="FF0000"/>
              </a:solidFill>
            </a:endParaRPr>
          </a:p>
        </p:txBody>
      </p:sp>
      <p:sp>
        <p:nvSpPr>
          <p:cNvPr id="50185" name="Slide Number Placeholder 2">
            <a:extLst>
              <a:ext uri="{FF2B5EF4-FFF2-40B4-BE49-F238E27FC236}">
                <a16:creationId xmlns:a16="http://schemas.microsoft.com/office/drawing/2014/main" id="{3D49A7E2-EC07-4625-833F-853B85C7107B}"/>
              </a:ext>
            </a:extLst>
          </p:cNvPr>
          <p:cNvSpPr>
            <a:spLocks noGrp="1"/>
          </p:cNvSpPr>
          <p:nvPr>
            <p:ph type="sldNum" sz="quarter" idx="12"/>
          </p:nvPr>
        </p:nvSpPr>
        <p:spPr bwMode="auto">
          <a:xfrm>
            <a:off x="10058400"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9360634D-76F8-4B68-9103-96976EC4E0AD}" type="slidenum">
              <a:rPr lang="en-US" altLang="en-US" sz="1200">
                <a:solidFill>
                  <a:srgbClr val="FF0000"/>
                </a:solidFill>
              </a:rPr>
              <a:pPr>
                <a:lnSpc>
                  <a:spcPct val="100000"/>
                </a:lnSpc>
                <a:spcBef>
                  <a:spcPct val="0"/>
                </a:spcBef>
                <a:buFontTx/>
                <a:buNone/>
              </a:pPr>
              <a:t>17</a:t>
            </a:fld>
            <a:endParaRPr lang="en-US" altLang="en-US" sz="1200" dirty="0">
              <a:solidFill>
                <a:srgbClr val="FF0000"/>
              </a:solidFill>
            </a:endParaRPr>
          </a:p>
        </p:txBody>
      </p:sp>
    </p:spTree>
    <p:extLst>
      <p:ext uri="{BB962C8B-B14F-4D97-AF65-F5344CB8AC3E}">
        <p14:creationId xmlns:p14="http://schemas.microsoft.com/office/powerpoint/2010/main" val="102799177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7F05323-2D03-410F-BF98-7EF83C2C8532}"/>
              </a:ext>
            </a:extLst>
          </p:cNvPr>
          <p:cNvSpPr>
            <a:spLocks noGrp="1"/>
          </p:cNvSpPr>
          <p:nvPr>
            <p:ph type="title"/>
          </p:nvPr>
        </p:nvSpPr>
        <p:spPr>
          <a:xfrm>
            <a:off x="1089880" y="42204"/>
            <a:ext cx="9369425" cy="1189038"/>
          </a:xfrm>
        </p:spPr>
        <p:txBody>
          <a:bodyPr/>
          <a:lstStyle/>
          <a:p>
            <a:pPr algn="ctr" eaLnBrk="1" hangingPunct="1"/>
            <a:r>
              <a:rPr lang="en-US" altLang="en-US" sz="4000" dirty="0">
                <a:solidFill>
                  <a:srgbClr val="FF0000"/>
                </a:solidFill>
                <a:latin typeface="Cambria" panose="02040503050406030204" pitchFamily="18" charset="0"/>
              </a:rPr>
              <a:t> Letter to  Digit  Coding</a:t>
            </a:r>
          </a:p>
        </p:txBody>
      </p:sp>
      <p:sp>
        <p:nvSpPr>
          <p:cNvPr id="6159" name="Freeform: Shape 71">
            <a:extLst>
              <a:ext uri="{FF2B5EF4-FFF2-40B4-BE49-F238E27FC236}">
                <a16:creationId xmlns:a16="http://schemas.microsoft.com/office/drawing/2014/main" id="{6547A088-8C5B-462C-9C38-7192A93B8D69}"/>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827CF037-AB87-4E66-8A53-D44D527EBCEF}"/>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138F6BCF-A4CB-44B8-A5E4-7BEA45402E9C}"/>
              </a:ext>
            </a:extLst>
          </p:cNvPr>
          <p:cNvSpPr>
            <a:spLocks noGrp="1" noChangeArrowheads="1"/>
          </p:cNvSpPr>
          <p:nvPr>
            <p:ph idx="1"/>
          </p:nvPr>
        </p:nvSpPr>
        <p:spPr bwMode="auto">
          <a:xfrm>
            <a:off x="1219200" y="1408113"/>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12. If MEKLF is coded 91782 and LLLJK AS 88867, then how will IJHED be coded?</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97854			b.  64521	       c. 56410		d. 75632</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C368182A-B996-4F14-834B-B3AE1B4AF3F8}"/>
              </a:ext>
            </a:extLst>
          </p:cNvPr>
          <p:cNvSpPr>
            <a:spLocks noGrp="1"/>
          </p:cNvSpPr>
          <p:nvPr>
            <p:ph type="ftr" sz="quarter" idx="11"/>
          </p:nvPr>
        </p:nvSpPr>
        <p:spPr>
          <a:xfrm>
            <a:off x="2933700" y="6396696"/>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54279" name="Picture 2" descr="KL Deemed to be University Logo">
            <a:extLst>
              <a:ext uri="{FF2B5EF4-FFF2-40B4-BE49-F238E27FC236}">
                <a16:creationId xmlns:a16="http://schemas.microsoft.com/office/drawing/2014/main" id="{DF76A272-7CC8-4B67-951A-63961B8AB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6457" y="393895"/>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831610E5-7327-4514-B727-9728A9C245DB}"/>
              </a:ext>
            </a:extLst>
          </p:cNvPr>
          <p:cNvSpPr>
            <a:spLocks noGrp="1"/>
          </p:cNvSpPr>
          <p:nvPr>
            <p:ph type="dt" sz="quarter" idx="10"/>
          </p:nvPr>
        </p:nvSpPr>
        <p:spPr>
          <a:xfrm>
            <a:off x="304800" y="6356350"/>
            <a:ext cx="1828800" cy="365125"/>
          </a:xfrm>
        </p:spPr>
        <p:txBody>
          <a:bodyPr/>
          <a:lstStyle/>
          <a:p>
            <a:pPr>
              <a:defRPr/>
            </a:pPr>
            <a:fld id="{F5530F03-FB5B-4DBD-8871-F320AA6F48F2}" type="datetime1">
              <a:rPr lang="en-US" smtClean="0">
                <a:solidFill>
                  <a:srgbClr val="FF0000"/>
                </a:solidFill>
              </a:rPr>
              <a:t>12/5/2022</a:t>
            </a:fld>
            <a:endParaRPr lang="en-US" dirty="0">
              <a:solidFill>
                <a:srgbClr val="FF0000"/>
              </a:solidFill>
            </a:endParaRPr>
          </a:p>
        </p:txBody>
      </p:sp>
      <p:sp>
        <p:nvSpPr>
          <p:cNvPr id="54281" name="Slide Number Placeholder 2">
            <a:extLst>
              <a:ext uri="{FF2B5EF4-FFF2-40B4-BE49-F238E27FC236}">
                <a16:creationId xmlns:a16="http://schemas.microsoft.com/office/drawing/2014/main" id="{BD4158AA-2440-4609-BD82-2B7C14C26102}"/>
              </a:ext>
            </a:extLst>
          </p:cNvPr>
          <p:cNvSpPr>
            <a:spLocks noGrp="1"/>
          </p:cNvSpPr>
          <p:nvPr>
            <p:ph type="sldNum" sz="quarter" idx="12"/>
          </p:nvPr>
        </p:nvSpPr>
        <p:spPr bwMode="auto">
          <a:xfrm>
            <a:off x="10072639" y="6384486"/>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CCD9EA28-BC54-4529-B611-42E7BF2A95A3}" type="slidenum">
              <a:rPr lang="en-US" altLang="en-US" sz="1200">
                <a:solidFill>
                  <a:srgbClr val="FF0000"/>
                </a:solidFill>
              </a:rPr>
              <a:pPr>
                <a:lnSpc>
                  <a:spcPct val="100000"/>
                </a:lnSpc>
                <a:spcBef>
                  <a:spcPct val="0"/>
                </a:spcBef>
                <a:buFontTx/>
                <a:buNone/>
              </a:pPr>
              <a:t>18</a:t>
            </a:fld>
            <a:endParaRPr lang="en-US" altLang="en-US" sz="1200" dirty="0">
              <a:solidFill>
                <a:srgbClr val="FF0000"/>
              </a:solidFill>
            </a:endParaRPr>
          </a:p>
        </p:txBody>
      </p:sp>
    </p:spTree>
    <p:extLst>
      <p:ext uri="{BB962C8B-B14F-4D97-AF65-F5344CB8AC3E}">
        <p14:creationId xmlns:p14="http://schemas.microsoft.com/office/powerpoint/2010/main" val="232520683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278AA54-EB06-457C-8739-228B73CD5D17}"/>
              </a:ext>
            </a:extLst>
          </p:cNvPr>
          <p:cNvSpPr>
            <a:spLocks noGrp="1"/>
          </p:cNvSpPr>
          <p:nvPr>
            <p:ph type="title"/>
          </p:nvPr>
        </p:nvSpPr>
        <p:spPr>
          <a:xfrm>
            <a:off x="1257276" y="42204"/>
            <a:ext cx="9369425" cy="1189038"/>
          </a:xfrm>
        </p:spPr>
        <p:txBody>
          <a:bodyPr/>
          <a:lstStyle/>
          <a:p>
            <a:pPr algn="ctr" eaLnBrk="1" hangingPunct="1"/>
            <a:r>
              <a:rPr lang="en-US" altLang="en-US" sz="4000" dirty="0">
                <a:solidFill>
                  <a:srgbClr val="FF0000"/>
                </a:solidFill>
                <a:latin typeface="Cambria" panose="02040503050406030204" pitchFamily="18" charset="0"/>
              </a:rPr>
              <a:t> Letter to Digit  Coding</a:t>
            </a:r>
          </a:p>
        </p:txBody>
      </p:sp>
      <p:sp>
        <p:nvSpPr>
          <p:cNvPr id="6159" name="Freeform: Shape 71">
            <a:extLst>
              <a:ext uri="{FF2B5EF4-FFF2-40B4-BE49-F238E27FC236}">
                <a16:creationId xmlns:a16="http://schemas.microsoft.com/office/drawing/2014/main" id="{4E5C4D53-CEAC-4C1C-93BA-59409A08A33F}"/>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6C261C23-FACA-48DB-A439-C41E873CE70F}"/>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0A503718-655E-41BF-B416-5A363D41E4D1}"/>
              </a:ext>
            </a:extLst>
          </p:cNvPr>
          <p:cNvSpPr>
            <a:spLocks noGrp="1" noChangeArrowheads="1"/>
          </p:cNvSpPr>
          <p:nvPr>
            <p:ph idx="1"/>
          </p:nvPr>
        </p:nvSpPr>
        <p:spPr bwMode="auto">
          <a:xfrm>
            <a:off x="1219200" y="1408113"/>
            <a:ext cx="10071652" cy="4810125"/>
          </a:xfrm>
        </p:spPr>
        <p:txBody>
          <a:bodyPr wrap="square" numCol="1" anchor="t" anchorCtr="0" compatLnSpc="1">
            <a:prstTxWarp prst="textNoShape">
              <a:avLst/>
            </a:prstTxWarp>
          </a:bodyPr>
          <a:lstStyle/>
          <a:p>
            <a:pPr marL="0" indent="0">
              <a:spcBef>
                <a:spcPts val="600"/>
              </a:spcBef>
              <a:buNone/>
            </a:pPr>
            <a:r>
              <a:rPr lang="en-IN" altLang="en-US" dirty="0">
                <a:solidFill>
                  <a:schemeClr val="tx2"/>
                </a:solidFill>
                <a:latin typeface="Times New Roman" panose="02020603050405020304" pitchFamily="18" charset="0"/>
                <a:cs typeface="Times New Roman" panose="02020603050405020304" pitchFamily="18" charset="0"/>
              </a:rPr>
              <a:t> 13. In a certain code, NEWYORK is written as 111, how is NEWJERSEY written in that code?</a:t>
            </a:r>
          </a:p>
          <a:p>
            <a:pPr marL="0" indent="0">
              <a:spcBef>
                <a:spcPts val="600"/>
              </a:spcBef>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None/>
            </a:pPr>
            <a:r>
              <a:rPr lang="en-IN" altLang="en-US" dirty="0">
                <a:solidFill>
                  <a:schemeClr val="tx2"/>
                </a:solidFill>
                <a:latin typeface="Times New Roman" panose="02020603050405020304" pitchFamily="18" charset="0"/>
                <a:cs typeface="Times New Roman" panose="02020603050405020304" pitchFamily="18" charset="0"/>
              </a:rPr>
              <a:t>	a. 116			b.  124			c. 114			d. 150</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E6104A69-0566-404D-9B6A-4B3814870B5C}"/>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55303" name="Picture 2" descr="KL Deemed to be University Logo">
            <a:extLst>
              <a:ext uri="{FF2B5EF4-FFF2-40B4-BE49-F238E27FC236}">
                <a16:creationId xmlns:a16="http://schemas.microsoft.com/office/drawing/2014/main" id="{2AE13064-3E94-494C-A459-D5AD421B1F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4930" y="408184"/>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00F034C8-4C3C-46C3-9CF8-759C091CDD32}"/>
              </a:ext>
            </a:extLst>
          </p:cNvPr>
          <p:cNvSpPr>
            <a:spLocks noGrp="1"/>
          </p:cNvSpPr>
          <p:nvPr>
            <p:ph type="dt" sz="quarter" idx="10"/>
          </p:nvPr>
        </p:nvSpPr>
        <p:spPr>
          <a:xfrm>
            <a:off x="317109" y="6356350"/>
            <a:ext cx="1828800" cy="365125"/>
          </a:xfrm>
        </p:spPr>
        <p:txBody>
          <a:bodyPr/>
          <a:lstStyle/>
          <a:p>
            <a:pPr>
              <a:defRPr/>
            </a:pPr>
            <a:fld id="{B70CD74C-7986-4EE4-A251-383EDB6EF762}" type="datetime1">
              <a:rPr lang="en-US" smtClean="0">
                <a:solidFill>
                  <a:srgbClr val="FF0000"/>
                </a:solidFill>
              </a:rPr>
              <a:t>12/5/2022</a:t>
            </a:fld>
            <a:endParaRPr lang="en-US" dirty="0">
              <a:solidFill>
                <a:srgbClr val="FF0000"/>
              </a:solidFill>
            </a:endParaRPr>
          </a:p>
        </p:txBody>
      </p:sp>
      <p:sp>
        <p:nvSpPr>
          <p:cNvPr id="55305" name="Slide Number Placeholder 2">
            <a:extLst>
              <a:ext uri="{FF2B5EF4-FFF2-40B4-BE49-F238E27FC236}">
                <a16:creationId xmlns:a16="http://schemas.microsoft.com/office/drawing/2014/main" id="{CB7CBA6C-C896-4EA9-A0A6-CBB537419099}"/>
              </a:ext>
            </a:extLst>
          </p:cNvPr>
          <p:cNvSpPr>
            <a:spLocks noGrp="1"/>
          </p:cNvSpPr>
          <p:nvPr>
            <p:ph type="sldNum" sz="quarter" idx="12"/>
          </p:nvPr>
        </p:nvSpPr>
        <p:spPr bwMode="auto">
          <a:xfrm>
            <a:off x="9988232" y="6398554"/>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F6F480FE-F5C9-4F61-AAA8-1DCAA7B39019}" type="slidenum">
              <a:rPr lang="en-US" altLang="en-US" sz="1200">
                <a:solidFill>
                  <a:srgbClr val="FF0000"/>
                </a:solidFill>
              </a:rPr>
              <a:pPr>
                <a:lnSpc>
                  <a:spcPct val="100000"/>
                </a:lnSpc>
                <a:spcBef>
                  <a:spcPct val="0"/>
                </a:spcBef>
                <a:buFontTx/>
                <a:buNone/>
              </a:pPr>
              <a:t>19</a:t>
            </a:fld>
            <a:endParaRPr lang="en-US" altLang="en-US" sz="1200" dirty="0">
              <a:solidFill>
                <a:srgbClr val="FF0000"/>
              </a:solidFill>
            </a:endParaRPr>
          </a:p>
        </p:txBody>
      </p:sp>
    </p:spTree>
    <p:extLst>
      <p:ext uri="{BB962C8B-B14F-4D97-AF65-F5344CB8AC3E}">
        <p14:creationId xmlns:p14="http://schemas.microsoft.com/office/powerpoint/2010/main" val="156008536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278AA54-EB06-457C-8739-228B73CD5D17}"/>
              </a:ext>
            </a:extLst>
          </p:cNvPr>
          <p:cNvSpPr>
            <a:spLocks noGrp="1"/>
          </p:cNvSpPr>
          <p:nvPr>
            <p:ph type="title"/>
          </p:nvPr>
        </p:nvSpPr>
        <p:spPr>
          <a:xfrm>
            <a:off x="1038811" y="50361"/>
            <a:ext cx="9369425" cy="1189038"/>
          </a:xfrm>
        </p:spPr>
        <p:txBody>
          <a:bodyPr/>
          <a:lstStyle/>
          <a:p>
            <a:pPr algn="ctr" eaLnBrk="1" hangingPunct="1"/>
            <a:r>
              <a:rPr lang="en-US" altLang="en-US" sz="4000" dirty="0">
                <a:solidFill>
                  <a:srgbClr val="FF0000"/>
                </a:solidFill>
                <a:latin typeface="Cambria" panose="02040503050406030204" pitchFamily="18" charset="0"/>
              </a:rPr>
              <a:t> Letter to Digit  Coding</a:t>
            </a:r>
          </a:p>
        </p:txBody>
      </p:sp>
      <p:sp>
        <p:nvSpPr>
          <p:cNvPr id="6159" name="Freeform: Shape 71">
            <a:extLst>
              <a:ext uri="{FF2B5EF4-FFF2-40B4-BE49-F238E27FC236}">
                <a16:creationId xmlns:a16="http://schemas.microsoft.com/office/drawing/2014/main" id="{4E5C4D53-CEAC-4C1C-93BA-59409A08A33F}"/>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6C261C23-FACA-48DB-A439-C41E873CE70F}"/>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0A503718-655E-41BF-B416-5A363D41E4D1}"/>
              </a:ext>
            </a:extLst>
          </p:cNvPr>
          <p:cNvSpPr>
            <a:spLocks noGrp="1" noChangeArrowheads="1"/>
          </p:cNvSpPr>
          <p:nvPr>
            <p:ph idx="1"/>
          </p:nvPr>
        </p:nvSpPr>
        <p:spPr bwMode="auto">
          <a:xfrm>
            <a:off x="1219200" y="1408113"/>
            <a:ext cx="10071652" cy="4810125"/>
          </a:xfrm>
        </p:spPr>
        <p:txBody>
          <a:bodyPr wrap="square" numCol="1" anchor="t" anchorCtr="0" compatLnSpc="1">
            <a:prstTxWarp prst="textNoShape">
              <a:avLst/>
            </a:prstTxWarp>
          </a:bodyPr>
          <a:lstStyle/>
          <a:p>
            <a:pPr marL="0" indent="0">
              <a:spcBef>
                <a:spcPts val="600"/>
              </a:spcBef>
              <a:buNone/>
            </a:pPr>
            <a:r>
              <a:rPr lang="en-IN" altLang="en-US" dirty="0">
                <a:solidFill>
                  <a:schemeClr val="tx2"/>
                </a:solidFill>
                <a:latin typeface="Times New Roman" panose="02020603050405020304" pitchFamily="18" charset="0"/>
                <a:cs typeface="Times New Roman" panose="02020603050405020304" pitchFamily="18" charset="0"/>
              </a:rPr>
              <a:t> 14. In a certain code, HARYANA is written as 8197151, how is DELHI written in that code?</a:t>
            </a:r>
          </a:p>
          <a:p>
            <a:pPr marL="0" indent="0">
              <a:spcBef>
                <a:spcPts val="600"/>
              </a:spcBef>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None/>
            </a:pPr>
            <a:r>
              <a:rPr lang="en-IN" altLang="en-US" dirty="0">
                <a:solidFill>
                  <a:schemeClr val="tx2"/>
                </a:solidFill>
                <a:latin typeface="Times New Roman" panose="02020603050405020304" pitchFamily="18" charset="0"/>
                <a:cs typeface="Times New Roman" panose="02020603050405020304" pitchFamily="18" charset="0"/>
              </a:rPr>
              <a:t>	a. 47389			b.  45379		c. 45389			d. 47359</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E6104A69-0566-404D-9B6A-4B3814870B5C}"/>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55303" name="Picture 2" descr="KL Deemed to be University Logo">
            <a:extLst>
              <a:ext uri="{FF2B5EF4-FFF2-40B4-BE49-F238E27FC236}">
                <a16:creationId xmlns:a16="http://schemas.microsoft.com/office/drawing/2014/main" id="{2AE13064-3E94-494C-A459-D5AD421B1F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5271" y="267507"/>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00F034C8-4C3C-46C3-9CF8-759C091CDD32}"/>
              </a:ext>
            </a:extLst>
          </p:cNvPr>
          <p:cNvSpPr>
            <a:spLocks noGrp="1"/>
          </p:cNvSpPr>
          <p:nvPr>
            <p:ph type="dt" sz="quarter" idx="10"/>
          </p:nvPr>
        </p:nvSpPr>
        <p:spPr>
          <a:xfrm>
            <a:off x="274905" y="6356350"/>
            <a:ext cx="1828800" cy="365125"/>
          </a:xfrm>
        </p:spPr>
        <p:txBody>
          <a:bodyPr/>
          <a:lstStyle/>
          <a:p>
            <a:pPr>
              <a:defRPr/>
            </a:pPr>
            <a:fld id="{E33A2786-E52D-4416-95B0-2DBA2FCF9340}" type="datetime1">
              <a:rPr lang="en-US" smtClean="0">
                <a:solidFill>
                  <a:srgbClr val="FF0000"/>
                </a:solidFill>
              </a:rPr>
              <a:t>12/5/2022</a:t>
            </a:fld>
            <a:endParaRPr lang="en-US" dirty="0">
              <a:solidFill>
                <a:srgbClr val="FF0000"/>
              </a:solidFill>
            </a:endParaRPr>
          </a:p>
        </p:txBody>
      </p:sp>
      <p:sp>
        <p:nvSpPr>
          <p:cNvPr id="55305" name="Slide Number Placeholder 2">
            <a:extLst>
              <a:ext uri="{FF2B5EF4-FFF2-40B4-BE49-F238E27FC236}">
                <a16:creationId xmlns:a16="http://schemas.microsoft.com/office/drawing/2014/main" id="{CB7CBA6C-C896-4EA9-A0A6-CBB537419099}"/>
              </a:ext>
            </a:extLst>
          </p:cNvPr>
          <p:cNvSpPr>
            <a:spLocks noGrp="1"/>
          </p:cNvSpPr>
          <p:nvPr>
            <p:ph type="sldNum" sz="quarter" idx="12"/>
          </p:nvPr>
        </p:nvSpPr>
        <p:spPr bwMode="auto">
          <a:xfrm>
            <a:off x="9988233"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F6F480FE-F5C9-4F61-AAA8-1DCAA7B39019}" type="slidenum">
              <a:rPr lang="en-US" altLang="en-US" sz="1200">
                <a:solidFill>
                  <a:srgbClr val="FF0000"/>
                </a:solidFill>
              </a:rPr>
              <a:pPr>
                <a:lnSpc>
                  <a:spcPct val="100000"/>
                </a:lnSpc>
                <a:spcBef>
                  <a:spcPct val="0"/>
                </a:spcBef>
                <a:buFontTx/>
                <a:buNone/>
              </a:pPr>
              <a:t>20</a:t>
            </a:fld>
            <a:endParaRPr lang="en-US" altLang="en-US" sz="1200">
              <a:solidFill>
                <a:srgbClr val="FF0000"/>
              </a:solidFill>
            </a:endParaRPr>
          </a:p>
        </p:txBody>
      </p:sp>
    </p:spTree>
    <p:extLst>
      <p:ext uri="{BB962C8B-B14F-4D97-AF65-F5344CB8AC3E}">
        <p14:creationId xmlns:p14="http://schemas.microsoft.com/office/powerpoint/2010/main" val="337663391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10EE9DC-1FBD-4BC3-916B-B4409AB696DD}"/>
              </a:ext>
            </a:extLst>
          </p:cNvPr>
          <p:cNvSpPr>
            <a:spLocks noGrp="1"/>
          </p:cNvSpPr>
          <p:nvPr>
            <p:ph type="title"/>
          </p:nvPr>
        </p:nvSpPr>
        <p:spPr>
          <a:xfrm>
            <a:off x="1685925" y="22225"/>
            <a:ext cx="9369425" cy="1189038"/>
          </a:xfrm>
        </p:spPr>
        <p:txBody>
          <a:bodyPr/>
          <a:lstStyle/>
          <a:p>
            <a:pPr eaLnBrk="1" hangingPunct="1"/>
            <a:r>
              <a:rPr lang="en-US" altLang="en-US" sz="4000" dirty="0">
                <a:solidFill>
                  <a:srgbClr val="FF0000"/>
                </a:solidFill>
                <a:latin typeface="Cambria" panose="02040503050406030204" pitchFamily="18" charset="0"/>
              </a:rPr>
              <a:t> Letters, Digits  and Symbols Coding</a:t>
            </a:r>
          </a:p>
        </p:txBody>
      </p:sp>
      <p:sp>
        <p:nvSpPr>
          <p:cNvPr id="6159" name="Freeform: Shape 71">
            <a:extLst>
              <a:ext uri="{FF2B5EF4-FFF2-40B4-BE49-F238E27FC236}">
                <a16:creationId xmlns:a16="http://schemas.microsoft.com/office/drawing/2014/main" id="{65FA097C-07F8-4994-AD27-7E75D7250416}"/>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F5806203-2436-42C8-8533-135F149447A2}"/>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BDBC4CA0-D3DA-47C1-A99C-DC1D59EA7F56}"/>
              </a:ext>
            </a:extLst>
          </p:cNvPr>
          <p:cNvSpPr>
            <a:spLocks noGrp="1" noChangeArrowheads="1"/>
          </p:cNvSpPr>
          <p:nvPr>
            <p:ph idx="1"/>
          </p:nvPr>
        </p:nvSpPr>
        <p:spPr bwMode="auto">
          <a:xfrm>
            <a:off x="1219200" y="1408113"/>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15. In a certain code,  STRING  is written as %=*-$/ and PRAISE is written as ?*@-%^. How will GRAPES be written in that code?</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		b. /@*?^%  		c. /*@?^%	d./*-?^%</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2470708A-2E64-4BAF-AD91-8FBE380268C0}"/>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58375" name="Picture 2" descr="KL Deemed to be University Logo">
            <a:extLst>
              <a:ext uri="{FF2B5EF4-FFF2-40B4-BE49-F238E27FC236}">
                <a16:creationId xmlns:a16="http://schemas.microsoft.com/office/drawing/2014/main" id="{6F061C8A-E867-4EDD-8EBE-B63D9AFA44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6457" y="379828"/>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47DE0B8B-54DF-48A1-B409-909F8B040107}"/>
              </a:ext>
            </a:extLst>
          </p:cNvPr>
          <p:cNvSpPr>
            <a:spLocks noGrp="1"/>
          </p:cNvSpPr>
          <p:nvPr>
            <p:ph type="dt" sz="quarter" idx="10"/>
          </p:nvPr>
        </p:nvSpPr>
        <p:spPr>
          <a:xfrm>
            <a:off x="192087" y="6398138"/>
            <a:ext cx="1828800" cy="365125"/>
          </a:xfrm>
        </p:spPr>
        <p:txBody>
          <a:bodyPr/>
          <a:lstStyle/>
          <a:p>
            <a:pPr>
              <a:defRPr/>
            </a:pPr>
            <a:fld id="{604BCC7A-2359-4F11-9004-FB37F1665E1A}" type="datetime1">
              <a:rPr lang="en-US" smtClean="0">
                <a:solidFill>
                  <a:srgbClr val="FF0000"/>
                </a:solidFill>
              </a:rPr>
              <a:t>12/5/2022</a:t>
            </a:fld>
            <a:endParaRPr lang="en-US" dirty="0">
              <a:solidFill>
                <a:srgbClr val="FF0000"/>
              </a:solidFill>
            </a:endParaRPr>
          </a:p>
        </p:txBody>
      </p:sp>
      <p:sp>
        <p:nvSpPr>
          <p:cNvPr id="58377" name="Slide Number Placeholder 2">
            <a:extLst>
              <a:ext uri="{FF2B5EF4-FFF2-40B4-BE49-F238E27FC236}">
                <a16:creationId xmlns:a16="http://schemas.microsoft.com/office/drawing/2014/main" id="{9355C852-38FE-4710-972C-489740B6105D}"/>
              </a:ext>
            </a:extLst>
          </p:cNvPr>
          <p:cNvSpPr>
            <a:spLocks noGrp="1"/>
          </p:cNvSpPr>
          <p:nvPr>
            <p:ph type="sldNum" sz="quarter" idx="12"/>
          </p:nvPr>
        </p:nvSpPr>
        <p:spPr bwMode="auto">
          <a:xfrm>
            <a:off x="10107613" y="6394841"/>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60015095-4666-44EB-9EC3-BE14CA65A627}" type="slidenum">
              <a:rPr lang="en-US" altLang="en-US" sz="1200">
                <a:solidFill>
                  <a:srgbClr val="FF0000"/>
                </a:solidFill>
              </a:rPr>
              <a:pPr>
                <a:lnSpc>
                  <a:spcPct val="100000"/>
                </a:lnSpc>
                <a:spcBef>
                  <a:spcPct val="0"/>
                </a:spcBef>
                <a:buFontTx/>
                <a:buNone/>
              </a:pPr>
              <a:t>21</a:t>
            </a:fld>
            <a:endParaRPr lang="en-US" altLang="en-US" sz="1200" dirty="0">
              <a:solidFill>
                <a:srgbClr val="FF0000"/>
              </a:solidFill>
            </a:endParaRPr>
          </a:p>
        </p:txBody>
      </p:sp>
    </p:spTree>
    <p:extLst>
      <p:ext uri="{BB962C8B-B14F-4D97-AF65-F5344CB8AC3E}">
        <p14:creationId xmlns:p14="http://schemas.microsoft.com/office/powerpoint/2010/main" val="291758366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EEDA8BEB-DB7E-44CD-85C7-C38C989AD56C}"/>
              </a:ext>
            </a:extLst>
          </p:cNvPr>
          <p:cNvSpPr>
            <a:spLocks noGrp="1"/>
          </p:cNvSpPr>
          <p:nvPr>
            <p:ph type="title"/>
          </p:nvPr>
        </p:nvSpPr>
        <p:spPr>
          <a:xfrm>
            <a:off x="1151403" y="28136"/>
            <a:ext cx="9369425" cy="1189038"/>
          </a:xfrm>
        </p:spPr>
        <p:txBody>
          <a:bodyPr/>
          <a:lstStyle/>
          <a:p>
            <a:pPr algn="ctr" eaLnBrk="1" hangingPunct="1"/>
            <a:r>
              <a:rPr lang="en-US" altLang="en-US" sz="4000" dirty="0">
                <a:solidFill>
                  <a:srgbClr val="FF0000"/>
                </a:solidFill>
                <a:latin typeface="Cambria" panose="02040503050406030204" pitchFamily="18" charset="0"/>
              </a:rPr>
              <a:t>  Word to Word Coding</a:t>
            </a:r>
          </a:p>
        </p:txBody>
      </p:sp>
      <p:sp>
        <p:nvSpPr>
          <p:cNvPr id="6159" name="Freeform: Shape 71">
            <a:extLst>
              <a:ext uri="{FF2B5EF4-FFF2-40B4-BE49-F238E27FC236}">
                <a16:creationId xmlns:a16="http://schemas.microsoft.com/office/drawing/2014/main" id="{1E98C39B-84BC-4FA3-BAD4-755CEACCD69F}"/>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43B9926B-4816-40FC-85DA-1D29DFABC7EB}"/>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82BA2F43-FE9B-4A1F-BE8A-4211539DF0DB}"/>
              </a:ext>
            </a:extLst>
          </p:cNvPr>
          <p:cNvSpPr>
            <a:spLocks noGrp="1" noChangeArrowheads="1"/>
          </p:cNvSpPr>
          <p:nvPr>
            <p:ph idx="1"/>
          </p:nvPr>
        </p:nvSpPr>
        <p:spPr bwMode="auto">
          <a:xfrm>
            <a:off x="1219200" y="1408113"/>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16. In a certain code, BRING THE WHITE BOARD is written as KA NA DI PA  and WHITE AND BLACK BOARD is written as NA DI SA RA, how will THE be written in that code?</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KA 			b. PA			c. KA or PA	        d.  DI</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8C696F96-EC8B-4AAD-B14B-5ECB6C8202C4}"/>
              </a:ext>
            </a:extLst>
          </p:cNvPr>
          <p:cNvSpPr>
            <a:spLocks noGrp="1"/>
          </p:cNvSpPr>
          <p:nvPr>
            <p:ph type="ftr" sz="quarter" idx="11"/>
          </p:nvPr>
        </p:nvSpPr>
        <p:spPr>
          <a:xfrm>
            <a:off x="2933700" y="6411742"/>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60423" name="Picture 2" descr="KL Deemed to be University Logo">
            <a:extLst>
              <a:ext uri="{FF2B5EF4-FFF2-40B4-BE49-F238E27FC236}">
                <a16:creationId xmlns:a16="http://schemas.microsoft.com/office/drawing/2014/main" id="{2AD53A2F-6B38-482A-9379-FD8BC1AE0A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7137" y="380047"/>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41AF2878-7790-486A-AC27-32AAF860E8CA}"/>
              </a:ext>
            </a:extLst>
          </p:cNvPr>
          <p:cNvSpPr>
            <a:spLocks noGrp="1"/>
          </p:cNvSpPr>
          <p:nvPr>
            <p:ph type="dt" sz="quarter" idx="10"/>
          </p:nvPr>
        </p:nvSpPr>
        <p:spPr>
          <a:xfrm>
            <a:off x="304800" y="6348706"/>
            <a:ext cx="1828800" cy="365125"/>
          </a:xfrm>
        </p:spPr>
        <p:txBody>
          <a:bodyPr/>
          <a:lstStyle/>
          <a:p>
            <a:pPr>
              <a:defRPr/>
            </a:pPr>
            <a:fld id="{F539AAB0-C51E-4B1B-BB3F-DFC6B4285CC2}" type="datetime1">
              <a:rPr lang="en-US" smtClean="0">
                <a:solidFill>
                  <a:srgbClr val="FF0000"/>
                </a:solidFill>
              </a:rPr>
              <a:t>12/5/2022</a:t>
            </a:fld>
            <a:endParaRPr lang="en-US" dirty="0">
              <a:solidFill>
                <a:srgbClr val="FF0000"/>
              </a:solidFill>
            </a:endParaRPr>
          </a:p>
        </p:txBody>
      </p:sp>
      <p:sp>
        <p:nvSpPr>
          <p:cNvPr id="60425" name="Slide Number Placeholder 2">
            <a:extLst>
              <a:ext uri="{FF2B5EF4-FFF2-40B4-BE49-F238E27FC236}">
                <a16:creationId xmlns:a16="http://schemas.microsoft.com/office/drawing/2014/main" id="{EE442EC7-9890-4A8A-A6FB-CF652E8F6A88}"/>
              </a:ext>
            </a:extLst>
          </p:cNvPr>
          <p:cNvSpPr>
            <a:spLocks noGrp="1"/>
          </p:cNvSpPr>
          <p:nvPr>
            <p:ph type="sldNum" sz="quarter" idx="12"/>
          </p:nvPr>
        </p:nvSpPr>
        <p:spPr bwMode="auto">
          <a:xfrm>
            <a:off x="10058400" y="6432209"/>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15F03C0A-44AE-46B1-812B-A7DF169B2A2E}" type="slidenum">
              <a:rPr lang="en-US" altLang="en-US" sz="1200">
                <a:solidFill>
                  <a:srgbClr val="FF0000"/>
                </a:solidFill>
              </a:rPr>
              <a:pPr>
                <a:lnSpc>
                  <a:spcPct val="100000"/>
                </a:lnSpc>
                <a:spcBef>
                  <a:spcPct val="0"/>
                </a:spcBef>
                <a:buFontTx/>
                <a:buNone/>
              </a:pPr>
              <a:t>22</a:t>
            </a:fld>
            <a:endParaRPr lang="en-US" altLang="en-US" sz="1200" dirty="0">
              <a:solidFill>
                <a:srgbClr val="FF0000"/>
              </a:solidFill>
            </a:endParaRPr>
          </a:p>
        </p:txBody>
      </p:sp>
    </p:spTree>
    <p:extLst>
      <p:ext uri="{BB962C8B-B14F-4D97-AF65-F5344CB8AC3E}">
        <p14:creationId xmlns:p14="http://schemas.microsoft.com/office/powerpoint/2010/main" val="395126376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F5DEB05-8EC0-4BAF-B929-6A1975597733}"/>
              </a:ext>
            </a:extLst>
          </p:cNvPr>
          <p:cNvSpPr>
            <a:spLocks noGrp="1"/>
          </p:cNvSpPr>
          <p:nvPr>
            <p:ph type="title"/>
          </p:nvPr>
        </p:nvSpPr>
        <p:spPr>
          <a:xfrm>
            <a:off x="1095082" y="50361"/>
            <a:ext cx="9369425" cy="1189038"/>
          </a:xfrm>
        </p:spPr>
        <p:txBody>
          <a:bodyPr/>
          <a:lstStyle/>
          <a:p>
            <a:pPr algn="ctr" eaLnBrk="1" hangingPunct="1"/>
            <a:r>
              <a:rPr lang="en-US" altLang="en-US" sz="4000" dirty="0">
                <a:solidFill>
                  <a:srgbClr val="FF0000"/>
                </a:solidFill>
                <a:latin typeface="Cambria" panose="02040503050406030204" pitchFamily="18" charset="0"/>
              </a:rPr>
              <a:t>  Word to Word Coding</a:t>
            </a:r>
          </a:p>
        </p:txBody>
      </p:sp>
      <p:sp>
        <p:nvSpPr>
          <p:cNvPr id="6159" name="Freeform: Shape 71">
            <a:extLst>
              <a:ext uri="{FF2B5EF4-FFF2-40B4-BE49-F238E27FC236}">
                <a16:creationId xmlns:a16="http://schemas.microsoft.com/office/drawing/2014/main" id="{86C6645E-74E7-4D90-951F-E1079B12D0BF}"/>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ED5676EC-8A72-435A-8B62-D1508EA0C7E8}"/>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F81FF817-EFB2-486E-B167-525296D5465C}"/>
              </a:ext>
            </a:extLst>
          </p:cNvPr>
          <p:cNvSpPr>
            <a:spLocks noGrp="1" noChangeArrowheads="1"/>
          </p:cNvSpPr>
          <p:nvPr>
            <p:ph idx="1"/>
          </p:nvPr>
        </p:nvSpPr>
        <p:spPr bwMode="auto">
          <a:xfrm>
            <a:off x="1219200" y="1408113"/>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17. In a certain code, 'bi nie pie' means 'some good jokes' : ‘nie bat lik' means 'some real stories' ; and 'pie lik tol' means 'many good stories'. Which word in that code means 'jokes'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bi			b. nie			c. pie		    d. cbd</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F8AD75E9-33C0-47FF-AF41-1D2F0733C003}"/>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62471" name="Picture 2" descr="KL Deemed to be University Logo">
            <a:extLst>
              <a:ext uri="{FF2B5EF4-FFF2-40B4-BE49-F238E27FC236}">
                <a16:creationId xmlns:a16="http://schemas.microsoft.com/office/drawing/2014/main" id="{E61E0B02-68E6-4E0F-BE5B-F5D720E640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8661" y="267506"/>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113A4F4E-CE60-4BB0-B824-AD3BE34BDB84}"/>
              </a:ext>
            </a:extLst>
          </p:cNvPr>
          <p:cNvSpPr>
            <a:spLocks noGrp="1"/>
          </p:cNvSpPr>
          <p:nvPr>
            <p:ph type="dt" sz="quarter" idx="10"/>
          </p:nvPr>
        </p:nvSpPr>
        <p:spPr>
          <a:xfrm>
            <a:off x="304800" y="6356350"/>
            <a:ext cx="1828800" cy="365125"/>
          </a:xfrm>
        </p:spPr>
        <p:txBody>
          <a:bodyPr/>
          <a:lstStyle/>
          <a:p>
            <a:pPr>
              <a:defRPr/>
            </a:pPr>
            <a:fld id="{F9A16596-9768-4554-98FF-297F3883B5B7}" type="datetime1">
              <a:rPr lang="en-US" smtClean="0">
                <a:solidFill>
                  <a:srgbClr val="FF0000"/>
                </a:solidFill>
              </a:rPr>
              <a:t>12/5/2022</a:t>
            </a:fld>
            <a:endParaRPr lang="en-US" dirty="0">
              <a:solidFill>
                <a:srgbClr val="FF0000"/>
              </a:solidFill>
            </a:endParaRPr>
          </a:p>
        </p:txBody>
      </p:sp>
      <p:sp>
        <p:nvSpPr>
          <p:cNvPr id="62473" name="Slide Number Placeholder 2">
            <a:extLst>
              <a:ext uri="{FF2B5EF4-FFF2-40B4-BE49-F238E27FC236}">
                <a16:creationId xmlns:a16="http://schemas.microsoft.com/office/drawing/2014/main" id="{8554A688-64D5-4191-8C93-DACDFBD384D4}"/>
              </a:ext>
            </a:extLst>
          </p:cNvPr>
          <p:cNvSpPr>
            <a:spLocks noGrp="1"/>
          </p:cNvSpPr>
          <p:nvPr>
            <p:ph type="sldNum" sz="quarter" idx="12"/>
          </p:nvPr>
        </p:nvSpPr>
        <p:spPr bwMode="auto">
          <a:xfrm>
            <a:off x="10058400" y="6398138"/>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D5587656-54F0-41B6-A858-933F7ECF2B12}" type="slidenum">
              <a:rPr lang="en-US" altLang="en-US" sz="1200">
                <a:solidFill>
                  <a:srgbClr val="FF0000"/>
                </a:solidFill>
              </a:rPr>
              <a:pPr>
                <a:lnSpc>
                  <a:spcPct val="100000"/>
                </a:lnSpc>
                <a:spcBef>
                  <a:spcPct val="0"/>
                </a:spcBef>
                <a:buFontTx/>
                <a:buNone/>
              </a:pPr>
              <a:t>23</a:t>
            </a:fld>
            <a:endParaRPr lang="en-US" altLang="en-US" sz="1200">
              <a:solidFill>
                <a:srgbClr val="FF0000"/>
              </a:solidFill>
            </a:endParaRPr>
          </a:p>
        </p:txBody>
      </p:sp>
    </p:spTree>
    <p:extLst>
      <p:ext uri="{BB962C8B-B14F-4D97-AF65-F5344CB8AC3E}">
        <p14:creationId xmlns:p14="http://schemas.microsoft.com/office/powerpoint/2010/main" val="78876653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A806127B-A043-49C1-BF06-8CC5EF00E4C4}"/>
              </a:ext>
            </a:extLst>
          </p:cNvPr>
          <p:cNvSpPr>
            <a:spLocks noGrp="1"/>
          </p:cNvSpPr>
          <p:nvPr>
            <p:ph type="title"/>
          </p:nvPr>
        </p:nvSpPr>
        <p:spPr>
          <a:xfrm>
            <a:off x="1215781" y="36002"/>
            <a:ext cx="9369425" cy="1189038"/>
          </a:xfrm>
        </p:spPr>
        <p:txBody>
          <a:bodyPr/>
          <a:lstStyle/>
          <a:p>
            <a:pPr algn="ctr" eaLnBrk="1" hangingPunct="1"/>
            <a:r>
              <a:rPr lang="en-US" altLang="en-US" sz="4000" dirty="0">
                <a:solidFill>
                  <a:srgbClr val="FF0000"/>
                </a:solidFill>
                <a:latin typeface="Cambria" panose="02040503050406030204" pitchFamily="18" charset="0"/>
              </a:rPr>
              <a:t> Word to Word Coding</a:t>
            </a:r>
          </a:p>
        </p:txBody>
      </p:sp>
      <p:sp>
        <p:nvSpPr>
          <p:cNvPr id="6159" name="Freeform: Shape 71">
            <a:extLst>
              <a:ext uri="{FF2B5EF4-FFF2-40B4-BE49-F238E27FC236}">
                <a16:creationId xmlns:a16="http://schemas.microsoft.com/office/drawing/2014/main" id="{903824C6-0AD6-4049-869D-370899BBFF63}"/>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D47E1057-2374-404A-B085-D35A90762E72}"/>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06CF8D51-8936-42B4-9897-409B36CB2F88}"/>
              </a:ext>
            </a:extLst>
          </p:cNvPr>
          <p:cNvSpPr>
            <a:spLocks noGrp="1" noChangeArrowheads="1"/>
          </p:cNvSpPr>
          <p:nvPr>
            <p:ph idx="1"/>
          </p:nvPr>
        </p:nvSpPr>
        <p:spPr bwMode="auto">
          <a:xfrm>
            <a:off x="1219200" y="1408113"/>
            <a:ext cx="9802813" cy="4810125"/>
          </a:xfrm>
        </p:spPr>
        <p:txBody>
          <a:bodyPr wrap="square" numCol="1" anchor="t" anchorCtr="0" compatLnSpc="1">
            <a:prstTxWarp prst="textNoShape">
              <a:avLst/>
            </a:prstTxWarp>
          </a:bodyPr>
          <a:lstStyle/>
          <a:p>
            <a:pPr marL="0" indent="0">
              <a:buFont typeface="Wingdings" panose="05000000000000000000" pitchFamily="2" charset="2"/>
              <a:buNone/>
            </a:pPr>
            <a:r>
              <a:rPr lang="en-IN" altLang="en-US" sz="2200" dirty="0">
                <a:solidFill>
                  <a:schemeClr val="tx2"/>
                </a:solidFill>
                <a:latin typeface="Times New Roman" panose="02020603050405020304" pitchFamily="18" charset="0"/>
                <a:cs typeface="Times New Roman" panose="02020603050405020304" pitchFamily="18" charset="0"/>
              </a:rPr>
              <a:t>18. In a code language, ‘Elephant is told as Jackal’, ‘Jackal is told as Monkey’, ‘Monkey is told as Dog’, ‘Dog is told as Lion’, ‘Lion is told as Goat’, Goat is told as Mouse’, then who will be the king of jungle?</a:t>
            </a:r>
            <a:br>
              <a:rPr lang="en-IN" altLang="en-US" sz="2200" dirty="0">
                <a:solidFill>
                  <a:schemeClr val="tx2"/>
                </a:solidFill>
                <a:latin typeface="Times New Roman" panose="02020603050405020304" pitchFamily="18" charset="0"/>
                <a:cs typeface="Times New Roman" panose="02020603050405020304" pitchFamily="18" charset="0"/>
              </a:rPr>
            </a:br>
            <a:br>
              <a:rPr lang="en-IN" altLang="en-US" sz="2200" dirty="0">
                <a:solidFill>
                  <a:schemeClr val="tx2"/>
                </a:solidFill>
                <a:latin typeface="Times New Roman" panose="02020603050405020304" pitchFamily="18" charset="0"/>
                <a:cs typeface="Times New Roman" panose="02020603050405020304" pitchFamily="18" charset="0"/>
              </a:rPr>
            </a:br>
            <a:r>
              <a:rPr lang="en-IN" altLang="en-US" sz="2200" dirty="0">
                <a:solidFill>
                  <a:schemeClr val="tx2"/>
                </a:solidFill>
                <a:latin typeface="Times New Roman" panose="02020603050405020304" pitchFamily="18" charset="0"/>
                <a:cs typeface="Times New Roman" panose="02020603050405020304" pitchFamily="18" charset="0"/>
              </a:rPr>
              <a:t>	a. Mouse    		b. Goat               	c. Lion                 d. Jackal</a:t>
            </a:r>
            <a:br>
              <a:rPr lang="en-IN" altLang="en-US" sz="2200" dirty="0">
                <a:solidFill>
                  <a:schemeClr val="tx2"/>
                </a:solidFill>
                <a:latin typeface="Times New Roman" panose="02020603050405020304" pitchFamily="18" charset="0"/>
                <a:cs typeface="Times New Roman" panose="02020603050405020304" pitchFamily="18" charset="0"/>
              </a:rPr>
            </a:br>
            <a:endParaRPr lang="en-IN" altLang="en-US" sz="2200"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62067C8C-8C0D-4909-ADBA-F9997BC96E4A}"/>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64519" name="Picture 2" descr="KL Deemed to be University Logo">
            <a:extLst>
              <a:ext uri="{FF2B5EF4-FFF2-40B4-BE49-F238E27FC236}">
                <a16:creationId xmlns:a16="http://schemas.microsoft.com/office/drawing/2014/main" id="{6C5A282E-63B9-477F-9A1E-620096D71F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3741" y="267507"/>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04EF465B-55F2-4B31-9CFB-48456E3D99C0}"/>
              </a:ext>
            </a:extLst>
          </p:cNvPr>
          <p:cNvSpPr>
            <a:spLocks noGrp="1"/>
          </p:cNvSpPr>
          <p:nvPr>
            <p:ph type="dt" sz="quarter" idx="10"/>
          </p:nvPr>
        </p:nvSpPr>
        <p:spPr>
          <a:xfrm>
            <a:off x="304800" y="6356350"/>
            <a:ext cx="1828800" cy="365125"/>
          </a:xfrm>
        </p:spPr>
        <p:txBody>
          <a:bodyPr/>
          <a:lstStyle/>
          <a:p>
            <a:pPr>
              <a:defRPr/>
            </a:pPr>
            <a:fld id="{7AA0C6BF-D241-4FC9-A43E-1D0FE37951FF}" type="datetime1">
              <a:rPr lang="en-US" smtClean="0">
                <a:solidFill>
                  <a:srgbClr val="FF0000"/>
                </a:solidFill>
              </a:rPr>
              <a:t>12/5/2022</a:t>
            </a:fld>
            <a:endParaRPr lang="en-US" dirty="0">
              <a:solidFill>
                <a:srgbClr val="FF0000"/>
              </a:solidFill>
            </a:endParaRPr>
          </a:p>
        </p:txBody>
      </p:sp>
      <p:sp>
        <p:nvSpPr>
          <p:cNvPr id="64521" name="Slide Number Placeholder 2">
            <a:extLst>
              <a:ext uri="{FF2B5EF4-FFF2-40B4-BE49-F238E27FC236}">
                <a16:creationId xmlns:a16="http://schemas.microsoft.com/office/drawing/2014/main" id="{6C118B0B-4F3C-4757-AD4A-EBD7975145C7}"/>
              </a:ext>
            </a:extLst>
          </p:cNvPr>
          <p:cNvSpPr>
            <a:spLocks noGrp="1"/>
          </p:cNvSpPr>
          <p:nvPr>
            <p:ph type="sldNum" sz="quarter" idx="12"/>
          </p:nvPr>
        </p:nvSpPr>
        <p:spPr bwMode="auto">
          <a:xfrm>
            <a:off x="10058400"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EB5831B2-34FC-445E-A742-49A26E1A6C93}" type="slidenum">
              <a:rPr lang="en-US" altLang="en-US" sz="1200">
                <a:solidFill>
                  <a:srgbClr val="FF0000"/>
                </a:solidFill>
              </a:rPr>
              <a:pPr>
                <a:lnSpc>
                  <a:spcPct val="100000"/>
                </a:lnSpc>
                <a:spcBef>
                  <a:spcPct val="0"/>
                </a:spcBef>
                <a:buFontTx/>
                <a:buNone/>
              </a:pPr>
              <a:t>24</a:t>
            </a:fld>
            <a:endParaRPr lang="en-US" altLang="en-US" sz="1200" dirty="0">
              <a:solidFill>
                <a:srgbClr val="FF0000"/>
              </a:solidFill>
            </a:endParaRPr>
          </a:p>
        </p:txBody>
      </p:sp>
    </p:spTree>
    <p:extLst>
      <p:ext uri="{BB962C8B-B14F-4D97-AF65-F5344CB8AC3E}">
        <p14:creationId xmlns:p14="http://schemas.microsoft.com/office/powerpoint/2010/main" val="94980326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06A0C0C7-9063-4F0A-BECC-AD94B616445F}"/>
              </a:ext>
            </a:extLst>
          </p:cNvPr>
          <p:cNvSpPr>
            <a:spLocks noGrp="1"/>
          </p:cNvSpPr>
          <p:nvPr>
            <p:ph type="title"/>
          </p:nvPr>
        </p:nvSpPr>
        <p:spPr>
          <a:xfrm>
            <a:off x="1272758" y="37588"/>
            <a:ext cx="9369425" cy="1189038"/>
          </a:xfrm>
        </p:spPr>
        <p:txBody>
          <a:bodyPr/>
          <a:lstStyle/>
          <a:p>
            <a:pPr algn="ctr" eaLnBrk="1" hangingPunct="1"/>
            <a:r>
              <a:rPr lang="en-US" altLang="en-US" sz="4000" dirty="0">
                <a:solidFill>
                  <a:srgbClr val="FF0000"/>
                </a:solidFill>
                <a:latin typeface="Cambria" panose="02040503050406030204" pitchFamily="18" charset="0"/>
              </a:rPr>
              <a:t> Word to Word Coding</a:t>
            </a:r>
          </a:p>
        </p:txBody>
      </p:sp>
      <p:sp>
        <p:nvSpPr>
          <p:cNvPr id="6159" name="Freeform: Shape 71">
            <a:extLst>
              <a:ext uri="{FF2B5EF4-FFF2-40B4-BE49-F238E27FC236}">
                <a16:creationId xmlns:a16="http://schemas.microsoft.com/office/drawing/2014/main" id="{E7BB2B1C-A211-4400-9031-9750ED57DF9E}"/>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F7AEC9DE-911D-444D-80C2-4D778697C2C7}"/>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55A5BF10-D4CE-401E-8124-E9A891644252}"/>
              </a:ext>
            </a:extLst>
          </p:cNvPr>
          <p:cNvSpPr>
            <a:spLocks noGrp="1" noChangeArrowheads="1"/>
          </p:cNvSpPr>
          <p:nvPr>
            <p:ph idx="1"/>
          </p:nvPr>
        </p:nvSpPr>
        <p:spPr bwMode="auto">
          <a:xfrm>
            <a:off x="1219200" y="1408113"/>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19. If yellow is called blue, blue is called white, white is called green, green is called brown and brown is called red. What is the colour of milk?</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white			b.  blue			c. green		d.  brown</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C8D3A2B5-2C3D-42BD-8D9D-2F72CD7E447F}"/>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66567" name="Picture 2" descr="KL Deemed to be University Logo">
            <a:extLst>
              <a:ext uri="{FF2B5EF4-FFF2-40B4-BE49-F238E27FC236}">
                <a16:creationId xmlns:a16="http://schemas.microsoft.com/office/drawing/2014/main" id="{5C985424-7DC8-40E7-B3D3-B69C2283A7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3741" y="380048"/>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900413C9-4A56-4D93-9A1D-38201D10ED36}"/>
              </a:ext>
            </a:extLst>
          </p:cNvPr>
          <p:cNvSpPr>
            <a:spLocks noGrp="1"/>
          </p:cNvSpPr>
          <p:nvPr>
            <p:ph type="dt" sz="quarter" idx="10"/>
          </p:nvPr>
        </p:nvSpPr>
        <p:spPr>
          <a:xfrm>
            <a:off x="304800" y="6376841"/>
            <a:ext cx="1828800" cy="365125"/>
          </a:xfrm>
        </p:spPr>
        <p:txBody>
          <a:bodyPr/>
          <a:lstStyle/>
          <a:p>
            <a:pPr>
              <a:defRPr/>
            </a:pPr>
            <a:fld id="{FBDB1948-B86E-46D4-A602-AD36D37231F6}" type="datetime1">
              <a:rPr lang="en-US" smtClean="0">
                <a:solidFill>
                  <a:srgbClr val="FF0000"/>
                </a:solidFill>
              </a:rPr>
              <a:t>12/5/2022</a:t>
            </a:fld>
            <a:endParaRPr lang="en-US" dirty="0">
              <a:solidFill>
                <a:srgbClr val="FF0000"/>
              </a:solidFill>
            </a:endParaRPr>
          </a:p>
        </p:txBody>
      </p:sp>
      <p:sp>
        <p:nvSpPr>
          <p:cNvPr id="66569" name="Slide Number Placeholder 2">
            <a:extLst>
              <a:ext uri="{FF2B5EF4-FFF2-40B4-BE49-F238E27FC236}">
                <a16:creationId xmlns:a16="http://schemas.microsoft.com/office/drawing/2014/main" id="{1C5263F9-96F5-45F1-B984-99CE27C83A0A}"/>
              </a:ext>
            </a:extLst>
          </p:cNvPr>
          <p:cNvSpPr>
            <a:spLocks noGrp="1"/>
          </p:cNvSpPr>
          <p:nvPr>
            <p:ph type="sldNum" sz="quarter" idx="12"/>
          </p:nvPr>
        </p:nvSpPr>
        <p:spPr bwMode="auto">
          <a:xfrm>
            <a:off x="10058400" y="6366315"/>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7D30F8C0-1B4B-46FD-9B64-7A5231C1BD89}" type="slidenum">
              <a:rPr lang="en-US" altLang="en-US" sz="1200">
                <a:solidFill>
                  <a:srgbClr val="FF0000"/>
                </a:solidFill>
              </a:rPr>
              <a:pPr>
                <a:lnSpc>
                  <a:spcPct val="100000"/>
                </a:lnSpc>
                <a:spcBef>
                  <a:spcPct val="0"/>
                </a:spcBef>
                <a:buFontTx/>
                <a:buNone/>
              </a:pPr>
              <a:t>25</a:t>
            </a:fld>
            <a:endParaRPr lang="en-US" altLang="en-US" sz="1200" dirty="0">
              <a:solidFill>
                <a:srgbClr val="FF0000"/>
              </a:solidFill>
            </a:endParaRPr>
          </a:p>
        </p:txBody>
      </p:sp>
    </p:spTree>
    <p:extLst>
      <p:ext uri="{BB962C8B-B14F-4D97-AF65-F5344CB8AC3E}">
        <p14:creationId xmlns:p14="http://schemas.microsoft.com/office/powerpoint/2010/main" val="51045003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F064643C-DA07-410D-93BD-4213418CAD34}"/>
              </a:ext>
            </a:extLst>
          </p:cNvPr>
          <p:cNvSpPr>
            <a:spLocks noGrp="1"/>
          </p:cNvSpPr>
          <p:nvPr>
            <p:ph type="title"/>
          </p:nvPr>
        </p:nvSpPr>
        <p:spPr>
          <a:xfrm>
            <a:off x="1174284" y="0"/>
            <a:ext cx="9369425" cy="1189038"/>
          </a:xfrm>
        </p:spPr>
        <p:txBody>
          <a:bodyPr/>
          <a:lstStyle/>
          <a:p>
            <a:pPr algn="ctr" eaLnBrk="1" hangingPunct="1"/>
            <a:r>
              <a:rPr lang="en-US" altLang="en-US" sz="4000" dirty="0">
                <a:solidFill>
                  <a:srgbClr val="FF0000"/>
                </a:solidFill>
                <a:latin typeface="Cambria" panose="02040503050406030204" pitchFamily="18" charset="0"/>
              </a:rPr>
              <a:t>   Digit to word Coding</a:t>
            </a:r>
          </a:p>
        </p:txBody>
      </p:sp>
      <p:sp>
        <p:nvSpPr>
          <p:cNvPr id="6159" name="Freeform: Shape 71">
            <a:extLst>
              <a:ext uri="{FF2B5EF4-FFF2-40B4-BE49-F238E27FC236}">
                <a16:creationId xmlns:a16="http://schemas.microsoft.com/office/drawing/2014/main" id="{03E9FCC7-B083-4320-937C-66C0C527A187}"/>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CD303287-329C-4F0A-8C4A-F6238848E5FC}"/>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FB495211-27A3-41C7-896D-A83BA3D39812}"/>
              </a:ext>
            </a:extLst>
          </p:cNvPr>
          <p:cNvSpPr>
            <a:spLocks noGrp="1" noChangeArrowheads="1"/>
          </p:cNvSpPr>
          <p:nvPr>
            <p:ph idx="1"/>
          </p:nvPr>
        </p:nvSpPr>
        <p:spPr bwMode="auto">
          <a:xfrm>
            <a:off x="1219200" y="1408113"/>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20. In a certain code, 123  means BRIGHT LITTLE BOY, 145 means  TALL BIG BOY AND 637 means BEAUTIFUL LITTLE FLOWER. Which digit in that language means BRIGHT?</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2 			b. 1			c. 4		d.  3</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841F82B6-22C3-46FD-8661-84A3C3212DBC}"/>
              </a:ext>
            </a:extLst>
          </p:cNvPr>
          <p:cNvSpPr>
            <a:spLocks noGrp="1"/>
          </p:cNvSpPr>
          <p:nvPr>
            <p:ph type="ftr" sz="quarter" idx="11"/>
          </p:nvPr>
        </p:nvSpPr>
        <p:spPr>
          <a:xfrm>
            <a:off x="2933700" y="6415308"/>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69639" name="Picture 2" descr="KL Deemed to be University Logo">
            <a:extLst>
              <a:ext uri="{FF2B5EF4-FFF2-40B4-BE49-F238E27FC236}">
                <a16:creationId xmlns:a16="http://schemas.microsoft.com/office/drawing/2014/main" id="{EB42AD4E-3829-4B86-B3D6-5E420A3D23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202" y="239372"/>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BEB35409-459E-4149-8415-1D86A02738DA}"/>
              </a:ext>
            </a:extLst>
          </p:cNvPr>
          <p:cNvSpPr>
            <a:spLocks noGrp="1"/>
          </p:cNvSpPr>
          <p:nvPr>
            <p:ph type="dt" sz="quarter" idx="10"/>
          </p:nvPr>
        </p:nvSpPr>
        <p:spPr>
          <a:xfrm>
            <a:off x="192087" y="6398138"/>
            <a:ext cx="1828800" cy="365125"/>
          </a:xfrm>
        </p:spPr>
        <p:txBody>
          <a:bodyPr/>
          <a:lstStyle/>
          <a:p>
            <a:pPr>
              <a:defRPr/>
            </a:pPr>
            <a:fld id="{E2EBDC4B-33C4-402E-BD4A-127D36C5B155}" type="datetime1">
              <a:rPr lang="en-US" smtClean="0">
                <a:solidFill>
                  <a:srgbClr val="FF0000"/>
                </a:solidFill>
              </a:rPr>
              <a:t>12/5/2022</a:t>
            </a:fld>
            <a:endParaRPr lang="en-US" dirty="0">
              <a:solidFill>
                <a:srgbClr val="FF0000"/>
              </a:solidFill>
            </a:endParaRPr>
          </a:p>
        </p:txBody>
      </p:sp>
      <p:sp>
        <p:nvSpPr>
          <p:cNvPr id="69641" name="Slide Number Placeholder 2">
            <a:extLst>
              <a:ext uri="{FF2B5EF4-FFF2-40B4-BE49-F238E27FC236}">
                <a16:creationId xmlns:a16="http://schemas.microsoft.com/office/drawing/2014/main" id="{45E0EF58-03E1-409C-A25E-75C0DA9F952B}"/>
              </a:ext>
            </a:extLst>
          </p:cNvPr>
          <p:cNvSpPr>
            <a:spLocks noGrp="1"/>
          </p:cNvSpPr>
          <p:nvPr>
            <p:ph type="sldNum" sz="quarter" idx="12"/>
          </p:nvPr>
        </p:nvSpPr>
        <p:spPr bwMode="auto">
          <a:xfrm>
            <a:off x="10107613" y="6398137"/>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434E99C3-C1F7-4C44-AD5E-BAC871B7E9D9}" type="slidenum">
              <a:rPr lang="en-US" altLang="en-US" sz="1200">
                <a:solidFill>
                  <a:srgbClr val="FF0000"/>
                </a:solidFill>
              </a:rPr>
              <a:pPr>
                <a:lnSpc>
                  <a:spcPct val="100000"/>
                </a:lnSpc>
                <a:spcBef>
                  <a:spcPct val="0"/>
                </a:spcBef>
                <a:buFontTx/>
                <a:buNone/>
              </a:pPr>
              <a:t>26</a:t>
            </a:fld>
            <a:endParaRPr lang="en-US" altLang="en-US" sz="1200" dirty="0">
              <a:solidFill>
                <a:srgbClr val="FF0000"/>
              </a:solidFill>
            </a:endParaRPr>
          </a:p>
        </p:txBody>
      </p:sp>
    </p:spTree>
    <p:extLst>
      <p:ext uri="{BB962C8B-B14F-4D97-AF65-F5344CB8AC3E}">
        <p14:creationId xmlns:p14="http://schemas.microsoft.com/office/powerpoint/2010/main" val="404446468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A766057A-E14E-4B0A-A118-C49268A24A70}"/>
              </a:ext>
            </a:extLst>
          </p:cNvPr>
          <p:cNvSpPr>
            <a:spLocks noGrp="1"/>
          </p:cNvSpPr>
          <p:nvPr>
            <p:ph type="title"/>
          </p:nvPr>
        </p:nvSpPr>
        <p:spPr>
          <a:xfrm>
            <a:off x="1291640" y="42204"/>
            <a:ext cx="9369425" cy="1189038"/>
          </a:xfrm>
        </p:spPr>
        <p:txBody>
          <a:bodyPr/>
          <a:lstStyle/>
          <a:p>
            <a:pPr algn="ctr" eaLnBrk="1" hangingPunct="1"/>
            <a:r>
              <a:rPr lang="en-US" altLang="en-US" sz="4000" dirty="0">
                <a:solidFill>
                  <a:srgbClr val="FF0000"/>
                </a:solidFill>
                <a:latin typeface="Cambria" panose="02040503050406030204" pitchFamily="18" charset="0"/>
              </a:rPr>
              <a:t> Number to Letter  Coding</a:t>
            </a:r>
          </a:p>
        </p:txBody>
      </p:sp>
      <p:sp>
        <p:nvSpPr>
          <p:cNvPr id="6159" name="Freeform: Shape 71">
            <a:extLst>
              <a:ext uri="{FF2B5EF4-FFF2-40B4-BE49-F238E27FC236}">
                <a16:creationId xmlns:a16="http://schemas.microsoft.com/office/drawing/2014/main" id="{408138D1-8356-460A-AE71-C62FDBABAA3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813323BD-20AE-4DA1-A675-DBEA14AFF8DF}"/>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46F5C089-B348-4355-9A85-DF5EF8B0CF3C}"/>
              </a:ext>
            </a:extLst>
          </p:cNvPr>
          <p:cNvSpPr>
            <a:spLocks noGrp="1" noChangeArrowheads="1"/>
          </p:cNvSpPr>
          <p:nvPr>
            <p:ph idx="1"/>
          </p:nvPr>
        </p:nvSpPr>
        <p:spPr bwMode="auto">
          <a:xfrm>
            <a:off x="1190625" y="1384300"/>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21. If WORK  is coded as 4-12-9-16, then how will you code WOMEN?</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4-12-14-22-13				b. 4-26-14-13-12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c. 23-12-22-14-13			d. 23-15-13-1-14</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6737C94B-FDCC-4010-8BB4-0D7D0BCAEB5D}"/>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71687" name="Picture 2" descr="KL Deemed to be University Logo">
            <a:extLst>
              <a:ext uri="{FF2B5EF4-FFF2-40B4-BE49-F238E27FC236}">
                <a16:creationId xmlns:a16="http://schemas.microsoft.com/office/drawing/2014/main" id="{3F03C4FE-A3A2-43CC-A86C-19ACCE49A5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9676" y="323778"/>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6E8C8FDE-6136-40E8-9126-62043DD78738}"/>
              </a:ext>
            </a:extLst>
          </p:cNvPr>
          <p:cNvSpPr>
            <a:spLocks noGrp="1"/>
          </p:cNvSpPr>
          <p:nvPr>
            <p:ph type="dt" sz="quarter" idx="10"/>
          </p:nvPr>
        </p:nvSpPr>
        <p:spPr>
          <a:xfrm>
            <a:off x="276225" y="6356350"/>
            <a:ext cx="1828800" cy="365125"/>
          </a:xfrm>
        </p:spPr>
        <p:txBody>
          <a:bodyPr/>
          <a:lstStyle/>
          <a:p>
            <a:pPr>
              <a:defRPr/>
            </a:pPr>
            <a:fld id="{A6E703EB-3516-488D-A7B1-305F85B4C36E}" type="datetime1">
              <a:rPr lang="en-US" smtClean="0">
                <a:solidFill>
                  <a:srgbClr val="FF0000"/>
                </a:solidFill>
              </a:rPr>
              <a:t>12/5/2022</a:t>
            </a:fld>
            <a:endParaRPr lang="en-US" dirty="0">
              <a:solidFill>
                <a:srgbClr val="FF0000"/>
              </a:solidFill>
            </a:endParaRPr>
          </a:p>
        </p:txBody>
      </p:sp>
      <p:sp>
        <p:nvSpPr>
          <p:cNvPr id="71689" name="Slide Number Placeholder 2">
            <a:extLst>
              <a:ext uri="{FF2B5EF4-FFF2-40B4-BE49-F238E27FC236}">
                <a16:creationId xmlns:a16="http://schemas.microsoft.com/office/drawing/2014/main" id="{1DB4A5B4-6964-48D8-98E3-FEBFEBC32C51}"/>
              </a:ext>
            </a:extLst>
          </p:cNvPr>
          <p:cNvSpPr>
            <a:spLocks noGrp="1"/>
          </p:cNvSpPr>
          <p:nvPr>
            <p:ph type="sldNum" sz="quarter" idx="12"/>
          </p:nvPr>
        </p:nvSpPr>
        <p:spPr bwMode="auto">
          <a:xfrm>
            <a:off x="10079038" y="6376792"/>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D7F26868-06A8-4985-90DC-9D97169A66D9}" type="slidenum">
              <a:rPr lang="en-US" altLang="en-US" sz="1200">
                <a:solidFill>
                  <a:srgbClr val="FF0000"/>
                </a:solidFill>
              </a:rPr>
              <a:pPr>
                <a:lnSpc>
                  <a:spcPct val="100000"/>
                </a:lnSpc>
                <a:spcBef>
                  <a:spcPct val="0"/>
                </a:spcBef>
                <a:buFontTx/>
                <a:buNone/>
              </a:pPr>
              <a:t>27</a:t>
            </a:fld>
            <a:endParaRPr lang="en-US" altLang="en-US" sz="1200" dirty="0">
              <a:solidFill>
                <a:srgbClr val="FF0000"/>
              </a:solidFill>
            </a:endParaRPr>
          </a:p>
        </p:txBody>
      </p:sp>
    </p:spTree>
    <p:extLst>
      <p:ext uri="{BB962C8B-B14F-4D97-AF65-F5344CB8AC3E}">
        <p14:creationId xmlns:p14="http://schemas.microsoft.com/office/powerpoint/2010/main" val="160948711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7" end="7"/>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872B1DA7-1A74-4F49-8142-013421BF9E11}"/>
              </a:ext>
            </a:extLst>
          </p:cNvPr>
          <p:cNvSpPr>
            <a:spLocks noGrp="1"/>
          </p:cNvSpPr>
          <p:nvPr>
            <p:ph type="title"/>
          </p:nvPr>
        </p:nvSpPr>
        <p:spPr>
          <a:xfrm>
            <a:off x="1362368" y="36293"/>
            <a:ext cx="9369425" cy="1189038"/>
          </a:xfrm>
        </p:spPr>
        <p:txBody>
          <a:bodyPr/>
          <a:lstStyle/>
          <a:p>
            <a:pPr algn="ctr" eaLnBrk="1" hangingPunct="1"/>
            <a:r>
              <a:rPr lang="en-US" altLang="en-US" sz="4000" dirty="0">
                <a:solidFill>
                  <a:srgbClr val="FF0000"/>
                </a:solidFill>
                <a:latin typeface="Cambria" panose="02040503050406030204" pitchFamily="18" charset="0"/>
              </a:rPr>
              <a:t> Number to Letter  Coding</a:t>
            </a:r>
          </a:p>
        </p:txBody>
      </p:sp>
      <p:sp>
        <p:nvSpPr>
          <p:cNvPr id="6159" name="Freeform: Shape 71">
            <a:extLst>
              <a:ext uri="{FF2B5EF4-FFF2-40B4-BE49-F238E27FC236}">
                <a16:creationId xmlns:a16="http://schemas.microsoft.com/office/drawing/2014/main" id="{54504B51-E6FA-4D0D-B4C5-0A287477E10D}"/>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B22EEA62-EE9F-4808-B92D-E70CDF2AF0EA}"/>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A515F22E-A9EE-456F-8864-085065E177C2}"/>
              </a:ext>
            </a:extLst>
          </p:cNvPr>
          <p:cNvSpPr>
            <a:spLocks noGrp="1" noChangeArrowheads="1"/>
          </p:cNvSpPr>
          <p:nvPr>
            <p:ph idx="1"/>
          </p:nvPr>
        </p:nvSpPr>
        <p:spPr bwMode="auto">
          <a:xfrm>
            <a:off x="1190625" y="1384300"/>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22. If ACNE can be  coded as 3, 7, 29, 11, then how will you code BOIL?</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5, 29, 19, 27			b. 5, 29, 19, 25</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c. 5, 31, 21, 25			d. 5, 31, 19, 25</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8D72A441-6297-428C-8215-C21C12523474}"/>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73735" name="Picture 2" descr="KL Deemed to be University Logo">
            <a:extLst>
              <a:ext uri="{FF2B5EF4-FFF2-40B4-BE49-F238E27FC236}">
                <a16:creationId xmlns:a16="http://schemas.microsoft.com/office/drawing/2014/main" id="{90C0AED1-8820-4560-A6C6-CA67D9A816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8998" y="436319"/>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684CA3C3-FF49-436D-985D-16A73B5F5CA1}"/>
              </a:ext>
            </a:extLst>
          </p:cNvPr>
          <p:cNvSpPr>
            <a:spLocks noGrp="1"/>
          </p:cNvSpPr>
          <p:nvPr>
            <p:ph type="dt" sz="quarter" idx="10"/>
          </p:nvPr>
        </p:nvSpPr>
        <p:spPr>
          <a:xfrm>
            <a:off x="276225" y="6356350"/>
            <a:ext cx="1828800" cy="365125"/>
          </a:xfrm>
        </p:spPr>
        <p:txBody>
          <a:bodyPr/>
          <a:lstStyle/>
          <a:p>
            <a:pPr>
              <a:defRPr/>
            </a:pPr>
            <a:fld id="{A68DDED2-ED63-4B4C-AD00-3AE087D3C2E6}" type="datetime1">
              <a:rPr lang="en-US" smtClean="0">
                <a:solidFill>
                  <a:srgbClr val="FF0000"/>
                </a:solidFill>
              </a:rPr>
              <a:t>12/5/2022</a:t>
            </a:fld>
            <a:endParaRPr lang="en-US" dirty="0">
              <a:solidFill>
                <a:srgbClr val="FF0000"/>
              </a:solidFill>
            </a:endParaRPr>
          </a:p>
        </p:txBody>
      </p:sp>
      <p:sp>
        <p:nvSpPr>
          <p:cNvPr id="73737" name="Slide Number Placeholder 2">
            <a:extLst>
              <a:ext uri="{FF2B5EF4-FFF2-40B4-BE49-F238E27FC236}">
                <a16:creationId xmlns:a16="http://schemas.microsoft.com/office/drawing/2014/main" id="{3EEABC14-85FF-49F6-99A1-0DF256F668DF}"/>
              </a:ext>
            </a:extLst>
          </p:cNvPr>
          <p:cNvSpPr>
            <a:spLocks noGrp="1"/>
          </p:cNvSpPr>
          <p:nvPr>
            <p:ph type="sldNum" sz="quarter" idx="12"/>
          </p:nvPr>
        </p:nvSpPr>
        <p:spPr bwMode="auto">
          <a:xfrm>
            <a:off x="9859963"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B964CDD8-3B32-4467-B651-F171AC72FB6A}" type="slidenum">
              <a:rPr lang="en-US" altLang="en-US" sz="1200">
                <a:solidFill>
                  <a:srgbClr val="FF0000"/>
                </a:solidFill>
              </a:rPr>
              <a:pPr>
                <a:lnSpc>
                  <a:spcPct val="100000"/>
                </a:lnSpc>
                <a:spcBef>
                  <a:spcPct val="0"/>
                </a:spcBef>
                <a:buFontTx/>
                <a:buNone/>
              </a:pPr>
              <a:t>28</a:t>
            </a:fld>
            <a:endParaRPr lang="en-US" altLang="en-US" sz="1200" dirty="0">
              <a:solidFill>
                <a:srgbClr val="FF0000"/>
              </a:solidFill>
            </a:endParaRPr>
          </a:p>
        </p:txBody>
      </p:sp>
    </p:spTree>
    <p:extLst>
      <p:ext uri="{BB962C8B-B14F-4D97-AF65-F5344CB8AC3E}">
        <p14:creationId xmlns:p14="http://schemas.microsoft.com/office/powerpoint/2010/main" val="330896319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9" end="9"/>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E7A3316E-74AB-460F-BCE4-2BF55E1D59B0}"/>
              </a:ext>
            </a:extLst>
          </p:cNvPr>
          <p:cNvSpPr>
            <a:spLocks noGrp="1"/>
          </p:cNvSpPr>
          <p:nvPr>
            <p:ph type="title"/>
          </p:nvPr>
        </p:nvSpPr>
        <p:spPr>
          <a:xfrm>
            <a:off x="1685925" y="36293"/>
            <a:ext cx="9369425" cy="1189038"/>
          </a:xfrm>
        </p:spPr>
        <p:txBody>
          <a:bodyPr/>
          <a:lstStyle/>
          <a:p>
            <a:pPr algn="ctr" eaLnBrk="1" hangingPunct="1"/>
            <a:r>
              <a:rPr lang="en-US" altLang="en-US" sz="4000" dirty="0">
                <a:solidFill>
                  <a:srgbClr val="FF0000"/>
                </a:solidFill>
                <a:latin typeface="Cambria" panose="02040503050406030204" pitchFamily="18" charset="0"/>
              </a:rPr>
              <a:t> Number to Letter Coding</a:t>
            </a:r>
          </a:p>
        </p:txBody>
      </p:sp>
      <p:sp>
        <p:nvSpPr>
          <p:cNvPr id="6159" name="Freeform: Shape 71">
            <a:extLst>
              <a:ext uri="{FF2B5EF4-FFF2-40B4-BE49-F238E27FC236}">
                <a16:creationId xmlns:a16="http://schemas.microsoft.com/office/drawing/2014/main" id="{3DF53DAD-73C2-4380-890F-1F39DEA87627}"/>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C45496AF-EF47-4837-AC25-E639D61D80D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B20ED633-88F7-419C-B905-4135949770E7}"/>
              </a:ext>
            </a:extLst>
          </p:cNvPr>
          <p:cNvSpPr>
            <a:spLocks noGrp="1" noChangeArrowheads="1"/>
          </p:cNvSpPr>
          <p:nvPr>
            <p:ph idx="1"/>
          </p:nvPr>
        </p:nvSpPr>
        <p:spPr bwMode="auto">
          <a:xfrm>
            <a:off x="1190625" y="1384300"/>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23. If  A = 26, SUN = 27 then MAT will be equal to:</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24			b.  27 			c. 47			d. 58</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7E36F115-E73F-432B-AEF5-765EA853B529}"/>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75783" name="Picture 2" descr="KL Deemed to be University Logo">
            <a:extLst>
              <a:ext uri="{FF2B5EF4-FFF2-40B4-BE49-F238E27FC236}">
                <a16:creationId xmlns:a16="http://schemas.microsoft.com/office/drawing/2014/main" id="{73322824-C782-49F3-B29B-F25CFBF10F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3743" y="323778"/>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F456DC31-7F80-481B-B165-8CADA75FB706}"/>
              </a:ext>
            </a:extLst>
          </p:cNvPr>
          <p:cNvSpPr>
            <a:spLocks noGrp="1"/>
          </p:cNvSpPr>
          <p:nvPr>
            <p:ph type="dt" sz="quarter" idx="10"/>
          </p:nvPr>
        </p:nvSpPr>
        <p:spPr>
          <a:xfrm>
            <a:off x="276225" y="6356350"/>
            <a:ext cx="1828800" cy="365125"/>
          </a:xfrm>
        </p:spPr>
        <p:txBody>
          <a:bodyPr/>
          <a:lstStyle/>
          <a:p>
            <a:pPr>
              <a:defRPr/>
            </a:pPr>
            <a:fld id="{2EDD7535-998B-4461-A5B3-75057C02DC63}" type="datetime1">
              <a:rPr lang="en-US" smtClean="0">
                <a:solidFill>
                  <a:srgbClr val="FF0000"/>
                </a:solidFill>
              </a:rPr>
              <a:t>12/5/2022</a:t>
            </a:fld>
            <a:endParaRPr lang="en-US" dirty="0">
              <a:solidFill>
                <a:srgbClr val="FF0000"/>
              </a:solidFill>
            </a:endParaRPr>
          </a:p>
        </p:txBody>
      </p:sp>
      <p:sp>
        <p:nvSpPr>
          <p:cNvPr id="75785" name="Slide Number Placeholder 2">
            <a:extLst>
              <a:ext uri="{FF2B5EF4-FFF2-40B4-BE49-F238E27FC236}">
                <a16:creationId xmlns:a16="http://schemas.microsoft.com/office/drawing/2014/main" id="{289C81B5-21F3-49AE-AED0-6C9C2E79990D}"/>
              </a:ext>
            </a:extLst>
          </p:cNvPr>
          <p:cNvSpPr>
            <a:spLocks noGrp="1"/>
          </p:cNvSpPr>
          <p:nvPr>
            <p:ph type="sldNum" sz="quarter" idx="12"/>
          </p:nvPr>
        </p:nvSpPr>
        <p:spPr bwMode="auto">
          <a:xfrm>
            <a:off x="10079038"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63EB4DA5-54AC-4A0F-845E-AE1E22E6E36A}" type="slidenum">
              <a:rPr lang="en-US" altLang="en-US" sz="1200">
                <a:solidFill>
                  <a:srgbClr val="FF0000"/>
                </a:solidFill>
              </a:rPr>
              <a:pPr>
                <a:lnSpc>
                  <a:spcPct val="100000"/>
                </a:lnSpc>
                <a:spcBef>
                  <a:spcPct val="0"/>
                </a:spcBef>
                <a:buFontTx/>
                <a:buNone/>
              </a:pPr>
              <a:t>29</a:t>
            </a:fld>
            <a:endParaRPr lang="en-US" altLang="en-US" sz="1200" dirty="0">
              <a:solidFill>
                <a:srgbClr val="FF0000"/>
              </a:solidFill>
            </a:endParaRPr>
          </a:p>
        </p:txBody>
      </p:sp>
    </p:spTree>
    <p:extLst>
      <p:ext uri="{BB962C8B-B14F-4D97-AF65-F5344CB8AC3E}">
        <p14:creationId xmlns:p14="http://schemas.microsoft.com/office/powerpoint/2010/main" val="354853579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10" end="1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FE510A8C-29E6-4BDC-833B-7E41C4306ECE}"/>
              </a:ext>
            </a:extLst>
          </p:cNvPr>
          <p:cNvSpPr>
            <a:spLocks noGrp="1"/>
          </p:cNvSpPr>
          <p:nvPr>
            <p:ph type="title"/>
          </p:nvPr>
        </p:nvSpPr>
        <p:spPr>
          <a:xfrm>
            <a:off x="1221302" y="23520"/>
            <a:ext cx="9369425" cy="1189038"/>
          </a:xfrm>
        </p:spPr>
        <p:txBody>
          <a:bodyPr/>
          <a:lstStyle/>
          <a:p>
            <a:pPr algn="ctr" eaLnBrk="1" hangingPunct="1"/>
            <a:r>
              <a:rPr lang="en-US" altLang="en-US" sz="4000" dirty="0">
                <a:solidFill>
                  <a:srgbClr val="FF0000"/>
                </a:solidFill>
                <a:latin typeface="Cambria" panose="02040503050406030204" pitchFamily="18" charset="0"/>
              </a:rPr>
              <a:t> Number to Letter Coding</a:t>
            </a:r>
          </a:p>
        </p:txBody>
      </p:sp>
      <p:sp>
        <p:nvSpPr>
          <p:cNvPr id="6159" name="Freeform: Shape 71">
            <a:extLst>
              <a:ext uri="{FF2B5EF4-FFF2-40B4-BE49-F238E27FC236}">
                <a16:creationId xmlns:a16="http://schemas.microsoft.com/office/drawing/2014/main" id="{2D3B388A-146F-41F9-AB99-C0B91494FB2A}"/>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2A1C71EF-D0F1-4757-A057-F96ABFF5AF5E}"/>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3D18B512-3251-4E13-93B9-B1955760D245}"/>
              </a:ext>
            </a:extLst>
          </p:cNvPr>
          <p:cNvSpPr>
            <a:spLocks noGrp="1" noChangeArrowheads="1"/>
          </p:cNvSpPr>
          <p:nvPr>
            <p:ph idx="1"/>
          </p:nvPr>
        </p:nvSpPr>
        <p:spPr bwMode="auto">
          <a:xfrm>
            <a:off x="1190625" y="1384300"/>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24. If  AT = 20, BAT = 40 then CAT will be equal to:</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30			b.  50 			c. 60		d. 70</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4B435881-8C40-40E0-B259-C5DA966377B3}"/>
              </a:ext>
            </a:extLst>
          </p:cNvPr>
          <p:cNvSpPr>
            <a:spLocks noGrp="1"/>
          </p:cNvSpPr>
          <p:nvPr>
            <p:ph type="ftr" sz="quarter" idx="11"/>
          </p:nvPr>
        </p:nvSpPr>
        <p:spPr>
          <a:xfrm>
            <a:off x="2929731" y="6423244"/>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77831" name="Picture 2" descr="KL Deemed to be University Logo">
            <a:extLst>
              <a:ext uri="{FF2B5EF4-FFF2-40B4-BE49-F238E27FC236}">
                <a16:creationId xmlns:a16="http://schemas.microsoft.com/office/drawing/2014/main" id="{1B6F9A8A-17CA-4EA8-BB8B-EF5BE44567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4593" y="365981"/>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50D9999C-A90C-4C33-87B2-57F048BDF21D}"/>
              </a:ext>
            </a:extLst>
          </p:cNvPr>
          <p:cNvSpPr>
            <a:spLocks noGrp="1"/>
          </p:cNvSpPr>
          <p:nvPr>
            <p:ph type="dt" sz="quarter" idx="10"/>
          </p:nvPr>
        </p:nvSpPr>
        <p:spPr>
          <a:xfrm>
            <a:off x="276225" y="6356350"/>
            <a:ext cx="1828800" cy="365125"/>
          </a:xfrm>
        </p:spPr>
        <p:txBody>
          <a:bodyPr/>
          <a:lstStyle/>
          <a:p>
            <a:pPr>
              <a:defRPr/>
            </a:pPr>
            <a:fld id="{29D7C2BF-7068-403D-BB75-3485DC62DD54}" type="datetime1">
              <a:rPr lang="en-US" smtClean="0">
                <a:solidFill>
                  <a:srgbClr val="FF0000"/>
                </a:solidFill>
              </a:rPr>
              <a:t>12/5/2022</a:t>
            </a:fld>
            <a:endParaRPr lang="en-US" dirty="0">
              <a:solidFill>
                <a:srgbClr val="FF0000"/>
              </a:solidFill>
            </a:endParaRPr>
          </a:p>
        </p:txBody>
      </p:sp>
      <p:sp>
        <p:nvSpPr>
          <p:cNvPr id="77833" name="Slide Number Placeholder 2">
            <a:extLst>
              <a:ext uri="{FF2B5EF4-FFF2-40B4-BE49-F238E27FC236}">
                <a16:creationId xmlns:a16="http://schemas.microsoft.com/office/drawing/2014/main" id="{E974245B-8081-43F1-9FB7-2BEE8B44EE2F}"/>
              </a:ext>
            </a:extLst>
          </p:cNvPr>
          <p:cNvSpPr>
            <a:spLocks noGrp="1"/>
          </p:cNvSpPr>
          <p:nvPr>
            <p:ph type="sldNum" sz="quarter" idx="12"/>
          </p:nvPr>
        </p:nvSpPr>
        <p:spPr bwMode="auto">
          <a:xfrm>
            <a:off x="10079038"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E9C392E6-9FDA-4C28-9AA4-D7BC1F47AE07}" type="slidenum">
              <a:rPr lang="en-US" altLang="en-US" sz="1200">
                <a:solidFill>
                  <a:srgbClr val="FF0000"/>
                </a:solidFill>
              </a:rPr>
              <a:pPr>
                <a:lnSpc>
                  <a:spcPct val="100000"/>
                </a:lnSpc>
                <a:spcBef>
                  <a:spcPct val="0"/>
                </a:spcBef>
                <a:buFontTx/>
                <a:buNone/>
              </a:pPr>
              <a:t>30</a:t>
            </a:fld>
            <a:endParaRPr lang="en-US" altLang="en-US" sz="1200" dirty="0">
              <a:solidFill>
                <a:srgbClr val="FF0000"/>
              </a:solidFill>
            </a:endParaRPr>
          </a:p>
        </p:txBody>
      </p:sp>
    </p:spTree>
    <p:extLst>
      <p:ext uri="{BB962C8B-B14F-4D97-AF65-F5344CB8AC3E}">
        <p14:creationId xmlns:p14="http://schemas.microsoft.com/office/powerpoint/2010/main" val="56593590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8" end="8"/>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5C743769-6895-4C4F-93B0-D766CD003BC0}"/>
              </a:ext>
            </a:extLst>
          </p:cNvPr>
          <p:cNvSpPr>
            <a:spLocks noGrp="1"/>
          </p:cNvSpPr>
          <p:nvPr>
            <p:ph type="title"/>
          </p:nvPr>
        </p:nvSpPr>
        <p:spPr>
          <a:xfrm>
            <a:off x="1328591" y="14068"/>
            <a:ext cx="9369425" cy="1189038"/>
          </a:xfrm>
        </p:spPr>
        <p:txBody>
          <a:bodyPr/>
          <a:lstStyle/>
          <a:p>
            <a:pPr algn="ctr" eaLnBrk="1" hangingPunct="1"/>
            <a:r>
              <a:rPr lang="en-US" altLang="en-US" sz="4000" dirty="0">
                <a:solidFill>
                  <a:srgbClr val="FF0000"/>
                </a:solidFill>
                <a:latin typeface="Cambria" panose="02040503050406030204" pitchFamily="18" charset="0"/>
              </a:rPr>
              <a:t> Number to Letter Coding</a:t>
            </a:r>
          </a:p>
        </p:txBody>
      </p:sp>
      <p:sp>
        <p:nvSpPr>
          <p:cNvPr id="6159" name="Freeform: Shape 71">
            <a:extLst>
              <a:ext uri="{FF2B5EF4-FFF2-40B4-BE49-F238E27FC236}">
                <a16:creationId xmlns:a16="http://schemas.microsoft.com/office/drawing/2014/main" id="{59390B99-6751-40D2-9363-2C9B43180152}"/>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35487605-8454-4898-A370-871DE1146B37}"/>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Rectangle 3">
            <a:extLst>
              <a:ext uri="{FF2B5EF4-FFF2-40B4-BE49-F238E27FC236}">
                <a16:creationId xmlns:a16="http://schemas.microsoft.com/office/drawing/2014/main" id="{6048EF93-9EAC-484D-93A7-B32847AFB00A}"/>
              </a:ext>
            </a:extLst>
          </p:cNvPr>
          <p:cNvSpPr>
            <a:spLocks noGrp="1" noChangeArrowheads="1"/>
          </p:cNvSpPr>
          <p:nvPr>
            <p:ph idx="1"/>
          </p:nvPr>
        </p:nvSpPr>
        <p:spPr bwMode="auto">
          <a:xfrm>
            <a:off x="1190625" y="1384300"/>
            <a:ext cx="9802813" cy="4810125"/>
          </a:xfrm>
        </p:spPr>
        <p:txBody>
          <a:bodyPr wrap="square" numCol="1" anchor="t" anchorCtr="0" compatLnSpc="1">
            <a:prstTxWarp prst="textNoShape">
              <a:avLst/>
            </a:prstTxWarp>
          </a:bodyPr>
          <a:lstStyle/>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25. If  DRIVER = 12, PEDESTRIAN = 20, ACCIDENT = 16  then CAR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 3			b.  6 			c. 8		d. 10</a:t>
            </a: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endParaRPr lang="en-IN" altLang="en-US" dirty="0">
              <a:solidFill>
                <a:schemeClr val="tx2"/>
              </a:solidFill>
              <a:latin typeface="Times New Roman" panose="02020603050405020304" pitchFamily="18" charset="0"/>
              <a:cs typeface="Times New Roman" panose="02020603050405020304" pitchFamily="18" charset="0"/>
            </a:endParaRP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a:p>
            <a:pPr marL="0" indent="0">
              <a:spcBef>
                <a:spcPts val="600"/>
              </a:spcBef>
              <a:buFont typeface="Wingdings" panose="05000000000000000000" pitchFamily="2" charset="2"/>
              <a:buNone/>
            </a:pPr>
            <a:r>
              <a:rPr lang="en-IN" altLang="en-US" dirty="0">
                <a:solidFill>
                  <a:schemeClr val="tx2"/>
                </a:solidFill>
                <a:latin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A9EE285D-8390-40FA-ACAD-485F722A3455}"/>
              </a:ext>
            </a:extLst>
          </p:cNvPr>
          <p:cNvSpPr>
            <a:spLocks noGrp="1"/>
          </p:cNvSpPr>
          <p:nvPr>
            <p:ph type="ftr" sz="quarter" idx="11"/>
          </p:nvPr>
        </p:nvSpPr>
        <p:spPr>
          <a:xfrm>
            <a:off x="2708617" y="6356349"/>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79879" name="Picture 2" descr="KL Deemed to be University Logo">
            <a:extLst>
              <a:ext uri="{FF2B5EF4-FFF2-40B4-BE49-F238E27FC236}">
                <a16:creationId xmlns:a16="http://schemas.microsoft.com/office/drawing/2014/main" id="{8AA94475-C9AD-4A51-9035-CEB0124D7B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9675" y="281575"/>
            <a:ext cx="2503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7D242ED4-48F3-4717-B666-71C57018071B}"/>
              </a:ext>
            </a:extLst>
          </p:cNvPr>
          <p:cNvSpPr>
            <a:spLocks noGrp="1"/>
          </p:cNvSpPr>
          <p:nvPr>
            <p:ph type="dt" sz="quarter" idx="10"/>
          </p:nvPr>
        </p:nvSpPr>
        <p:spPr>
          <a:xfrm>
            <a:off x="192087" y="6356350"/>
            <a:ext cx="1828800" cy="365125"/>
          </a:xfrm>
        </p:spPr>
        <p:txBody>
          <a:bodyPr/>
          <a:lstStyle/>
          <a:p>
            <a:pPr>
              <a:defRPr/>
            </a:pPr>
            <a:fld id="{42960536-18A3-48C0-A93E-883E1C42B0EF}" type="datetime1">
              <a:rPr lang="en-US" smtClean="0">
                <a:solidFill>
                  <a:srgbClr val="FF0000"/>
                </a:solidFill>
              </a:rPr>
              <a:t>12/5/2022</a:t>
            </a:fld>
            <a:endParaRPr lang="en-US" dirty="0">
              <a:solidFill>
                <a:srgbClr val="FF0000"/>
              </a:solidFill>
            </a:endParaRPr>
          </a:p>
        </p:txBody>
      </p:sp>
      <p:sp>
        <p:nvSpPr>
          <p:cNvPr id="79881" name="Slide Number Placeholder 2">
            <a:extLst>
              <a:ext uri="{FF2B5EF4-FFF2-40B4-BE49-F238E27FC236}">
                <a16:creationId xmlns:a16="http://schemas.microsoft.com/office/drawing/2014/main" id="{CCEABCA3-637B-437E-9425-E25BC44C34D1}"/>
              </a:ext>
            </a:extLst>
          </p:cNvPr>
          <p:cNvSpPr>
            <a:spLocks noGrp="1"/>
          </p:cNvSpPr>
          <p:nvPr>
            <p:ph type="sldNum" sz="quarter" idx="12"/>
          </p:nvPr>
        </p:nvSpPr>
        <p:spPr bwMode="auto">
          <a:xfrm>
            <a:off x="10079038" y="6367462"/>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2318A374-A2D7-45DD-B373-8AEDEB31717F}" type="slidenum">
              <a:rPr lang="en-US" altLang="en-US" sz="1200">
                <a:solidFill>
                  <a:srgbClr val="FF0000"/>
                </a:solidFill>
              </a:rPr>
              <a:pPr>
                <a:lnSpc>
                  <a:spcPct val="100000"/>
                </a:lnSpc>
                <a:spcBef>
                  <a:spcPct val="0"/>
                </a:spcBef>
                <a:buFontTx/>
                <a:buNone/>
              </a:pPr>
              <a:t>31</a:t>
            </a:fld>
            <a:endParaRPr lang="en-US" altLang="en-US" sz="1200" dirty="0">
              <a:solidFill>
                <a:srgbClr val="FF0000"/>
              </a:solidFill>
            </a:endParaRPr>
          </a:p>
        </p:txBody>
      </p:sp>
    </p:spTree>
    <p:extLst>
      <p:ext uri="{BB962C8B-B14F-4D97-AF65-F5344CB8AC3E}">
        <p14:creationId xmlns:p14="http://schemas.microsoft.com/office/powerpoint/2010/main" val="188726842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8" end="8"/>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AD2B0E26-F662-4456-942A-6071B89E05FE}"/>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4C8E7522-9C83-45C2-BA40-1F38ED9B3D6D}"/>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2949" name="Rectangle 3">
            <a:extLst>
              <a:ext uri="{FF2B5EF4-FFF2-40B4-BE49-F238E27FC236}">
                <a16:creationId xmlns:a16="http://schemas.microsoft.com/office/drawing/2014/main" id="{91CBD1D5-F871-4D48-800F-DAE0522ABF24}"/>
              </a:ext>
            </a:extLst>
          </p:cNvPr>
          <p:cNvSpPr>
            <a:spLocks noGrp="1" noChangeArrowheads="1"/>
          </p:cNvSpPr>
          <p:nvPr>
            <p:ph idx="1"/>
          </p:nvPr>
        </p:nvSpPr>
        <p:spPr bwMode="auto">
          <a:xfrm>
            <a:off x="1178720" y="1400727"/>
            <a:ext cx="10360025" cy="4525963"/>
          </a:xfrm>
        </p:spPr>
        <p:txBody>
          <a:bodyPr wrap="square" numCol="1" anchor="t" anchorCtr="0" compatLnSpc="1">
            <a:prstTxWarp prst="textNoShape">
              <a:avLst/>
            </a:prstTxWarp>
          </a:bodyPr>
          <a:lstStyle/>
          <a:p>
            <a:pPr marL="0" indent="0" algn="ctr">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 Answer Key</a:t>
            </a:r>
          </a:p>
          <a:p>
            <a:pPr marL="0" indent="0" algn="ctr">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DBBF7A65-75C8-482B-ACF4-9B766CCE1DA6}"/>
              </a:ext>
            </a:extLst>
          </p:cNvPr>
          <p:cNvSpPr>
            <a:spLocks noGrp="1"/>
          </p:cNvSpPr>
          <p:nvPr>
            <p:ph type="ftr" sz="quarter" idx="11"/>
          </p:nvPr>
        </p:nvSpPr>
        <p:spPr>
          <a:xfrm>
            <a:off x="2933700" y="6438900"/>
            <a:ext cx="6324600" cy="365125"/>
          </a:xfrm>
        </p:spPr>
        <p:txBody>
          <a:bodyPr/>
          <a:lstStyle/>
          <a:p>
            <a:pPr>
              <a:defRPr/>
            </a:pPr>
            <a:r>
              <a:rPr lang="en-IN" sz="1800">
                <a:solidFill>
                  <a:srgbClr val="FF0000"/>
                </a:solidFill>
              </a:rPr>
              <a:t>Q AND R DIVISION (C.S.S. DEPARTMENT)</a:t>
            </a:r>
            <a:endParaRPr lang="en-US" sz="1800" dirty="0">
              <a:solidFill>
                <a:srgbClr val="FF0000"/>
              </a:solidFill>
            </a:endParaRPr>
          </a:p>
        </p:txBody>
      </p:sp>
      <p:pic>
        <p:nvPicPr>
          <p:cNvPr id="82951" name="Picture 2" descr="KL Deemed to be University Logo">
            <a:extLst>
              <a:ext uri="{FF2B5EF4-FFF2-40B4-BE49-F238E27FC236}">
                <a16:creationId xmlns:a16="http://schemas.microsoft.com/office/drawing/2014/main" id="{1D7C845B-E351-4FEF-9974-0C3AE46B8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8341" y="323557"/>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FCA2B5A3-39FA-42DF-A7EB-64DCD1EA9010}"/>
              </a:ext>
            </a:extLst>
          </p:cNvPr>
          <p:cNvSpPr>
            <a:spLocks noGrp="1"/>
          </p:cNvSpPr>
          <p:nvPr>
            <p:ph type="dt" sz="quarter" idx="10"/>
          </p:nvPr>
        </p:nvSpPr>
        <p:spPr>
          <a:xfrm>
            <a:off x="192087" y="6394181"/>
            <a:ext cx="1828800" cy="365125"/>
          </a:xfrm>
        </p:spPr>
        <p:txBody>
          <a:bodyPr/>
          <a:lstStyle/>
          <a:p>
            <a:pPr>
              <a:defRPr/>
            </a:pPr>
            <a:fld id="{DB41FD99-058C-43AF-BFE4-5F5F7FB02D9C}" type="datetime1">
              <a:rPr lang="en-US" smtClean="0">
                <a:solidFill>
                  <a:srgbClr val="FF0000"/>
                </a:solidFill>
              </a:rPr>
              <a:t>12/5/2022</a:t>
            </a:fld>
            <a:endParaRPr lang="en-US" dirty="0">
              <a:solidFill>
                <a:srgbClr val="FF0000"/>
              </a:solidFill>
            </a:endParaRPr>
          </a:p>
        </p:txBody>
      </p:sp>
      <p:sp>
        <p:nvSpPr>
          <p:cNvPr id="82953" name="Slide Number Placeholder 2">
            <a:extLst>
              <a:ext uri="{FF2B5EF4-FFF2-40B4-BE49-F238E27FC236}">
                <a16:creationId xmlns:a16="http://schemas.microsoft.com/office/drawing/2014/main" id="{785A4A9B-4B73-4F53-967D-4DD05650154E}"/>
              </a:ext>
            </a:extLst>
          </p:cNvPr>
          <p:cNvSpPr>
            <a:spLocks noGrp="1" noChangeArrowheads="1"/>
          </p:cNvSpPr>
          <p:nvPr>
            <p:ph type="sldNum" sz="quarter" idx="12"/>
          </p:nvPr>
        </p:nvSpPr>
        <p:spPr bwMode="auto">
          <a:xfrm>
            <a:off x="10039351" y="6365831"/>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D8D3B9FD-9969-45FD-B6F5-79F3DDE5C76D}" type="slidenum">
              <a:rPr lang="en-US" altLang="en-US" sz="1200" smtClean="0">
                <a:solidFill>
                  <a:srgbClr val="FF0000"/>
                </a:solidFill>
              </a:rPr>
              <a:pPr>
                <a:lnSpc>
                  <a:spcPct val="100000"/>
                </a:lnSpc>
                <a:spcBef>
                  <a:spcPct val="0"/>
                </a:spcBef>
                <a:buFontTx/>
                <a:buNone/>
              </a:pPr>
              <a:t>32</a:t>
            </a:fld>
            <a:endParaRPr lang="en-US" altLang="en-US" sz="1200" dirty="0">
              <a:solidFill>
                <a:srgbClr val="FF0000"/>
              </a:solidFill>
            </a:endParaRPr>
          </a:p>
        </p:txBody>
      </p:sp>
      <p:graphicFrame>
        <p:nvGraphicFramePr>
          <p:cNvPr id="3" name="Table 3">
            <a:extLst>
              <a:ext uri="{FF2B5EF4-FFF2-40B4-BE49-F238E27FC236}">
                <a16:creationId xmlns:a16="http://schemas.microsoft.com/office/drawing/2014/main" id="{6587EF0C-8B8D-35AB-5B24-DC1D83DB06A9}"/>
              </a:ext>
            </a:extLst>
          </p:cNvPr>
          <p:cNvGraphicFramePr>
            <a:graphicFrameLocks noGrp="1"/>
          </p:cNvGraphicFramePr>
          <p:nvPr>
            <p:extLst>
              <p:ext uri="{D42A27DB-BD31-4B8C-83A1-F6EECF244321}">
                <p14:modId xmlns:p14="http://schemas.microsoft.com/office/powerpoint/2010/main" val="2908221133"/>
              </p:ext>
            </p:extLst>
          </p:nvPr>
        </p:nvGraphicFramePr>
        <p:xfrm>
          <a:off x="2043113" y="2676843"/>
          <a:ext cx="8128000" cy="1112520"/>
        </p:xfrm>
        <a:graphic>
          <a:graphicData uri="http://schemas.openxmlformats.org/drawingml/2006/table">
            <a:tbl>
              <a:tblPr firstRow="1" bandRow="1">
                <a:tableStyleId>{5940675A-B579-460E-94D1-54222C63F5DA}</a:tableStyleId>
              </a:tblPr>
              <a:tblGrid>
                <a:gridCol w="812800">
                  <a:extLst>
                    <a:ext uri="{9D8B030D-6E8A-4147-A177-3AD203B41FA5}">
                      <a16:colId xmlns:a16="http://schemas.microsoft.com/office/drawing/2014/main" val="2171210678"/>
                    </a:ext>
                  </a:extLst>
                </a:gridCol>
                <a:gridCol w="812800">
                  <a:extLst>
                    <a:ext uri="{9D8B030D-6E8A-4147-A177-3AD203B41FA5}">
                      <a16:colId xmlns:a16="http://schemas.microsoft.com/office/drawing/2014/main" val="1868460415"/>
                    </a:ext>
                  </a:extLst>
                </a:gridCol>
                <a:gridCol w="812800">
                  <a:extLst>
                    <a:ext uri="{9D8B030D-6E8A-4147-A177-3AD203B41FA5}">
                      <a16:colId xmlns:a16="http://schemas.microsoft.com/office/drawing/2014/main" val="1957195682"/>
                    </a:ext>
                  </a:extLst>
                </a:gridCol>
                <a:gridCol w="812800">
                  <a:extLst>
                    <a:ext uri="{9D8B030D-6E8A-4147-A177-3AD203B41FA5}">
                      <a16:colId xmlns:a16="http://schemas.microsoft.com/office/drawing/2014/main" val="764696421"/>
                    </a:ext>
                  </a:extLst>
                </a:gridCol>
                <a:gridCol w="812800">
                  <a:extLst>
                    <a:ext uri="{9D8B030D-6E8A-4147-A177-3AD203B41FA5}">
                      <a16:colId xmlns:a16="http://schemas.microsoft.com/office/drawing/2014/main" val="3960376134"/>
                    </a:ext>
                  </a:extLst>
                </a:gridCol>
                <a:gridCol w="812800">
                  <a:extLst>
                    <a:ext uri="{9D8B030D-6E8A-4147-A177-3AD203B41FA5}">
                      <a16:colId xmlns:a16="http://schemas.microsoft.com/office/drawing/2014/main" val="2838882869"/>
                    </a:ext>
                  </a:extLst>
                </a:gridCol>
                <a:gridCol w="812800">
                  <a:extLst>
                    <a:ext uri="{9D8B030D-6E8A-4147-A177-3AD203B41FA5}">
                      <a16:colId xmlns:a16="http://schemas.microsoft.com/office/drawing/2014/main" val="608656916"/>
                    </a:ext>
                  </a:extLst>
                </a:gridCol>
                <a:gridCol w="812800">
                  <a:extLst>
                    <a:ext uri="{9D8B030D-6E8A-4147-A177-3AD203B41FA5}">
                      <a16:colId xmlns:a16="http://schemas.microsoft.com/office/drawing/2014/main" val="2620704870"/>
                    </a:ext>
                  </a:extLst>
                </a:gridCol>
                <a:gridCol w="812800">
                  <a:extLst>
                    <a:ext uri="{9D8B030D-6E8A-4147-A177-3AD203B41FA5}">
                      <a16:colId xmlns:a16="http://schemas.microsoft.com/office/drawing/2014/main" val="2212631680"/>
                    </a:ext>
                  </a:extLst>
                </a:gridCol>
                <a:gridCol w="812800">
                  <a:extLst>
                    <a:ext uri="{9D8B030D-6E8A-4147-A177-3AD203B41FA5}">
                      <a16:colId xmlns:a16="http://schemas.microsoft.com/office/drawing/2014/main" val="149436808"/>
                    </a:ext>
                  </a:extLst>
                </a:gridCol>
              </a:tblGrid>
              <a:tr h="370840">
                <a:tc>
                  <a:txBody>
                    <a:bodyPr/>
                    <a:lstStyle/>
                    <a:p>
                      <a:r>
                        <a:rPr lang="en-US" dirty="0">
                          <a:solidFill>
                            <a:schemeClr val="tx2"/>
                          </a:solidFill>
                        </a:rPr>
                        <a:t>01. d</a:t>
                      </a:r>
                      <a:endParaRPr lang="en-IN" dirty="0">
                        <a:solidFill>
                          <a:schemeClr val="tx2"/>
                        </a:solidFill>
                      </a:endParaRPr>
                    </a:p>
                  </a:txBody>
                  <a:tcPr/>
                </a:tc>
                <a:tc>
                  <a:txBody>
                    <a:bodyPr/>
                    <a:lstStyle/>
                    <a:p>
                      <a:r>
                        <a:rPr lang="en-US" dirty="0">
                          <a:solidFill>
                            <a:schemeClr val="tx2"/>
                          </a:solidFill>
                        </a:rPr>
                        <a:t>02. e</a:t>
                      </a:r>
                      <a:endParaRPr lang="en-IN" dirty="0">
                        <a:solidFill>
                          <a:schemeClr val="tx2"/>
                        </a:solidFill>
                      </a:endParaRPr>
                    </a:p>
                  </a:txBody>
                  <a:tcPr/>
                </a:tc>
                <a:tc>
                  <a:txBody>
                    <a:bodyPr/>
                    <a:lstStyle/>
                    <a:p>
                      <a:r>
                        <a:rPr lang="en-US" dirty="0">
                          <a:solidFill>
                            <a:schemeClr val="tx2"/>
                          </a:solidFill>
                        </a:rPr>
                        <a:t>03. b</a:t>
                      </a:r>
                      <a:endParaRPr lang="en-IN" dirty="0">
                        <a:solidFill>
                          <a:schemeClr val="tx2"/>
                        </a:solidFill>
                      </a:endParaRPr>
                    </a:p>
                  </a:txBody>
                  <a:tcPr/>
                </a:tc>
                <a:tc>
                  <a:txBody>
                    <a:bodyPr/>
                    <a:lstStyle/>
                    <a:p>
                      <a:r>
                        <a:rPr lang="en-US" dirty="0">
                          <a:solidFill>
                            <a:schemeClr val="tx2"/>
                          </a:solidFill>
                        </a:rPr>
                        <a:t>04. b</a:t>
                      </a:r>
                      <a:endParaRPr lang="en-IN" dirty="0">
                        <a:solidFill>
                          <a:schemeClr val="tx2"/>
                        </a:solidFill>
                      </a:endParaRPr>
                    </a:p>
                  </a:txBody>
                  <a:tcPr/>
                </a:tc>
                <a:tc>
                  <a:txBody>
                    <a:bodyPr/>
                    <a:lstStyle/>
                    <a:p>
                      <a:r>
                        <a:rPr lang="en-US" dirty="0">
                          <a:solidFill>
                            <a:schemeClr val="tx2"/>
                          </a:solidFill>
                        </a:rPr>
                        <a:t>05. b</a:t>
                      </a:r>
                      <a:endParaRPr lang="en-IN" dirty="0">
                        <a:solidFill>
                          <a:schemeClr val="tx2"/>
                        </a:solidFill>
                      </a:endParaRPr>
                    </a:p>
                  </a:txBody>
                  <a:tcPr/>
                </a:tc>
                <a:tc>
                  <a:txBody>
                    <a:bodyPr/>
                    <a:lstStyle/>
                    <a:p>
                      <a:r>
                        <a:rPr lang="en-US" dirty="0">
                          <a:solidFill>
                            <a:schemeClr val="tx2"/>
                          </a:solidFill>
                        </a:rPr>
                        <a:t>06. b</a:t>
                      </a:r>
                      <a:endParaRPr lang="en-IN" dirty="0">
                        <a:solidFill>
                          <a:schemeClr val="tx2"/>
                        </a:solidFill>
                      </a:endParaRPr>
                    </a:p>
                  </a:txBody>
                  <a:tcPr/>
                </a:tc>
                <a:tc>
                  <a:txBody>
                    <a:bodyPr/>
                    <a:lstStyle/>
                    <a:p>
                      <a:r>
                        <a:rPr lang="en-US" dirty="0">
                          <a:solidFill>
                            <a:schemeClr val="tx2"/>
                          </a:solidFill>
                        </a:rPr>
                        <a:t>07. a</a:t>
                      </a:r>
                      <a:endParaRPr lang="en-IN" dirty="0">
                        <a:solidFill>
                          <a:schemeClr val="tx2"/>
                        </a:solidFill>
                      </a:endParaRPr>
                    </a:p>
                  </a:txBody>
                  <a:tcPr/>
                </a:tc>
                <a:tc>
                  <a:txBody>
                    <a:bodyPr/>
                    <a:lstStyle/>
                    <a:p>
                      <a:r>
                        <a:rPr lang="en-US" dirty="0">
                          <a:solidFill>
                            <a:schemeClr val="tx2"/>
                          </a:solidFill>
                        </a:rPr>
                        <a:t>08. d</a:t>
                      </a:r>
                      <a:endParaRPr lang="en-IN" dirty="0">
                        <a:solidFill>
                          <a:schemeClr val="tx2"/>
                        </a:solidFill>
                      </a:endParaRPr>
                    </a:p>
                  </a:txBody>
                  <a:tcPr/>
                </a:tc>
                <a:tc>
                  <a:txBody>
                    <a:bodyPr/>
                    <a:lstStyle/>
                    <a:p>
                      <a:r>
                        <a:rPr lang="en-US" dirty="0">
                          <a:solidFill>
                            <a:schemeClr val="tx2"/>
                          </a:solidFill>
                        </a:rPr>
                        <a:t>09. d</a:t>
                      </a:r>
                      <a:endParaRPr lang="en-IN" dirty="0">
                        <a:solidFill>
                          <a:schemeClr val="tx2"/>
                        </a:solidFill>
                      </a:endParaRPr>
                    </a:p>
                  </a:txBody>
                  <a:tcPr/>
                </a:tc>
                <a:tc>
                  <a:txBody>
                    <a:bodyPr/>
                    <a:lstStyle/>
                    <a:p>
                      <a:r>
                        <a:rPr lang="en-US" dirty="0">
                          <a:solidFill>
                            <a:schemeClr val="tx2"/>
                          </a:solidFill>
                        </a:rPr>
                        <a:t>10. a</a:t>
                      </a:r>
                      <a:endParaRPr lang="en-IN" dirty="0">
                        <a:solidFill>
                          <a:schemeClr val="tx2"/>
                        </a:solidFill>
                      </a:endParaRPr>
                    </a:p>
                  </a:txBody>
                  <a:tcPr/>
                </a:tc>
                <a:extLst>
                  <a:ext uri="{0D108BD9-81ED-4DB2-BD59-A6C34878D82A}">
                    <a16:rowId xmlns:a16="http://schemas.microsoft.com/office/drawing/2014/main" val="1527539097"/>
                  </a:ext>
                </a:extLst>
              </a:tr>
              <a:tr h="370840">
                <a:tc>
                  <a:txBody>
                    <a:bodyPr/>
                    <a:lstStyle/>
                    <a:p>
                      <a:r>
                        <a:rPr lang="en-US" dirty="0">
                          <a:solidFill>
                            <a:schemeClr val="tx2"/>
                          </a:solidFill>
                        </a:rPr>
                        <a:t>11. b</a:t>
                      </a:r>
                      <a:endParaRPr lang="en-IN" dirty="0">
                        <a:solidFill>
                          <a:schemeClr val="tx2"/>
                        </a:solidFill>
                      </a:endParaRPr>
                    </a:p>
                  </a:txBody>
                  <a:tcPr/>
                </a:tc>
                <a:tc>
                  <a:txBody>
                    <a:bodyPr/>
                    <a:lstStyle/>
                    <a:p>
                      <a:r>
                        <a:rPr lang="en-US" dirty="0">
                          <a:solidFill>
                            <a:schemeClr val="tx2"/>
                          </a:solidFill>
                        </a:rPr>
                        <a:t>12. c</a:t>
                      </a:r>
                      <a:endParaRPr lang="en-IN" dirty="0">
                        <a:solidFill>
                          <a:schemeClr val="tx2"/>
                        </a:solidFill>
                      </a:endParaRPr>
                    </a:p>
                  </a:txBody>
                  <a:tcPr/>
                </a:tc>
                <a:tc>
                  <a:txBody>
                    <a:bodyPr/>
                    <a:lstStyle/>
                    <a:p>
                      <a:r>
                        <a:rPr lang="en-US" dirty="0">
                          <a:solidFill>
                            <a:schemeClr val="tx2"/>
                          </a:solidFill>
                        </a:rPr>
                        <a:t>13. b</a:t>
                      </a:r>
                      <a:endParaRPr lang="en-IN" dirty="0">
                        <a:solidFill>
                          <a:schemeClr val="tx2"/>
                        </a:solidFill>
                      </a:endParaRPr>
                    </a:p>
                  </a:txBody>
                  <a:tcPr/>
                </a:tc>
                <a:tc>
                  <a:txBody>
                    <a:bodyPr/>
                    <a:lstStyle/>
                    <a:p>
                      <a:r>
                        <a:rPr lang="en-US" dirty="0">
                          <a:solidFill>
                            <a:schemeClr val="tx2"/>
                          </a:solidFill>
                        </a:rPr>
                        <a:t>14. c</a:t>
                      </a:r>
                      <a:endParaRPr lang="en-IN" dirty="0">
                        <a:solidFill>
                          <a:schemeClr val="tx2"/>
                        </a:solidFill>
                      </a:endParaRPr>
                    </a:p>
                  </a:txBody>
                  <a:tcPr/>
                </a:tc>
                <a:tc>
                  <a:txBody>
                    <a:bodyPr/>
                    <a:lstStyle/>
                    <a:p>
                      <a:r>
                        <a:rPr lang="en-US" dirty="0">
                          <a:solidFill>
                            <a:schemeClr val="tx2"/>
                          </a:solidFill>
                        </a:rPr>
                        <a:t>15. c</a:t>
                      </a:r>
                      <a:endParaRPr lang="en-IN" dirty="0">
                        <a:solidFill>
                          <a:schemeClr val="tx2"/>
                        </a:solidFill>
                      </a:endParaRPr>
                    </a:p>
                  </a:txBody>
                  <a:tcPr/>
                </a:tc>
                <a:tc>
                  <a:txBody>
                    <a:bodyPr/>
                    <a:lstStyle/>
                    <a:p>
                      <a:r>
                        <a:rPr lang="en-US" dirty="0">
                          <a:solidFill>
                            <a:schemeClr val="tx2"/>
                          </a:solidFill>
                        </a:rPr>
                        <a:t>16. c</a:t>
                      </a:r>
                      <a:endParaRPr lang="en-IN" dirty="0">
                        <a:solidFill>
                          <a:schemeClr val="tx2"/>
                        </a:solidFill>
                      </a:endParaRPr>
                    </a:p>
                  </a:txBody>
                  <a:tcPr/>
                </a:tc>
                <a:tc>
                  <a:txBody>
                    <a:bodyPr/>
                    <a:lstStyle/>
                    <a:p>
                      <a:r>
                        <a:rPr lang="en-US" dirty="0">
                          <a:solidFill>
                            <a:schemeClr val="tx2"/>
                          </a:solidFill>
                        </a:rPr>
                        <a:t>17. a</a:t>
                      </a:r>
                      <a:endParaRPr lang="en-IN" dirty="0">
                        <a:solidFill>
                          <a:schemeClr val="tx2"/>
                        </a:solidFill>
                      </a:endParaRPr>
                    </a:p>
                  </a:txBody>
                  <a:tcPr/>
                </a:tc>
                <a:tc>
                  <a:txBody>
                    <a:bodyPr/>
                    <a:lstStyle/>
                    <a:p>
                      <a:r>
                        <a:rPr lang="en-US" dirty="0">
                          <a:solidFill>
                            <a:schemeClr val="tx2"/>
                          </a:solidFill>
                        </a:rPr>
                        <a:t>18. b</a:t>
                      </a:r>
                      <a:endParaRPr lang="en-IN" dirty="0">
                        <a:solidFill>
                          <a:schemeClr val="tx2"/>
                        </a:solidFill>
                      </a:endParaRPr>
                    </a:p>
                  </a:txBody>
                  <a:tcPr/>
                </a:tc>
                <a:tc>
                  <a:txBody>
                    <a:bodyPr/>
                    <a:lstStyle/>
                    <a:p>
                      <a:r>
                        <a:rPr lang="en-US" dirty="0">
                          <a:solidFill>
                            <a:schemeClr val="tx2"/>
                          </a:solidFill>
                        </a:rPr>
                        <a:t>19. c</a:t>
                      </a:r>
                      <a:endParaRPr lang="en-IN" dirty="0">
                        <a:solidFill>
                          <a:schemeClr val="tx2"/>
                        </a:solidFill>
                      </a:endParaRPr>
                    </a:p>
                  </a:txBody>
                  <a:tcPr/>
                </a:tc>
                <a:tc>
                  <a:txBody>
                    <a:bodyPr/>
                    <a:lstStyle/>
                    <a:p>
                      <a:r>
                        <a:rPr lang="en-US" dirty="0">
                          <a:solidFill>
                            <a:schemeClr val="tx2"/>
                          </a:solidFill>
                        </a:rPr>
                        <a:t>20. a</a:t>
                      </a:r>
                      <a:endParaRPr lang="en-IN" dirty="0">
                        <a:solidFill>
                          <a:schemeClr val="tx2"/>
                        </a:solidFill>
                      </a:endParaRPr>
                    </a:p>
                  </a:txBody>
                  <a:tcPr/>
                </a:tc>
                <a:extLst>
                  <a:ext uri="{0D108BD9-81ED-4DB2-BD59-A6C34878D82A}">
                    <a16:rowId xmlns:a16="http://schemas.microsoft.com/office/drawing/2014/main" val="456348635"/>
                  </a:ext>
                </a:extLst>
              </a:tr>
              <a:tr h="370840">
                <a:tc>
                  <a:txBody>
                    <a:bodyPr/>
                    <a:lstStyle/>
                    <a:p>
                      <a:r>
                        <a:rPr lang="en-US" dirty="0">
                          <a:solidFill>
                            <a:schemeClr val="tx2"/>
                          </a:solidFill>
                        </a:rPr>
                        <a:t>21. a</a:t>
                      </a:r>
                      <a:endParaRPr lang="en-IN" dirty="0">
                        <a:solidFill>
                          <a:schemeClr val="tx2"/>
                        </a:solidFill>
                      </a:endParaRPr>
                    </a:p>
                  </a:txBody>
                  <a:tcPr/>
                </a:tc>
                <a:tc>
                  <a:txBody>
                    <a:bodyPr/>
                    <a:lstStyle/>
                    <a:p>
                      <a:r>
                        <a:rPr lang="en-US" dirty="0">
                          <a:solidFill>
                            <a:schemeClr val="tx2"/>
                          </a:solidFill>
                        </a:rPr>
                        <a:t>22. d</a:t>
                      </a:r>
                      <a:endParaRPr lang="en-IN" dirty="0">
                        <a:solidFill>
                          <a:schemeClr val="tx2"/>
                        </a:solidFill>
                      </a:endParaRPr>
                    </a:p>
                  </a:txBody>
                  <a:tcPr/>
                </a:tc>
                <a:tc>
                  <a:txBody>
                    <a:bodyPr/>
                    <a:lstStyle/>
                    <a:p>
                      <a:r>
                        <a:rPr lang="en-US" dirty="0">
                          <a:solidFill>
                            <a:schemeClr val="tx2"/>
                          </a:solidFill>
                        </a:rPr>
                        <a:t>23. c</a:t>
                      </a:r>
                      <a:endParaRPr lang="en-IN" dirty="0">
                        <a:solidFill>
                          <a:schemeClr val="tx2"/>
                        </a:solidFill>
                      </a:endParaRPr>
                    </a:p>
                  </a:txBody>
                  <a:tcPr/>
                </a:tc>
                <a:tc>
                  <a:txBody>
                    <a:bodyPr/>
                    <a:lstStyle/>
                    <a:p>
                      <a:r>
                        <a:rPr lang="en-US" dirty="0">
                          <a:solidFill>
                            <a:schemeClr val="tx2"/>
                          </a:solidFill>
                        </a:rPr>
                        <a:t>24. c</a:t>
                      </a:r>
                      <a:endParaRPr lang="en-IN" dirty="0">
                        <a:solidFill>
                          <a:schemeClr val="tx2"/>
                        </a:solidFill>
                      </a:endParaRPr>
                    </a:p>
                  </a:txBody>
                  <a:tcPr/>
                </a:tc>
                <a:tc>
                  <a:txBody>
                    <a:bodyPr/>
                    <a:lstStyle/>
                    <a:p>
                      <a:r>
                        <a:rPr lang="en-US" dirty="0">
                          <a:solidFill>
                            <a:schemeClr val="tx2"/>
                          </a:solidFill>
                        </a:rPr>
                        <a:t>25. b</a:t>
                      </a:r>
                      <a:endParaRPr lang="en-IN" dirty="0">
                        <a:solidFill>
                          <a:schemeClr val="tx2"/>
                        </a:solidFill>
                      </a:endParaRPr>
                    </a:p>
                  </a:txBody>
                  <a:tcPr/>
                </a:tc>
                <a:tc>
                  <a:txBody>
                    <a:bodyPr/>
                    <a:lstStyle/>
                    <a:p>
                      <a:endParaRPr lang="en-IN" dirty="0">
                        <a:solidFill>
                          <a:schemeClr val="tx2"/>
                        </a:solidFill>
                      </a:endParaRPr>
                    </a:p>
                  </a:txBody>
                  <a:tcPr/>
                </a:tc>
                <a:tc>
                  <a:txBody>
                    <a:bodyPr/>
                    <a:lstStyle/>
                    <a:p>
                      <a:endParaRPr lang="en-IN">
                        <a:solidFill>
                          <a:schemeClr val="tx2"/>
                        </a:solidFill>
                      </a:endParaRPr>
                    </a:p>
                  </a:txBody>
                  <a:tcPr/>
                </a:tc>
                <a:tc>
                  <a:txBody>
                    <a:bodyPr/>
                    <a:lstStyle/>
                    <a:p>
                      <a:endParaRPr lang="en-IN">
                        <a:solidFill>
                          <a:schemeClr val="tx2"/>
                        </a:solidFill>
                      </a:endParaRPr>
                    </a:p>
                  </a:txBody>
                  <a:tcPr/>
                </a:tc>
                <a:tc>
                  <a:txBody>
                    <a:bodyPr/>
                    <a:lstStyle/>
                    <a:p>
                      <a:endParaRPr lang="en-IN">
                        <a:solidFill>
                          <a:schemeClr val="tx2"/>
                        </a:solidFill>
                      </a:endParaRPr>
                    </a:p>
                  </a:txBody>
                  <a:tcPr/>
                </a:tc>
                <a:tc>
                  <a:txBody>
                    <a:bodyPr/>
                    <a:lstStyle/>
                    <a:p>
                      <a:endParaRPr lang="en-IN" dirty="0">
                        <a:solidFill>
                          <a:schemeClr val="tx2"/>
                        </a:solidFill>
                      </a:endParaRPr>
                    </a:p>
                  </a:txBody>
                  <a:tcPr/>
                </a:tc>
                <a:extLst>
                  <a:ext uri="{0D108BD9-81ED-4DB2-BD59-A6C34878D82A}">
                    <a16:rowId xmlns:a16="http://schemas.microsoft.com/office/drawing/2014/main" val="2736372622"/>
                  </a:ext>
                </a:extLst>
              </a:tr>
            </a:tbl>
          </a:graphicData>
        </a:graphic>
      </p:graphicFrame>
    </p:spTree>
    <p:extLst>
      <p:ext uri="{BB962C8B-B14F-4D97-AF65-F5344CB8AC3E}">
        <p14:creationId xmlns:p14="http://schemas.microsoft.com/office/powerpoint/2010/main" val="2348804217"/>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71">
            <a:extLst>
              <a:ext uri="{FF2B5EF4-FFF2-40B4-BE49-F238E27FC236}">
                <a16:creationId xmlns:a16="http://schemas.microsoft.com/office/drawing/2014/main" id="{EDFE8B6B-AFF8-4B8A-B17B-D4D11DE7BD68}"/>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Freeform: Shape 75">
            <a:extLst>
              <a:ext uri="{FF2B5EF4-FFF2-40B4-BE49-F238E27FC236}">
                <a16:creationId xmlns:a16="http://schemas.microsoft.com/office/drawing/2014/main" id="{C7FB3912-9414-47A7-BCE1-E31998EA61BB}"/>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6020" name="Picture 2" descr="KL Deemed to be University Logo">
            <a:extLst>
              <a:ext uri="{FF2B5EF4-FFF2-40B4-BE49-F238E27FC236}">
                <a16:creationId xmlns:a16="http://schemas.microsoft.com/office/drawing/2014/main" id="{918D8FE9-70D1-4508-9336-E99FCD0678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3505200"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1" name="Picture 4" descr="C:\Users\mylaptop\AppData\Local\Microsoft\Windows\INetCache\IE\HZ5Y6YNC\Thank_you_pinned_note[1].png">
            <a:extLst>
              <a:ext uri="{FF2B5EF4-FFF2-40B4-BE49-F238E27FC236}">
                <a16:creationId xmlns:a16="http://schemas.microsoft.com/office/drawing/2014/main" id="{DB23B655-F91F-49AB-8BF2-A143AB391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0731" y="1287463"/>
            <a:ext cx="5570538" cy="55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827597F1-9ADB-FCDD-57C9-9A1901D7896A}"/>
              </a:ext>
            </a:extLst>
          </p:cNvPr>
          <p:cNvSpPr>
            <a:spLocks noGrp="1"/>
          </p:cNvSpPr>
          <p:nvPr>
            <p:ph type="dt" sz="half" idx="10"/>
          </p:nvPr>
        </p:nvSpPr>
        <p:spPr>
          <a:xfrm>
            <a:off x="274907" y="6356350"/>
            <a:ext cx="1828800" cy="365125"/>
          </a:xfrm>
        </p:spPr>
        <p:txBody>
          <a:bodyPr/>
          <a:lstStyle/>
          <a:p>
            <a:pPr>
              <a:defRPr/>
            </a:pPr>
            <a:fld id="{6F49201E-F2E7-419B-BE4C-D0404A571702}" type="datetime1">
              <a:rPr lang="en-US" smtClean="0">
                <a:solidFill>
                  <a:srgbClr val="FF0000"/>
                </a:solidFill>
              </a:rPr>
              <a:t>12/5/2022</a:t>
            </a:fld>
            <a:endParaRPr lang="en-IN" dirty="0">
              <a:solidFill>
                <a:srgbClr val="FF0000"/>
              </a:solidFill>
            </a:endParaRPr>
          </a:p>
        </p:txBody>
      </p:sp>
      <p:sp>
        <p:nvSpPr>
          <p:cNvPr id="3" name="Footer Placeholder 2">
            <a:extLst>
              <a:ext uri="{FF2B5EF4-FFF2-40B4-BE49-F238E27FC236}">
                <a16:creationId xmlns:a16="http://schemas.microsoft.com/office/drawing/2014/main" id="{22FCCB89-86A1-E2BF-9927-5179E0E86AA1}"/>
              </a:ext>
            </a:extLst>
          </p:cNvPr>
          <p:cNvSpPr>
            <a:spLocks noGrp="1"/>
          </p:cNvSpPr>
          <p:nvPr>
            <p:ph type="ftr" sz="quarter" idx="11"/>
          </p:nvPr>
        </p:nvSpPr>
        <p:spPr/>
        <p:txBody>
          <a:bodyPr/>
          <a:lstStyle/>
          <a:p>
            <a:pPr>
              <a:defRPr/>
            </a:pPr>
            <a:r>
              <a:rPr lang="en-IN" sz="1600" dirty="0">
                <a:solidFill>
                  <a:srgbClr val="FF0000"/>
                </a:solidFill>
                <a:latin typeface="Times New Roman" panose="02020603050405020304" pitchFamily="18" charset="0"/>
                <a:cs typeface="Times New Roman" panose="02020603050405020304" pitchFamily="18" charset="0"/>
              </a:rPr>
              <a:t>Q AND R DIVISION (C.S.S. DEPARTMENT)</a:t>
            </a:r>
          </a:p>
        </p:txBody>
      </p:sp>
      <p:sp>
        <p:nvSpPr>
          <p:cNvPr id="6" name="Slide Number Placeholder 5">
            <a:extLst>
              <a:ext uri="{FF2B5EF4-FFF2-40B4-BE49-F238E27FC236}">
                <a16:creationId xmlns:a16="http://schemas.microsoft.com/office/drawing/2014/main" id="{A2BDCA76-52D9-C183-C9DE-2BB21DFE1C4E}"/>
              </a:ext>
            </a:extLst>
          </p:cNvPr>
          <p:cNvSpPr>
            <a:spLocks noGrp="1"/>
          </p:cNvSpPr>
          <p:nvPr>
            <p:ph type="sldNum" sz="quarter" idx="12"/>
          </p:nvPr>
        </p:nvSpPr>
        <p:spPr>
          <a:xfrm>
            <a:off x="10002300" y="6356350"/>
            <a:ext cx="1828800" cy="365125"/>
          </a:xfrm>
        </p:spPr>
        <p:txBody>
          <a:bodyPr/>
          <a:lstStyle/>
          <a:p>
            <a:pPr>
              <a:defRPr/>
            </a:pPr>
            <a:fld id="{09188413-70F9-4011-ADAA-2186BBC4A446}" type="slidenum">
              <a:rPr lang="en-US" altLang="en-US" smtClean="0">
                <a:solidFill>
                  <a:srgbClr val="FF0000"/>
                </a:solidFill>
              </a:rPr>
              <a:pPr>
                <a:defRPr/>
              </a:pPr>
              <a:t>33</a:t>
            </a:fld>
            <a:endParaRPr lang="en-US" altLang="en-US" dirty="0">
              <a:solidFill>
                <a:srgbClr val="FF0000"/>
              </a:solidFill>
            </a:endParaRPr>
          </a:p>
        </p:txBody>
      </p:sp>
    </p:spTree>
  </p:cSld>
  <p:clrMapOvr>
    <a:masterClrMapping/>
  </p:clrMapOvr>
  <p:transition spd="med">
    <p:fade/>
  </p:transition>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8237</TotalTime>
  <Words>2125</Words>
  <Application>Microsoft Office PowerPoint</Application>
  <PresentationFormat>Widescreen</PresentationFormat>
  <Paragraphs>440</Paragraphs>
  <Slides>33</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Algerian</vt:lpstr>
      <vt:lpstr>Arial</vt:lpstr>
      <vt:lpstr>Cambria</vt:lpstr>
      <vt:lpstr>Euphemia</vt:lpstr>
      <vt:lpstr>Plantagenet Cherokee</vt:lpstr>
      <vt:lpstr>Times New Roman</vt:lpstr>
      <vt:lpstr>Wingdings</vt:lpstr>
      <vt:lpstr>Academic Literature 16x9</vt:lpstr>
      <vt:lpstr>Welcome TO QUANTITATIVE APTITUDE  &amp; REASONING DIVISION</vt:lpstr>
      <vt:lpstr>PROBLEM SOLVING SKILLS-I   (21UC3105) </vt:lpstr>
      <vt:lpstr>PowerPoint Presentation</vt:lpstr>
      <vt:lpstr>  ODD MAN OUT </vt:lpstr>
      <vt:lpstr>      ODD MAN OUT </vt:lpstr>
      <vt:lpstr>      ODD MAN OUT </vt:lpstr>
      <vt:lpstr>      ODD MAN OUT </vt:lpstr>
      <vt:lpstr>      ODD MAN OUT </vt:lpstr>
      <vt:lpstr>Coding - decoding  </vt:lpstr>
      <vt:lpstr>Coding - decoding </vt:lpstr>
      <vt:lpstr>Letter to Letter Coding</vt:lpstr>
      <vt:lpstr>Letter to Letter Coding</vt:lpstr>
      <vt:lpstr>Letter to Letter Coding</vt:lpstr>
      <vt:lpstr>Letter to Letter Coding</vt:lpstr>
      <vt:lpstr>Letter to Letter Coding</vt:lpstr>
      <vt:lpstr> Letter to Letter Coding</vt:lpstr>
      <vt:lpstr>  Letter to Letter Coding</vt:lpstr>
      <vt:lpstr> Letter to  Digit  Coding</vt:lpstr>
      <vt:lpstr> Letter to Digit  Coding</vt:lpstr>
      <vt:lpstr> Letter to Digit  Coding</vt:lpstr>
      <vt:lpstr> Letters, Digits  and Symbols Coding</vt:lpstr>
      <vt:lpstr>  Word to Word Coding</vt:lpstr>
      <vt:lpstr>  Word to Word Coding</vt:lpstr>
      <vt:lpstr> Word to Word Coding</vt:lpstr>
      <vt:lpstr> Word to Word Coding</vt:lpstr>
      <vt:lpstr>   Digit to word Coding</vt:lpstr>
      <vt:lpstr> Number to Letter  Coding</vt:lpstr>
      <vt:lpstr> Number to Letter  Coding</vt:lpstr>
      <vt:lpstr> Number to Letter Coding</vt:lpstr>
      <vt:lpstr> Number to Letter Coding</vt:lpstr>
      <vt:lpstr> Number to Letter Coding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klu</dc:creator>
  <cp:lastModifiedBy>SUNIL KUMAR</cp:lastModifiedBy>
  <cp:revision>195</cp:revision>
  <dcterms:created xsi:type="dcterms:W3CDTF">2020-07-20T07:07:45Z</dcterms:created>
  <dcterms:modified xsi:type="dcterms:W3CDTF">2022-12-05T06:22:54Z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