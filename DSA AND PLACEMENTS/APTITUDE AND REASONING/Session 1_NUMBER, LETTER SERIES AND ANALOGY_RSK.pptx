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handoutMasterIdLst>
    <p:handoutMasterId r:id="rId38"/>
  </p:handoutMasterIdLst>
  <p:sldIdLst>
    <p:sldId id="326" r:id="rId2"/>
    <p:sldId id="256" r:id="rId3"/>
    <p:sldId id="532" r:id="rId4"/>
    <p:sldId id="459" r:id="rId5"/>
    <p:sldId id="468" r:id="rId6"/>
    <p:sldId id="469" r:id="rId7"/>
    <p:sldId id="470" r:id="rId8"/>
    <p:sldId id="467" r:id="rId9"/>
    <p:sldId id="472" r:id="rId10"/>
    <p:sldId id="482" r:id="rId11"/>
    <p:sldId id="544" r:id="rId12"/>
    <p:sldId id="545" r:id="rId13"/>
    <p:sldId id="492" r:id="rId14"/>
    <p:sldId id="494" r:id="rId15"/>
    <p:sldId id="496" r:id="rId16"/>
    <p:sldId id="498" r:id="rId17"/>
    <p:sldId id="460" r:id="rId18"/>
    <p:sldId id="453" r:id="rId19"/>
    <p:sldId id="501" r:id="rId20"/>
    <p:sldId id="503" r:id="rId21"/>
    <p:sldId id="505" r:id="rId22"/>
    <p:sldId id="507" r:id="rId23"/>
    <p:sldId id="509" r:id="rId24"/>
    <p:sldId id="510" r:id="rId25"/>
    <p:sldId id="511" r:id="rId26"/>
    <p:sldId id="512" r:id="rId27"/>
    <p:sldId id="513" r:id="rId28"/>
    <p:sldId id="514" r:id="rId29"/>
    <p:sldId id="516" r:id="rId30"/>
    <p:sldId id="518" r:id="rId31"/>
    <p:sldId id="520" r:id="rId32"/>
    <p:sldId id="522" r:id="rId33"/>
    <p:sldId id="523" r:id="rId34"/>
    <p:sldId id="543" r:id="rId35"/>
    <p:sldId id="309" r:id="rId3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9" autoAdjust="0"/>
    <p:restoredTop sz="93447" autoAdjust="0"/>
  </p:normalViewPr>
  <p:slideViewPr>
    <p:cSldViewPr snapToGrid="0">
      <p:cViewPr varScale="1">
        <p:scale>
          <a:sx n="68" d="100"/>
          <a:sy n="68" d="100"/>
        </p:scale>
        <p:origin x="696"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92" d="100"/>
          <a:sy n="92" d="100"/>
        </p:scale>
        <p:origin x="3732"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78149B-A8BC-4743-A06B-5A3E731D6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dirty="0"/>
          </a:p>
        </p:txBody>
      </p:sp>
      <p:sp>
        <p:nvSpPr>
          <p:cNvPr id="3" name="Date Placeholder 2">
            <a:extLst>
              <a:ext uri="{FF2B5EF4-FFF2-40B4-BE49-F238E27FC236}">
                <a16:creationId xmlns:a16="http://schemas.microsoft.com/office/drawing/2014/main" id="{A049C8E3-648A-41E3-A6D2-66F3BD5905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94627DEB-5BF7-4B0A-B0B2-C070AF860FCB}" type="datetimeFigureOut">
              <a:rPr lang="en-US"/>
              <a:pPr>
                <a:defRPr/>
              </a:pPr>
              <a:t>12/3/2022</a:t>
            </a:fld>
            <a:endParaRPr dirty="0"/>
          </a:p>
        </p:txBody>
      </p:sp>
      <p:sp>
        <p:nvSpPr>
          <p:cNvPr id="4" name="Footer Placeholder 3">
            <a:extLst>
              <a:ext uri="{FF2B5EF4-FFF2-40B4-BE49-F238E27FC236}">
                <a16:creationId xmlns:a16="http://schemas.microsoft.com/office/drawing/2014/main" id="{C0EB93F8-23B4-4AEB-8E45-8F2687743F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dirty="0"/>
          </a:p>
        </p:txBody>
      </p:sp>
      <p:sp>
        <p:nvSpPr>
          <p:cNvPr id="5" name="Slide Number Placeholder 4">
            <a:extLst>
              <a:ext uri="{FF2B5EF4-FFF2-40B4-BE49-F238E27FC236}">
                <a16:creationId xmlns:a16="http://schemas.microsoft.com/office/drawing/2014/main" id="{F371DEB0-9DE6-41B0-B209-78CDAEF17325}"/>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Euphemia" panose="020B0604020202020204" pitchFamily="34" charset="0"/>
              </a:defRPr>
            </a:lvl1pPr>
          </a:lstStyle>
          <a:p>
            <a:pPr>
              <a:defRPr/>
            </a:pPr>
            <a:fld id="{A6228582-A7A3-4D6A-9E41-2BC8022236D0}" type="slidenum">
              <a:rPr lang="en-US" altLang="en-US"/>
              <a:pPr>
                <a:defRPr/>
              </a:pPr>
              <a:t>‹#›</a:t>
            </a:fld>
            <a:endParaRPr lang="en-US" alt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89CD3D-DDE4-4431-A102-21D5C528848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dirty="0"/>
          </a:p>
        </p:txBody>
      </p:sp>
      <p:sp>
        <p:nvSpPr>
          <p:cNvPr id="3" name="Date Placeholder 2">
            <a:extLst>
              <a:ext uri="{FF2B5EF4-FFF2-40B4-BE49-F238E27FC236}">
                <a16:creationId xmlns:a16="http://schemas.microsoft.com/office/drawing/2014/main" id="{548B2DDF-5A0D-4EE7-A2A6-194BF0454A72}"/>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9E7113DE-79F1-4A5D-B818-FFFEC0CE46D3}" type="datetimeFigureOut">
              <a:rPr lang="en-US"/>
              <a:pPr>
                <a:defRPr/>
              </a:pPr>
              <a:t>12/3/2022</a:t>
            </a:fld>
            <a:endParaRPr dirty="0"/>
          </a:p>
        </p:txBody>
      </p:sp>
      <p:sp>
        <p:nvSpPr>
          <p:cNvPr id="4" name="Slide Image Placeholder 3">
            <a:extLst>
              <a:ext uri="{FF2B5EF4-FFF2-40B4-BE49-F238E27FC236}">
                <a16:creationId xmlns:a16="http://schemas.microsoft.com/office/drawing/2014/main" id="{9662DA79-C38D-4F6C-8E25-1B107FCA61B1}"/>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noProof="0" dirty="0"/>
          </a:p>
        </p:txBody>
      </p:sp>
      <p:sp>
        <p:nvSpPr>
          <p:cNvPr id="5" name="Notes Placeholder 4">
            <a:extLst>
              <a:ext uri="{FF2B5EF4-FFF2-40B4-BE49-F238E27FC236}">
                <a16:creationId xmlns:a16="http://schemas.microsoft.com/office/drawing/2014/main" id="{2DAEFED1-221E-4C19-843B-A44FD1C574ED}"/>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noProof="0"/>
              <a:t>Click to edit Master text styles</a:t>
            </a:r>
          </a:p>
          <a:p>
            <a:pPr lvl="1"/>
            <a:r>
              <a:rPr noProof="0"/>
              <a:t>Second level</a:t>
            </a:r>
          </a:p>
          <a:p>
            <a:pPr lvl="2"/>
            <a:r>
              <a:rPr noProof="0"/>
              <a:t>Third level</a:t>
            </a:r>
          </a:p>
          <a:p>
            <a:pPr lvl="3"/>
            <a:r>
              <a:rPr noProof="0"/>
              <a:t>Fourth level</a:t>
            </a:r>
          </a:p>
          <a:p>
            <a:pPr lvl="4"/>
            <a:r>
              <a:rPr noProof="0"/>
              <a:t>Fifth level</a:t>
            </a:r>
          </a:p>
        </p:txBody>
      </p:sp>
      <p:sp>
        <p:nvSpPr>
          <p:cNvPr id="6" name="Footer Placeholder 5">
            <a:extLst>
              <a:ext uri="{FF2B5EF4-FFF2-40B4-BE49-F238E27FC236}">
                <a16:creationId xmlns:a16="http://schemas.microsoft.com/office/drawing/2014/main" id="{2848F129-A9B6-4A98-A587-5AD118BDDE6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dirty="0"/>
          </a:p>
        </p:txBody>
      </p:sp>
      <p:sp>
        <p:nvSpPr>
          <p:cNvPr id="7" name="Slide Number Placeholder 6">
            <a:extLst>
              <a:ext uri="{FF2B5EF4-FFF2-40B4-BE49-F238E27FC236}">
                <a16:creationId xmlns:a16="http://schemas.microsoft.com/office/drawing/2014/main" id="{0026C0E9-B9A0-47A0-B952-2E2B7B4D5CFE}"/>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Euphemia" panose="020B0604020202020204" pitchFamily="34" charset="0"/>
              </a:defRPr>
            </a:lvl1pPr>
          </a:lstStyle>
          <a:p>
            <a:pPr>
              <a:defRPr/>
            </a:pPr>
            <a:fld id="{66730856-EB69-4C8C-AE04-668635DE9830}"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E0F6170D-768A-4664-9F38-3CE27F23B7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D6B1B923-48BB-4398-ADCB-643069757C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52B7DDD1-292B-98FD-499C-38E598937B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1B121FEB-A38A-8311-A77B-DAEB8118371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cs typeface="Arial" panose="020B0604020202020204" pitchFamily="34" charset="0"/>
            </a:endParaRPr>
          </a:p>
        </p:txBody>
      </p:sp>
      <p:sp>
        <p:nvSpPr>
          <p:cNvPr id="17412" name="Slide Number Placeholder 3">
            <a:extLst>
              <a:ext uri="{FF2B5EF4-FFF2-40B4-BE49-F238E27FC236}">
                <a16:creationId xmlns:a16="http://schemas.microsoft.com/office/drawing/2014/main" id="{58F1009A-67D7-B570-72B4-6FBFA8234F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C2412CA-75D7-4D89-A159-944CE5FBD317}" type="slidenum">
              <a:rPr lang="en-US" altLang="en-US" smtClean="0">
                <a:latin typeface="Euphemia" pitchFamily="34" charset="0"/>
              </a:rPr>
              <a:pPr/>
              <a:t>2</a:t>
            </a:fld>
            <a:endParaRPr lang="en-US" altLang="en-US" dirty="0">
              <a:latin typeface="Euphemia"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F6D7B14E-0B32-401E-BCB4-0D831891BCD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A6C143C4-DFF1-4152-895A-4207F33471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cs typeface="Arial" panose="020B0604020202020204" pitchFamily="34" charset="0"/>
            </a:endParaRPr>
          </a:p>
        </p:txBody>
      </p:sp>
      <p:sp>
        <p:nvSpPr>
          <p:cNvPr id="17412" name="Slide Number Placeholder 3">
            <a:extLst>
              <a:ext uri="{FF2B5EF4-FFF2-40B4-BE49-F238E27FC236}">
                <a16:creationId xmlns:a16="http://schemas.microsoft.com/office/drawing/2014/main" id="{245EC2D6-1890-445D-9D89-232BBE9C2F8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F7B7D01-AC71-43DF-AD97-817E57719837}" type="slidenum">
              <a:rPr lang="en-US" altLang="en-US" smtClean="0">
                <a:latin typeface="Euphemia" panose="020B0503040102020104" pitchFamily="34" charset="0"/>
              </a:rPr>
              <a:pPr/>
              <a:t>3</a:t>
            </a:fld>
            <a:endParaRPr lang="en-US" altLang="en-US" dirty="0">
              <a:latin typeface="Euphemia" panose="020B0503040102020104" pitchFamily="34" charset="0"/>
            </a:endParaRPr>
          </a:p>
        </p:txBody>
      </p:sp>
    </p:spTree>
    <p:extLst>
      <p:ext uri="{BB962C8B-B14F-4D97-AF65-F5344CB8AC3E}">
        <p14:creationId xmlns:p14="http://schemas.microsoft.com/office/powerpoint/2010/main" val="4065069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E166B0-4AD9-455F-9CBC-D3C7DF216722}"/>
              </a:ext>
            </a:extLst>
          </p:cNvPr>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dirty="0"/>
          </a:p>
        </p:txBody>
      </p:sp>
      <p:sp>
        <p:nvSpPr>
          <p:cNvPr id="5" name="Rectangle 4">
            <a:extLst>
              <a:ext uri="{FF2B5EF4-FFF2-40B4-BE49-F238E27FC236}">
                <a16:creationId xmlns:a16="http://schemas.microsoft.com/office/drawing/2014/main" id="{2C9281EF-A804-4E54-88A5-5B7C6F7F9B55}"/>
              </a:ext>
            </a:extLst>
          </p:cNvPr>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dirty="0"/>
          </a:p>
        </p:txBody>
      </p:sp>
      <p:pic>
        <p:nvPicPr>
          <p:cNvPr id="6" name="Picture 5">
            <a:extLst>
              <a:ext uri="{FF2B5EF4-FFF2-40B4-BE49-F238E27FC236}">
                <a16:creationId xmlns:a16="http://schemas.microsoft.com/office/drawing/2014/main" id="{35D85614-C6F1-4883-9BEC-59B92E9A2C5D}"/>
              </a:ext>
            </a:extLst>
          </p:cNvPr>
          <p:cNvPicPr>
            <a:picLocks noChangeAspect="1"/>
          </p:cNvPicPr>
          <p:nvPr/>
        </p:nvPicPr>
        <p:blipFill rotWithShape="1">
          <a:blip r:embed="rId2" cstate="print">
            <a:duotone>
              <a:schemeClr val="accent2">
                <a:shade val="45000"/>
                <a:satMod val="135000"/>
              </a:schemeClr>
              <a:prstClr val="white"/>
            </a:duotone>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7" name="Date Placeholder 3">
            <a:extLst>
              <a:ext uri="{FF2B5EF4-FFF2-40B4-BE49-F238E27FC236}">
                <a16:creationId xmlns:a16="http://schemas.microsoft.com/office/drawing/2014/main" id="{F85051D2-02A1-4D8B-9A8D-4137A8715566}"/>
              </a:ext>
            </a:extLst>
          </p:cNvPr>
          <p:cNvSpPr>
            <a:spLocks noGrp="1"/>
          </p:cNvSpPr>
          <p:nvPr>
            <p:ph type="dt" sz="half" idx="10"/>
          </p:nvPr>
        </p:nvSpPr>
        <p:spPr/>
        <p:txBody>
          <a:bodyPr/>
          <a:lstStyle>
            <a:lvl1pPr>
              <a:defRPr/>
            </a:lvl1pPr>
          </a:lstStyle>
          <a:p>
            <a:pPr>
              <a:defRPr/>
            </a:pPr>
            <a:fld id="{CBD3DAED-BE48-4EFD-92FB-349BF617AA0B}" type="datetime1">
              <a:rPr lang="en-US" smtClean="0"/>
              <a:t>12/3/2022</a:t>
            </a:fld>
            <a:endParaRPr dirty="0"/>
          </a:p>
        </p:txBody>
      </p:sp>
      <p:sp>
        <p:nvSpPr>
          <p:cNvPr id="8" name="Footer Placeholder 4">
            <a:extLst>
              <a:ext uri="{FF2B5EF4-FFF2-40B4-BE49-F238E27FC236}">
                <a16:creationId xmlns:a16="http://schemas.microsoft.com/office/drawing/2014/main" id="{649FA255-97E0-4BB0-9A8B-A6AA6DD682F4}"/>
              </a:ext>
            </a:extLst>
          </p:cNvPr>
          <p:cNvSpPr>
            <a:spLocks noGrp="1"/>
          </p:cNvSpPr>
          <p:nvPr>
            <p:ph type="ftr" sz="quarter" idx="11"/>
          </p:nvPr>
        </p:nvSpPr>
        <p:spPr/>
        <p:txBody>
          <a:bodyPr/>
          <a:lstStyle>
            <a:lvl1pPr>
              <a:defRPr/>
            </a:lvl1pPr>
          </a:lstStyle>
          <a:p>
            <a:pPr>
              <a:defRPr/>
            </a:pPr>
            <a:r>
              <a:rPr lang="en-IN"/>
              <a:t>Q AND R DIVISION (C.S.S. DEPARTMENT)</a:t>
            </a:r>
            <a:endParaRPr dirty="0"/>
          </a:p>
        </p:txBody>
      </p:sp>
      <p:sp>
        <p:nvSpPr>
          <p:cNvPr id="9" name="Slide Number Placeholder 5">
            <a:extLst>
              <a:ext uri="{FF2B5EF4-FFF2-40B4-BE49-F238E27FC236}">
                <a16:creationId xmlns:a16="http://schemas.microsoft.com/office/drawing/2014/main" id="{E2504AA1-5009-4A31-871F-A9BD7DBEA1FB}"/>
              </a:ext>
            </a:extLst>
          </p:cNvPr>
          <p:cNvSpPr>
            <a:spLocks noGrp="1"/>
          </p:cNvSpPr>
          <p:nvPr>
            <p:ph type="sldNum" sz="quarter" idx="12"/>
          </p:nvPr>
        </p:nvSpPr>
        <p:spPr/>
        <p:txBody>
          <a:bodyPr/>
          <a:lstStyle>
            <a:lvl1pPr>
              <a:defRPr/>
            </a:lvl1pPr>
          </a:lstStyle>
          <a:p>
            <a:pPr>
              <a:defRPr/>
            </a:pPr>
            <a:fld id="{02ABFB96-B2E2-4584-9FD9-B9E45BF223B9}" type="slidenum">
              <a:rPr lang="en-US" altLang="en-US"/>
              <a:pPr>
                <a:defRPr/>
              </a:pPr>
              <a:t>‹#›</a:t>
            </a:fld>
            <a:endParaRPr lang="en-US" altLang="en-US" dirty="0"/>
          </a:p>
        </p:txBody>
      </p:sp>
    </p:spTree>
    <p:extLst>
      <p:ext uri="{BB962C8B-B14F-4D97-AF65-F5344CB8AC3E}">
        <p14:creationId xmlns:p14="http://schemas.microsoft.com/office/powerpoint/2010/main" val="2190018759"/>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5EE32E45-E1A9-47AB-86FE-A5B236975239}"/>
              </a:ext>
            </a:extLst>
          </p:cNvPr>
          <p:cNvSpPr>
            <a:spLocks noGrp="1"/>
          </p:cNvSpPr>
          <p:nvPr>
            <p:ph type="dt" sz="half" idx="10"/>
          </p:nvPr>
        </p:nvSpPr>
        <p:spPr/>
        <p:txBody>
          <a:bodyPr/>
          <a:lstStyle>
            <a:lvl1pPr>
              <a:defRPr/>
            </a:lvl1pPr>
          </a:lstStyle>
          <a:p>
            <a:pPr>
              <a:defRPr/>
            </a:pPr>
            <a:fld id="{87E839B1-8CE6-48C3-BAEC-C110841801D4}" type="datetime1">
              <a:rPr lang="en-US" smtClean="0"/>
              <a:t>12/3/2022</a:t>
            </a:fld>
            <a:endParaRPr dirty="0"/>
          </a:p>
        </p:txBody>
      </p:sp>
      <p:sp>
        <p:nvSpPr>
          <p:cNvPr id="5" name="Footer Placeholder 4">
            <a:extLst>
              <a:ext uri="{FF2B5EF4-FFF2-40B4-BE49-F238E27FC236}">
                <a16:creationId xmlns:a16="http://schemas.microsoft.com/office/drawing/2014/main" id="{9FC6EE1F-61B9-4AE3-9E4F-3ACF6F574DCA}"/>
              </a:ext>
            </a:extLst>
          </p:cNvPr>
          <p:cNvSpPr>
            <a:spLocks noGrp="1"/>
          </p:cNvSpPr>
          <p:nvPr>
            <p:ph type="ftr" sz="quarter" idx="11"/>
          </p:nvPr>
        </p:nvSpPr>
        <p:spPr/>
        <p:txBody>
          <a:bodyPr/>
          <a:lstStyle>
            <a:lvl1pPr>
              <a:defRPr/>
            </a:lvl1pPr>
          </a:lstStyle>
          <a:p>
            <a:pPr>
              <a:defRPr/>
            </a:pPr>
            <a:r>
              <a:rPr lang="en-IN"/>
              <a:t>Q AND R DIVISION (C.S.S. DEPARTMENT)</a:t>
            </a:r>
            <a:endParaRPr dirty="0"/>
          </a:p>
        </p:txBody>
      </p:sp>
      <p:sp>
        <p:nvSpPr>
          <p:cNvPr id="6" name="Slide Number Placeholder 5">
            <a:extLst>
              <a:ext uri="{FF2B5EF4-FFF2-40B4-BE49-F238E27FC236}">
                <a16:creationId xmlns:a16="http://schemas.microsoft.com/office/drawing/2014/main" id="{53B04861-4868-4011-BA82-AEA80917CD06}"/>
              </a:ext>
            </a:extLst>
          </p:cNvPr>
          <p:cNvSpPr>
            <a:spLocks noGrp="1"/>
          </p:cNvSpPr>
          <p:nvPr>
            <p:ph type="sldNum" sz="quarter" idx="12"/>
          </p:nvPr>
        </p:nvSpPr>
        <p:spPr/>
        <p:txBody>
          <a:bodyPr/>
          <a:lstStyle>
            <a:lvl1pPr>
              <a:defRPr/>
            </a:lvl1pPr>
          </a:lstStyle>
          <a:p>
            <a:pPr>
              <a:defRPr/>
            </a:pPr>
            <a:fld id="{09188413-70F9-4011-ADAA-2186BBC4A446}" type="slidenum">
              <a:rPr lang="en-US" altLang="en-US"/>
              <a:pPr>
                <a:defRPr/>
              </a:pPr>
              <a:t>‹#›</a:t>
            </a:fld>
            <a:endParaRPr lang="en-US" altLang="en-US" dirty="0"/>
          </a:p>
        </p:txBody>
      </p:sp>
    </p:spTree>
    <p:extLst>
      <p:ext uri="{BB962C8B-B14F-4D97-AF65-F5344CB8AC3E}">
        <p14:creationId xmlns:p14="http://schemas.microsoft.com/office/powerpoint/2010/main" val="656115125"/>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grpSp>
        <p:nvGrpSpPr>
          <p:cNvPr id="5" name="Group 12">
            <a:extLst>
              <a:ext uri="{FF2B5EF4-FFF2-40B4-BE49-F238E27FC236}">
                <a16:creationId xmlns:a16="http://schemas.microsoft.com/office/drawing/2014/main" id="{2F3EFD78-AAF7-46FF-B04E-A9EFB1741A2B}"/>
              </a:ext>
            </a:extLst>
          </p:cNvPr>
          <p:cNvGrpSpPr>
            <a:grpSpLocks/>
          </p:cNvGrpSpPr>
          <p:nvPr/>
        </p:nvGrpSpPr>
        <p:grpSpPr bwMode="auto">
          <a:xfrm rot="10800000">
            <a:off x="0" y="5645150"/>
            <a:ext cx="12192000" cy="63500"/>
            <a:chOff x="507492" y="1501519"/>
            <a:chExt cx="8129016" cy="63125"/>
          </a:xfrm>
        </p:grpSpPr>
        <p:cxnSp>
          <p:nvCxnSpPr>
            <p:cNvPr id="6" name="Straight Connector 5">
              <a:extLst>
                <a:ext uri="{FF2B5EF4-FFF2-40B4-BE49-F238E27FC236}">
                  <a16:creationId xmlns:a16="http://schemas.microsoft.com/office/drawing/2014/main" id="{778BE492-0B14-4317-B3F1-A42EDD79EC42}"/>
                </a:ext>
              </a:extLst>
            </p:cNvPr>
            <p:cNvCxnSpPr/>
            <p:nvPr/>
          </p:nvCxnSpPr>
          <p:spPr>
            <a:xfrm>
              <a:off x="536070" y="1564644"/>
              <a:ext cx="8129017"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43C8F52-71B6-4031-93E7-3FA67F903523}"/>
                </a:ext>
              </a:extLst>
            </p:cNvPr>
            <p:cNvCxnSpPr/>
            <p:nvPr/>
          </p:nvCxnSpPr>
          <p:spPr>
            <a:xfrm>
              <a:off x="536070" y="1501519"/>
              <a:ext cx="8129017"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8" name="Group 13">
            <a:extLst>
              <a:ext uri="{FF2B5EF4-FFF2-40B4-BE49-F238E27FC236}">
                <a16:creationId xmlns:a16="http://schemas.microsoft.com/office/drawing/2014/main" id="{7A58DEF6-F4B7-4B56-A582-D4434C926A3C}"/>
              </a:ext>
            </a:extLst>
          </p:cNvPr>
          <p:cNvGrpSpPr>
            <a:grpSpLocks/>
          </p:cNvGrpSpPr>
          <p:nvPr/>
        </p:nvGrpSpPr>
        <p:grpSpPr bwMode="auto">
          <a:xfrm>
            <a:off x="0" y="1143000"/>
            <a:ext cx="12192000" cy="63500"/>
            <a:chOff x="507492" y="1501519"/>
            <a:chExt cx="8129016" cy="63125"/>
          </a:xfrm>
        </p:grpSpPr>
        <p:cxnSp>
          <p:nvCxnSpPr>
            <p:cNvPr id="9" name="Straight Connector 8">
              <a:extLst>
                <a:ext uri="{FF2B5EF4-FFF2-40B4-BE49-F238E27FC236}">
                  <a16:creationId xmlns:a16="http://schemas.microsoft.com/office/drawing/2014/main" id="{BD56AB17-E306-42D7-A4BB-AA16E62B8C68}"/>
                </a:ext>
              </a:extLst>
            </p:cNvPr>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7130030-E6A0-4420-96BC-F784B3DEFE99}"/>
                </a:ext>
              </a:extLst>
            </p:cNvPr>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2" name="Rectangle 11">
            <a:extLst>
              <a:ext uri="{FF2B5EF4-FFF2-40B4-BE49-F238E27FC236}">
                <a16:creationId xmlns:a16="http://schemas.microsoft.com/office/drawing/2014/main" id="{B9632E9A-55BE-41E9-BD91-8D969F501B4F}"/>
              </a:ext>
            </a:extLst>
          </p:cNvPr>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dirty="0"/>
          </a:p>
        </p:txBody>
      </p:sp>
      <p:sp>
        <p:nvSpPr>
          <p:cNvPr id="13" name="Rectangle 12">
            <a:extLst>
              <a:ext uri="{FF2B5EF4-FFF2-40B4-BE49-F238E27FC236}">
                <a16:creationId xmlns:a16="http://schemas.microsoft.com/office/drawing/2014/main" id="{A257234E-135C-4E8A-BE2A-58C60ECCEC8E}"/>
              </a:ext>
            </a:extLst>
          </p:cNvPr>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dirty="0"/>
          </a:p>
        </p:txBody>
      </p:sp>
      <p:pic>
        <p:nvPicPr>
          <p:cNvPr id="14" name="Picture 13">
            <a:extLst>
              <a:ext uri="{FF2B5EF4-FFF2-40B4-BE49-F238E27FC236}">
                <a16:creationId xmlns:a16="http://schemas.microsoft.com/office/drawing/2014/main" id="{26A8CB5D-DE1E-4F66-B124-28908A52DED1}"/>
              </a:ext>
            </a:extLst>
          </p:cNvPr>
          <p:cNvPicPr>
            <a:picLocks noChangeAspect="1"/>
          </p:cNvPicPr>
          <p:nvPr/>
        </p:nvPicPr>
        <p:blipFill rotWithShape="1">
          <a:blip r:embed="rId2" cstate="print">
            <a:duotone>
              <a:schemeClr val="accent2">
                <a:shade val="45000"/>
                <a:satMod val="135000"/>
              </a:schemeClr>
              <a:prstClr val="white"/>
            </a:duotone>
          </a:blip>
          <a:srcRect/>
          <a:stretch/>
        </p:blipFill>
        <p:spPr>
          <a:xfrm>
            <a:off x="1325880" y="0"/>
            <a:ext cx="1747524" cy="2292094"/>
          </a:xfrm>
          <a:prstGeom prst="rect">
            <a:avLst/>
          </a:prstGeom>
        </p:spPr>
      </p:pic>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pPr lvl="0"/>
            <a:endParaRPr noProof="0" dirty="0"/>
          </a:p>
        </p:txBody>
      </p:sp>
      <p:sp>
        <p:nvSpPr>
          <p:cNvPr id="3" name="Subtitle 2"/>
          <p:cNvSpPr>
            <a:spLocks noGrp="1"/>
          </p:cNvSpPr>
          <p:nvPr>
            <p:ph type="subTitle" idx="1"/>
          </p:nvPr>
        </p:nvSpPr>
        <p:spPr>
          <a:xfrm>
            <a:off x="1104900" y="4511784"/>
            <a:ext cx="5734050"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extLst>
      <p:ext uri="{BB962C8B-B14F-4D97-AF65-F5344CB8AC3E}">
        <p14:creationId xmlns:p14="http://schemas.microsoft.com/office/powerpoint/2010/main" val="3772443134"/>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4" name="Group 9">
            <a:extLst>
              <a:ext uri="{FF2B5EF4-FFF2-40B4-BE49-F238E27FC236}">
                <a16:creationId xmlns:a16="http://schemas.microsoft.com/office/drawing/2014/main" id="{F6AD7775-99D2-43D4-B349-255136F830D5}"/>
              </a:ext>
            </a:extLst>
          </p:cNvPr>
          <p:cNvGrpSpPr>
            <a:grpSpLocks/>
          </p:cNvGrpSpPr>
          <p:nvPr/>
        </p:nvGrpSpPr>
        <p:grpSpPr bwMode="auto">
          <a:xfrm>
            <a:off x="0" y="2514600"/>
            <a:ext cx="12192000" cy="3194050"/>
            <a:chOff x="647402" y="2514600"/>
            <a:chExt cx="10838688" cy="3194035"/>
          </a:xfrm>
        </p:grpSpPr>
        <p:grpSp>
          <p:nvGrpSpPr>
            <p:cNvPr id="5" name="Group 10">
              <a:extLst>
                <a:ext uri="{FF2B5EF4-FFF2-40B4-BE49-F238E27FC236}">
                  <a16:creationId xmlns:a16="http://schemas.microsoft.com/office/drawing/2014/main" id="{67D6057E-48B7-41BB-9000-B76341632A05}"/>
                </a:ext>
              </a:extLst>
            </p:cNvPr>
            <p:cNvGrpSpPr>
              <a:grpSpLocks/>
            </p:cNvGrpSpPr>
            <p:nvPr/>
          </p:nvGrpSpPr>
          <p:grpSpPr bwMode="auto">
            <a:xfrm>
              <a:off x="647402" y="2514600"/>
              <a:ext cx="10838688" cy="63500"/>
              <a:chOff x="507492" y="1501519"/>
              <a:chExt cx="8129016" cy="63500"/>
            </a:xfrm>
          </p:grpSpPr>
          <p:cxnSp>
            <p:nvCxnSpPr>
              <p:cNvPr id="10" name="Straight Connector 9">
                <a:extLst>
                  <a:ext uri="{FF2B5EF4-FFF2-40B4-BE49-F238E27FC236}">
                    <a16:creationId xmlns:a16="http://schemas.microsoft.com/office/drawing/2014/main" id="{B3438365-17E0-45D3-8FDB-D655068ACE81}"/>
                  </a:ext>
                </a:extLst>
              </p:cNvPr>
              <p:cNvCxnSpPr/>
              <p:nvPr/>
            </p:nvCxnSpPr>
            <p:spPr>
              <a:xfrm>
                <a:off x="507492" y="1565019"/>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DEE9596-D62D-42DB-80CA-2372154F10FF}"/>
                  </a:ext>
                </a:extLst>
              </p:cNvPr>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67A478F4-A748-4147-AB2B-7C0CE00B3137}"/>
                </a:ext>
              </a:extLst>
            </p:cNvPr>
            <p:cNvSpPr/>
            <p:nvPr/>
          </p:nvSpPr>
          <p:spPr>
            <a:xfrm>
              <a:off x="647402" y="2641599"/>
              <a:ext cx="10838688" cy="29400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dirty="0"/>
            </a:p>
          </p:txBody>
        </p:sp>
        <p:grpSp>
          <p:nvGrpSpPr>
            <p:cNvPr id="7" name="Group 14">
              <a:extLst>
                <a:ext uri="{FF2B5EF4-FFF2-40B4-BE49-F238E27FC236}">
                  <a16:creationId xmlns:a16="http://schemas.microsoft.com/office/drawing/2014/main" id="{99AC1B9E-C13C-4D94-94A7-610E7FD3E252}"/>
                </a:ext>
              </a:extLst>
            </p:cNvPr>
            <p:cNvGrpSpPr>
              <a:grpSpLocks/>
            </p:cNvGrpSpPr>
            <p:nvPr/>
          </p:nvGrpSpPr>
          <p:grpSpPr bwMode="auto">
            <a:xfrm rot="10800000">
              <a:off x="641756" y="5645135"/>
              <a:ext cx="10838688" cy="63500"/>
              <a:chOff x="511726" y="1501519"/>
              <a:chExt cx="8129016" cy="63500"/>
            </a:xfrm>
          </p:grpSpPr>
          <p:cxnSp>
            <p:nvCxnSpPr>
              <p:cNvPr id="8" name="Straight Connector 7">
                <a:extLst>
                  <a:ext uri="{FF2B5EF4-FFF2-40B4-BE49-F238E27FC236}">
                    <a16:creationId xmlns:a16="http://schemas.microsoft.com/office/drawing/2014/main" id="{134BE558-3E68-4EDB-A488-177C23E05323}"/>
                  </a:ext>
                </a:extLst>
              </p:cNvPr>
              <p:cNvCxnSpPr/>
              <p:nvPr/>
            </p:nvCxnSpPr>
            <p:spPr>
              <a:xfrm>
                <a:off x="536070" y="1565019"/>
                <a:ext cx="8129017"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2AF2EB8-9007-4124-B4D9-151FCD730777}"/>
                  </a:ext>
                </a:extLst>
              </p:cNvPr>
              <p:cNvCxnSpPr/>
              <p:nvPr/>
            </p:nvCxnSpPr>
            <p:spPr>
              <a:xfrm>
                <a:off x="536070" y="1501519"/>
                <a:ext cx="8129017"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12" name="Picture 11">
            <a:extLst>
              <a:ext uri="{FF2B5EF4-FFF2-40B4-BE49-F238E27FC236}">
                <a16:creationId xmlns:a16="http://schemas.microsoft.com/office/drawing/2014/main" id="{B27E5F72-385E-4D53-83DB-150C9828B718}"/>
              </a:ext>
            </a:extLst>
          </p:cNvPr>
          <p:cNvPicPr>
            <a:picLocks noChangeAspect="1"/>
          </p:cNvPicPr>
          <p:nvPr/>
        </p:nvPicPr>
        <p:blipFill>
          <a:blip r:embed="rId2">
            <a:duotone>
              <a:schemeClr val="accent2">
                <a:shade val="45000"/>
                <a:satMod val="135000"/>
              </a:schemeClr>
              <a:prstClr val="white"/>
            </a:duotone>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13" name="Date Placeholder 3">
            <a:extLst>
              <a:ext uri="{FF2B5EF4-FFF2-40B4-BE49-F238E27FC236}">
                <a16:creationId xmlns:a16="http://schemas.microsoft.com/office/drawing/2014/main" id="{FCFA40A7-2DE2-4C14-B472-3C514000920A}"/>
              </a:ext>
            </a:extLst>
          </p:cNvPr>
          <p:cNvSpPr>
            <a:spLocks noGrp="1"/>
          </p:cNvSpPr>
          <p:nvPr>
            <p:ph type="dt" sz="half" idx="10"/>
          </p:nvPr>
        </p:nvSpPr>
        <p:spPr/>
        <p:txBody>
          <a:bodyPr/>
          <a:lstStyle>
            <a:lvl1pPr>
              <a:defRPr/>
            </a:lvl1pPr>
          </a:lstStyle>
          <a:p>
            <a:pPr>
              <a:defRPr/>
            </a:pPr>
            <a:fld id="{AAA98332-1743-40A6-9678-4F328AE46CAF}" type="datetime1">
              <a:rPr lang="en-US" smtClean="0"/>
              <a:t>12/3/2022</a:t>
            </a:fld>
            <a:endParaRPr dirty="0"/>
          </a:p>
        </p:txBody>
      </p:sp>
      <p:sp>
        <p:nvSpPr>
          <p:cNvPr id="14" name="Footer Placeholder 4">
            <a:extLst>
              <a:ext uri="{FF2B5EF4-FFF2-40B4-BE49-F238E27FC236}">
                <a16:creationId xmlns:a16="http://schemas.microsoft.com/office/drawing/2014/main" id="{C44F2FC4-BA21-48AB-BE1F-3352AEF792D0}"/>
              </a:ext>
            </a:extLst>
          </p:cNvPr>
          <p:cNvSpPr>
            <a:spLocks noGrp="1"/>
          </p:cNvSpPr>
          <p:nvPr>
            <p:ph type="ftr" sz="quarter" idx="11"/>
          </p:nvPr>
        </p:nvSpPr>
        <p:spPr/>
        <p:txBody>
          <a:bodyPr/>
          <a:lstStyle>
            <a:lvl1pPr>
              <a:defRPr/>
            </a:lvl1pPr>
          </a:lstStyle>
          <a:p>
            <a:pPr>
              <a:defRPr/>
            </a:pPr>
            <a:r>
              <a:rPr lang="en-IN"/>
              <a:t>Q AND R DIVISION (C.S.S. DEPARTMENT)</a:t>
            </a:r>
            <a:endParaRPr dirty="0"/>
          </a:p>
        </p:txBody>
      </p:sp>
      <p:sp>
        <p:nvSpPr>
          <p:cNvPr id="15" name="Slide Number Placeholder 5">
            <a:extLst>
              <a:ext uri="{FF2B5EF4-FFF2-40B4-BE49-F238E27FC236}">
                <a16:creationId xmlns:a16="http://schemas.microsoft.com/office/drawing/2014/main" id="{EA9F8DAD-594C-4BD9-A6F3-A23BB57C2A3E}"/>
              </a:ext>
            </a:extLst>
          </p:cNvPr>
          <p:cNvSpPr>
            <a:spLocks noGrp="1"/>
          </p:cNvSpPr>
          <p:nvPr>
            <p:ph type="sldNum" sz="quarter" idx="12"/>
          </p:nvPr>
        </p:nvSpPr>
        <p:spPr/>
        <p:txBody>
          <a:bodyPr/>
          <a:lstStyle>
            <a:lvl1pPr>
              <a:defRPr/>
            </a:lvl1pPr>
          </a:lstStyle>
          <a:p>
            <a:pPr>
              <a:defRPr/>
            </a:pPr>
            <a:fld id="{45FBFEE9-45DB-4C70-827F-56C841BB4854}" type="slidenum">
              <a:rPr lang="en-US" altLang="en-US"/>
              <a:pPr>
                <a:defRPr/>
              </a:pPr>
              <a:t>‹#›</a:t>
            </a:fld>
            <a:endParaRPr lang="en-US" altLang="en-US" dirty="0"/>
          </a:p>
        </p:txBody>
      </p:sp>
    </p:spTree>
    <p:extLst>
      <p:ext uri="{BB962C8B-B14F-4D97-AF65-F5344CB8AC3E}">
        <p14:creationId xmlns:p14="http://schemas.microsoft.com/office/powerpoint/2010/main" val="2711199009"/>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a:extLst>
              <a:ext uri="{FF2B5EF4-FFF2-40B4-BE49-F238E27FC236}">
                <a16:creationId xmlns:a16="http://schemas.microsoft.com/office/drawing/2014/main" id="{CADB4E8B-A96B-4E40-9975-48BFF48BAF26}"/>
              </a:ext>
            </a:extLst>
          </p:cNvPr>
          <p:cNvSpPr>
            <a:spLocks noGrp="1"/>
          </p:cNvSpPr>
          <p:nvPr>
            <p:ph type="dt" sz="half" idx="10"/>
          </p:nvPr>
        </p:nvSpPr>
        <p:spPr/>
        <p:txBody>
          <a:bodyPr/>
          <a:lstStyle>
            <a:lvl1pPr>
              <a:defRPr/>
            </a:lvl1pPr>
          </a:lstStyle>
          <a:p>
            <a:pPr>
              <a:defRPr/>
            </a:pPr>
            <a:fld id="{A5C9309F-CB81-4C7E-A1AC-30561B4F9003}" type="datetime1">
              <a:rPr lang="en-US" smtClean="0"/>
              <a:t>12/3/2022</a:t>
            </a:fld>
            <a:endParaRPr dirty="0"/>
          </a:p>
        </p:txBody>
      </p:sp>
      <p:sp>
        <p:nvSpPr>
          <p:cNvPr id="6" name="Footer Placeholder 5">
            <a:extLst>
              <a:ext uri="{FF2B5EF4-FFF2-40B4-BE49-F238E27FC236}">
                <a16:creationId xmlns:a16="http://schemas.microsoft.com/office/drawing/2014/main" id="{1F532B19-1E32-4CE4-925B-53DDBADEDA15}"/>
              </a:ext>
            </a:extLst>
          </p:cNvPr>
          <p:cNvSpPr>
            <a:spLocks noGrp="1"/>
          </p:cNvSpPr>
          <p:nvPr>
            <p:ph type="ftr" sz="quarter" idx="11"/>
          </p:nvPr>
        </p:nvSpPr>
        <p:spPr/>
        <p:txBody>
          <a:bodyPr/>
          <a:lstStyle>
            <a:lvl1pPr>
              <a:defRPr/>
            </a:lvl1pPr>
          </a:lstStyle>
          <a:p>
            <a:pPr>
              <a:defRPr/>
            </a:pPr>
            <a:r>
              <a:rPr lang="en-IN"/>
              <a:t>Q AND R DIVISION (C.S.S. DEPARTMENT)</a:t>
            </a:r>
            <a:endParaRPr dirty="0"/>
          </a:p>
        </p:txBody>
      </p:sp>
      <p:sp>
        <p:nvSpPr>
          <p:cNvPr id="7" name="Slide Number Placeholder 6">
            <a:extLst>
              <a:ext uri="{FF2B5EF4-FFF2-40B4-BE49-F238E27FC236}">
                <a16:creationId xmlns:a16="http://schemas.microsoft.com/office/drawing/2014/main" id="{1CA04738-47BA-4528-B292-BBDF29891D86}"/>
              </a:ext>
            </a:extLst>
          </p:cNvPr>
          <p:cNvSpPr>
            <a:spLocks noGrp="1"/>
          </p:cNvSpPr>
          <p:nvPr>
            <p:ph type="sldNum" sz="quarter" idx="12"/>
          </p:nvPr>
        </p:nvSpPr>
        <p:spPr/>
        <p:txBody>
          <a:bodyPr/>
          <a:lstStyle>
            <a:lvl1pPr>
              <a:defRPr/>
            </a:lvl1pPr>
          </a:lstStyle>
          <a:p>
            <a:pPr>
              <a:defRPr/>
            </a:pPr>
            <a:fld id="{9311157B-7BCE-4A51-86A2-C03DA2D0E2E0}" type="slidenum">
              <a:rPr lang="en-US" altLang="en-US"/>
              <a:pPr>
                <a:defRPr/>
              </a:pPr>
              <a:t>‹#›</a:t>
            </a:fld>
            <a:endParaRPr lang="en-US" altLang="en-US" dirty="0"/>
          </a:p>
        </p:txBody>
      </p:sp>
    </p:spTree>
    <p:extLst>
      <p:ext uri="{BB962C8B-B14F-4D97-AF65-F5344CB8AC3E}">
        <p14:creationId xmlns:p14="http://schemas.microsoft.com/office/powerpoint/2010/main" val="2710857035"/>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a:extLst>
              <a:ext uri="{FF2B5EF4-FFF2-40B4-BE49-F238E27FC236}">
                <a16:creationId xmlns:a16="http://schemas.microsoft.com/office/drawing/2014/main" id="{1D3130C4-6087-4C0D-BE67-956926EFCD11}"/>
              </a:ext>
            </a:extLst>
          </p:cNvPr>
          <p:cNvSpPr>
            <a:spLocks noGrp="1"/>
          </p:cNvSpPr>
          <p:nvPr>
            <p:ph type="dt" sz="half" idx="10"/>
          </p:nvPr>
        </p:nvSpPr>
        <p:spPr/>
        <p:txBody>
          <a:bodyPr/>
          <a:lstStyle>
            <a:lvl1pPr>
              <a:defRPr/>
            </a:lvl1pPr>
          </a:lstStyle>
          <a:p>
            <a:pPr>
              <a:defRPr/>
            </a:pPr>
            <a:fld id="{72C0A023-B468-4E47-8917-CB1D2CA97A6D}" type="datetime1">
              <a:rPr lang="en-US" smtClean="0"/>
              <a:t>12/3/2022</a:t>
            </a:fld>
            <a:endParaRPr dirty="0"/>
          </a:p>
        </p:txBody>
      </p:sp>
      <p:sp>
        <p:nvSpPr>
          <p:cNvPr id="8" name="Footer Placeholder 7">
            <a:extLst>
              <a:ext uri="{FF2B5EF4-FFF2-40B4-BE49-F238E27FC236}">
                <a16:creationId xmlns:a16="http://schemas.microsoft.com/office/drawing/2014/main" id="{3328DFAF-4257-4FBA-9426-4B6B703ED956}"/>
              </a:ext>
            </a:extLst>
          </p:cNvPr>
          <p:cNvSpPr>
            <a:spLocks noGrp="1"/>
          </p:cNvSpPr>
          <p:nvPr>
            <p:ph type="ftr" sz="quarter" idx="11"/>
          </p:nvPr>
        </p:nvSpPr>
        <p:spPr/>
        <p:txBody>
          <a:bodyPr/>
          <a:lstStyle>
            <a:lvl1pPr>
              <a:defRPr/>
            </a:lvl1pPr>
          </a:lstStyle>
          <a:p>
            <a:pPr>
              <a:defRPr/>
            </a:pPr>
            <a:r>
              <a:rPr lang="en-IN"/>
              <a:t>Q AND R DIVISION (C.S.S. DEPARTMENT)</a:t>
            </a:r>
            <a:endParaRPr dirty="0"/>
          </a:p>
        </p:txBody>
      </p:sp>
      <p:sp>
        <p:nvSpPr>
          <p:cNvPr id="9" name="Slide Number Placeholder 8">
            <a:extLst>
              <a:ext uri="{FF2B5EF4-FFF2-40B4-BE49-F238E27FC236}">
                <a16:creationId xmlns:a16="http://schemas.microsoft.com/office/drawing/2014/main" id="{5853CBC2-8CB0-4E78-9FCD-08EEC1C73A13}"/>
              </a:ext>
            </a:extLst>
          </p:cNvPr>
          <p:cNvSpPr>
            <a:spLocks noGrp="1"/>
          </p:cNvSpPr>
          <p:nvPr>
            <p:ph type="sldNum" sz="quarter" idx="12"/>
          </p:nvPr>
        </p:nvSpPr>
        <p:spPr/>
        <p:txBody>
          <a:bodyPr/>
          <a:lstStyle>
            <a:lvl1pPr>
              <a:defRPr/>
            </a:lvl1pPr>
          </a:lstStyle>
          <a:p>
            <a:pPr>
              <a:defRPr/>
            </a:pPr>
            <a:fld id="{E0B33BA3-F17A-47F5-88EA-4C9D1C4634F3}" type="slidenum">
              <a:rPr lang="en-US" altLang="en-US"/>
              <a:pPr>
                <a:defRPr/>
              </a:pPr>
              <a:t>‹#›</a:t>
            </a:fld>
            <a:endParaRPr lang="en-US" altLang="en-US" dirty="0"/>
          </a:p>
        </p:txBody>
      </p:sp>
    </p:spTree>
    <p:extLst>
      <p:ext uri="{BB962C8B-B14F-4D97-AF65-F5344CB8AC3E}">
        <p14:creationId xmlns:p14="http://schemas.microsoft.com/office/powerpoint/2010/main" val="1212156606"/>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125FF216-5215-47BD-B713-75ABC929528C}"/>
              </a:ext>
            </a:extLst>
          </p:cNvPr>
          <p:cNvSpPr>
            <a:spLocks noGrp="1"/>
          </p:cNvSpPr>
          <p:nvPr>
            <p:ph type="dt" sz="half" idx="10"/>
          </p:nvPr>
        </p:nvSpPr>
        <p:spPr/>
        <p:txBody>
          <a:bodyPr/>
          <a:lstStyle>
            <a:lvl1pPr>
              <a:defRPr/>
            </a:lvl1pPr>
          </a:lstStyle>
          <a:p>
            <a:pPr>
              <a:defRPr/>
            </a:pPr>
            <a:fld id="{5D9A4F5E-9BEB-4038-98EC-15796AC85361}" type="datetime1">
              <a:rPr lang="en-US" smtClean="0"/>
              <a:t>12/3/2022</a:t>
            </a:fld>
            <a:endParaRPr dirty="0"/>
          </a:p>
        </p:txBody>
      </p:sp>
      <p:sp>
        <p:nvSpPr>
          <p:cNvPr id="4" name="Footer Placeholder 3">
            <a:extLst>
              <a:ext uri="{FF2B5EF4-FFF2-40B4-BE49-F238E27FC236}">
                <a16:creationId xmlns:a16="http://schemas.microsoft.com/office/drawing/2014/main" id="{9AB755DF-1CEC-49B8-831D-5C9324E238BF}"/>
              </a:ext>
            </a:extLst>
          </p:cNvPr>
          <p:cNvSpPr>
            <a:spLocks noGrp="1"/>
          </p:cNvSpPr>
          <p:nvPr>
            <p:ph type="ftr" sz="quarter" idx="11"/>
          </p:nvPr>
        </p:nvSpPr>
        <p:spPr/>
        <p:txBody>
          <a:bodyPr/>
          <a:lstStyle>
            <a:lvl1pPr>
              <a:defRPr/>
            </a:lvl1pPr>
          </a:lstStyle>
          <a:p>
            <a:pPr>
              <a:defRPr/>
            </a:pPr>
            <a:r>
              <a:rPr lang="en-IN"/>
              <a:t>Q AND R DIVISION (C.S.S. DEPARTMENT)</a:t>
            </a:r>
            <a:endParaRPr dirty="0"/>
          </a:p>
        </p:txBody>
      </p:sp>
      <p:sp>
        <p:nvSpPr>
          <p:cNvPr id="5" name="Slide Number Placeholder 4">
            <a:extLst>
              <a:ext uri="{FF2B5EF4-FFF2-40B4-BE49-F238E27FC236}">
                <a16:creationId xmlns:a16="http://schemas.microsoft.com/office/drawing/2014/main" id="{9094665E-28EA-4C6E-A97A-08333E7BA97B}"/>
              </a:ext>
            </a:extLst>
          </p:cNvPr>
          <p:cNvSpPr>
            <a:spLocks noGrp="1"/>
          </p:cNvSpPr>
          <p:nvPr>
            <p:ph type="sldNum" sz="quarter" idx="12"/>
          </p:nvPr>
        </p:nvSpPr>
        <p:spPr/>
        <p:txBody>
          <a:bodyPr/>
          <a:lstStyle>
            <a:lvl1pPr>
              <a:defRPr/>
            </a:lvl1pPr>
          </a:lstStyle>
          <a:p>
            <a:pPr>
              <a:defRPr/>
            </a:pPr>
            <a:fld id="{649D4A06-67D0-4499-8AED-73A44D59DF98}" type="slidenum">
              <a:rPr lang="en-US" altLang="en-US"/>
              <a:pPr>
                <a:defRPr/>
              </a:pPr>
              <a:t>‹#›</a:t>
            </a:fld>
            <a:endParaRPr lang="en-US" altLang="en-US" dirty="0"/>
          </a:p>
        </p:txBody>
      </p:sp>
    </p:spTree>
    <p:extLst>
      <p:ext uri="{BB962C8B-B14F-4D97-AF65-F5344CB8AC3E}">
        <p14:creationId xmlns:p14="http://schemas.microsoft.com/office/powerpoint/2010/main" val="717046995"/>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29A56F-53F0-4EC5-8EAE-4A726AAFC98D}"/>
              </a:ext>
            </a:extLst>
          </p:cNvPr>
          <p:cNvSpPr>
            <a:spLocks noGrp="1"/>
          </p:cNvSpPr>
          <p:nvPr>
            <p:ph type="dt" sz="half" idx="10"/>
          </p:nvPr>
        </p:nvSpPr>
        <p:spPr/>
        <p:txBody>
          <a:bodyPr/>
          <a:lstStyle>
            <a:lvl1pPr>
              <a:defRPr/>
            </a:lvl1pPr>
          </a:lstStyle>
          <a:p>
            <a:pPr>
              <a:defRPr/>
            </a:pPr>
            <a:fld id="{00A17A9B-CFA3-417C-967C-75CD60D7F727}" type="datetime1">
              <a:rPr lang="en-US" smtClean="0"/>
              <a:t>12/3/2022</a:t>
            </a:fld>
            <a:endParaRPr dirty="0"/>
          </a:p>
        </p:txBody>
      </p:sp>
      <p:sp>
        <p:nvSpPr>
          <p:cNvPr id="3" name="Footer Placeholder 2">
            <a:extLst>
              <a:ext uri="{FF2B5EF4-FFF2-40B4-BE49-F238E27FC236}">
                <a16:creationId xmlns:a16="http://schemas.microsoft.com/office/drawing/2014/main" id="{7FB2885E-EB75-4402-BD2C-7B81F4871D8A}"/>
              </a:ext>
            </a:extLst>
          </p:cNvPr>
          <p:cNvSpPr>
            <a:spLocks noGrp="1"/>
          </p:cNvSpPr>
          <p:nvPr>
            <p:ph type="ftr" sz="quarter" idx="11"/>
          </p:nvPr>
        </p:nvSpPr>
        <p:spPr/>
        <p:txBody>
          <a:bodyPr/>
          <a:lstStyle>
            <a:lvl1pPr>
              <a:defRPr/>
            </a:lvl1pPr>
          </a:lstStyle>
          <a:p>
            <a:pPr>
              <a:defRPr/>
            </a:pPr>
            <a:r>
              <a:rPr lang="en-IN"/>
              <a:t>Q AND R DIVISION (C.S.S. DEPARTMENT)</a:t>
            </a:r>
            <a:endParaRPr dirty="0"/>
          </a:p>
        </p:txBody>
      </p:sp>
      <p:sp>
        <p:nvSpPr>
          <p:cNvPr id="4" name="Slide Number Placeholder 3">
            <a:extLst>
              <a:ext uri="{FF2B5EF4-FFF2-40B4-BE49-F238E27FC236}">
                <a16:creationId xmlns:a16="http://schemas.microsoft.com/office/drawing/2014/main" id="{D5838144-C371-42EC-A7DE-2D56D9C63A5B}"/>
              </a:ext>
            </a:extLst>
          </p:cNvPr>
          <p:cNvSpPr>
            <a:spLocks noGrp="1"/>
          </p:cNvSpPr>
          <p:nvPr>
            <p:ph type="sldNum" sz="quarter" idx="12"/>
          </p:nvPr>
        </p:nvSpPr>
        <p:spPr/>
        <p:txBody>
          <a:bodyPr/>
          <a:lstStyle>
            <a:lvl1pPr>
              <a:defRPr/>
            </a:lvl1pPr>
          </a:lstStyle>
          <a:p>
            <a:pPr>
              <a:defRPr/>
            </a:pPr>
            <a:fld id="{58C53AFD-4B29-4DE7-9180-BAF63180BEFA}" type="slidenum">
              <a:rPr lang="en-US" altLang="en-US"/>
              <a:pPr>
                <a:defRPr/>
              </a:pPr>
              <a:t>‹#›</a:t>
            </a:fld>
            <a:endParaRPr lang="en-US" altLang="en-US" dirty="0"/>
          </a:p>
        </p:txBody>
      </p:sp>
    </p:spTree>
    <p:extLst>
      <p:ext uri="{BB962C8B-B14F-4D97-AF65-F5344CB8AC3E}">
        <p14:creationId xmlns:p14="http://schemas.microsoft.com/office/powerpoint/2010/main" val="1073870003"/>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a:extLst>
              <a:ext uri="{FF2B5EF4-FFF2-40B4-BE49-F238E27FC236}">
                <a16:creationId xmlns:a16="http://schemas.microsoft.com/office/drawing/2014/main" id="{A72DF4C3-29C8-48B4-9396-0FF2C565FF17}"/>
              </a:ext>
            </a:extLst>
          </p:cNvPr>
          <p:cNvSpPr>
            <a:spLocks noGrp="1"/>
          </p:cNvSpPr>
          <p:nvPr>
            <p:ph type="dt" sz="half" idx="10"/>
          </p:nvPr>
        </p:nvSpPr>
        <p:spPr/>
        <p:txBody>
          <a:bodyPr/>
          <a:lstStyle>
            <a:lvl1pPr>
              <a:defRPr/>
            </a:lvl1pPr>
          </a:lstStyle>
          <a:p>
            <a:pPr>
              <a:defRPr/>
            </a:pPr>
            <a:fld id="{2ECCBA75-428C-47F9-A0AC-2081F78F96F1}" type="datetime1">
              <a:rPr lang="en-US" smtClean="0"/>
              <a:t>12/3/2022</a:t>
            </a:fld>
            <a:endParaRPr dirty="0"/>
          </a:p>
        </p:txBody>
      </p:sp>
      <p:sp>
        <p:nvSpPr>
          <p:cNvPr id="6" name="Footer Placeholder 5">
            <a:extLst>
              <a:ext uri="{FF2B5EF4-FFF2-40B4-BE49-F238E27FC236}">
                <a16:creationId xmlns:a16="http://schemas.microsoft.com/office/drawing/2014/main" id="{2BBAFD0D-A7F0-48C0-BA9B-03979CAE815B}"/>
              </a:ext>
            </a:extLst>
          </p:cNvPr>
          <p:cNvSpPr>
            <a:spLocks noGrp="1"/>
          </p:cNvSpPr>
          <p:nvPr>
            <p:ph type="ftr" sz="quarter" idx="11"/>
          </p:nvPr>
        </p:nvSpPr>
        <p:spPr/>
        <p:txBody>
          <a:bodyPr/>
          <a:lstStyle>
            <a:lvl1pPr>
              <a:defRPr/>
            </a:lvl1pPr>
          </a:lstStyle>
          <a:p>
            <a:pPr>
              <a:defRPr/>
            </a:pPr>
            <a:r>
              <a:rPr lang="en-IN"/>
              <a:t>Q AND R DIVISION (C.S.S. DEPARTMENT)</a:t>
            </a:r>
            <a:endParaRPr dirty="0"/>
          </a:p>
        </p:txBody>
      </p:sp>
      <p:sp>
        <p:nvSpPr>
          <p:cNvPr id="7" name="Slide Number Placeholder 6">
            <a:extLst>
              <a:ext uri="{FF2B5EF4-FFF2-40B4-BE49-F238E27FC236}">
                <a16:creationId xmlns:a16="http://schemas.microsoft.com/office/drawing/2014/main" id="{095AE325-C8F0-44B1-93BC-BF59D3773BEE}"/>
              </a:ext>
            </a:extLst>
          </p:cNvPr>
          <p:cNvSpPr>
            <a:spLocks noGrp="1"/>
          </p:cNvSpPr>
          <p:nvPr>
            <p:ph type="sldNum" sz="quarter" idx="12"/>
          </p:nvPr>
        </p:nvSpPr>
        <p:spPr/>
        <p:txBody>
          <a:bodyPr/>
          <a:lstStyle>
            <a:lvl1pPr>
              <a:defRPr/>
            </a:lvl1pPr>
          </a:lstStyle>
          <a:p>
            <a:pPr>
              <a:defRPr/>
            </a:pPr>
            <a:fld id="{E3D13B79-EAB9-4604-A46A-A1D9441A2C1F}" type="slidenum">
              <a:rPr lang="en-US" altLang="en-US"/>
              <a:pPr>
                <a:defRPr/>
              </a:pPr>
              <a:t>‹#›</a:t>
            </a:fld>
            <a:endParaRPr lang="en-US" altLang="en-US" dirty="0"/>
          </a:p>
        </p:txBody>
      </p:sp>
    </p:spTree>
    <p:extLst>
      <p:ext uri="{BB962C8B-B14F-4D97-AF65-F5344CB8AC3E}">
        <p14:creationId xmlns:p14="http://schemas.microsoft.com/office/powerpoint/2010/main" val="3272646707"/>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Picture Placeholder 2"/>
          <p:cNvSpPr>
            <a:spLocks noGrp="1"/>
          </p:cNvSpPr>
          <p:nvPr>
            <p:ph type="pic" idx="1"/>
          </p:nvPr>
        </p:nvSpPr>
        <p:spPr>
          <a:xfrm>
            <a:off x="4654671" y="1600199"/>
            <a:ext cx="6430912" cy="4572001"/>
          </a:xfrm>
        </p:spPr>
        <p:txBody>
          <a:bodyPr tIns="1188720"/>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noProof="0" dirty="0"/>
          </a:p>
        </p:txBody>
      </p:sp>
      <p:sp>
        <p:nvSpPr>
          <p:cNvPr id="4" name="Text Placeholder 3"/>
          <p:cNvSpPr>
            <a:spLocks noGrp="1"/>
          </p:cNvSpPr>
          <p:nvPr>
            <p:ph type="body" sz="half" idx="2"/>
          </p:nvPr>
        </p:nvSpPr>
        <p:spPr>
          <a:xfrm>
            <a:off x="1104900" y="1600200"/>
            <a:ext cx="3396996"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a:extLst>
              <a:ext uri="{FF2B5EF4-FFF2-40B4-BE49-F238E27FC236}">
                <a16:creationId xmlns:a16="http://schemas.microsoft.com/office/drawing/2014/main" id="{5950EA3B-943F-4A3C-89D0-3CF327597000}"/>
              </a:ext>
            </a:extLst>
          </p:cNvPr>
          <p:cNvSpPr>
            <a:spLocks noGrp="1"/>
          </p:cNvSpPr>
          <p:nvPr>
            <p:ph type="dt" sz="half" idx="10"/>
          </p:nvPr>
        </p:nvSpPr>
        <p:spPr/>
        <p:txBody>
          <a:bodyPr/>
          <a:lstStyle>
            <a:lvl1pPr>
              <a:defRPr/>
            </a:lvl1pPr>
          </a:lstStyle>
          <a:p>
            <a:pPr>
              <a:defRPr/>
            </a:pPr>
            <a:fld id="{ACA33C24-D157-4451-A33D-322321093741}" type="datetime1">
              <a:rPr lang="en-US" smtClean="0"/>
              <a:t>12/3/2022</a:t>
            </a:fld>
            <a:endParaRPr dirty="0"/>
          </a:p>
        </p:txBody>
      </p:sp>
      <p:sp>
        <p:nvSpPr>
          <p:cNvPr id="6" name="Footer Placeholder 5">
            <a:extLst>
              <a:ext uri="{FF2B5EF4-FFF2-40B4-BE49-F238E27FC236}">
                <a16:creationId xmlns:a16="http://schemas.microsoft.com/office/drawing/2014/main" id="{E39CA5D4-0E48-48D7-ACEE-E5759B9E9A3E}"/>
              </a:ext>
            </a:extLst>
          </p:cNvPr>
          <p:cNvSpPr>
            <a:spLocks noGrp="1"/>
          </p:cNvSpPr>
          <p:nvPr>
            <p:ph type="ftr" sz="quarter" idx="11"/>
          </p:nvPr>
        </p:nvSpPr>
        <p:spPr/>
        <p:txBody>
          <a:bodyPr/>
          <a:lstStyle>
            <a:lvl1pPr>
              <a:defRPr/>
            </a:lvl1pPr>
          </a:lstStyle>
          <a:p>
            <a:pPr>
              <a:defRPr/>
            </a:pPr>
            <a:r>
              <a:rPr lang="en-IN"/>
              <a:t>Q AND R DIVISION (C.S.S. DEPARTMENT)</a:t>
            </a:r>
            <a:endParaRPr dirty="0"/>
          </a:p>
        </p:txBody>
      </p:sp>
      <p:sp>
        <p:nvSpPr>
          <p:cNvPr id="7" name="Slide Number Placeholder 6">
            <a:extLst>
              <a:ext uri="{FF2B5EF4-FFF2-40B4-BE49-F238E27FC236}">
                <a16:creationId xmlns:a16="http://schemas.microsoft.com/office/drawing/2014/main" id="{0F355D49-6D6A-462E-9959-55B709F99162}"/>
              </a:ext>
            </a:extLst>
          </p:cNvPr>
          <p:cNvSpPr>
            <a:spLocks noGrp="1"/>
          </p:cNvSpPr>
          <p:nvPr>
            <p:ph type="sldNum" sz="quarter" idx="12"/>
          </p:nvPr>
        </p:nvSpPr>
        <p:spPr/>
        <p:txBody>
          <a:bodyPr/>
          <a:lstStyle>
            <a:lvl1pPr>
              <a:defRPr/>
            </a:lvl1pPr>
          </a:lstStyle>
          <a:p>
            <a:pPr>
              <a:defRPr/>
            </a:pPr>
            <a:fld id="{BC615163-287C-4899-9B21-30CE8F3C7567}" type="slidenum">
              <a:rPr lang="en-US" altLang="en-US"/>
              <a:pPr>
                <a:defRPr/>
              </a:pPr>
              <a:t>‹#›</a:t>
            </a:fld>
            <a:endParaRPr lang="en-US" altLang="en-US" dirty="0"/>
          </a:p>
        </p:txBody>
      </p:sp>
    </p:spTree>
    <p:extLst>
      <p:ext uri="{BB962C8B-B14F-4D97-AF65-F5344CB8AC3E}">
        <p14:creationId xmlns:p14="http://schemas.microsoft.com/office/powerpoint/2010/main" val="2289156897"/>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3390F541-D8B3-42BB-BB35-E2B35177D894}"/>
              </a:ext>
            </a:extLst>
          </p:cNvPr>
          <p:cNvSpPr>
            <a:spLocks noGrp="1"/>
          </p:cNvSpPr>
          <p:nvPr>
            <p:ph type="dt" sz="half" idx="10"/>
          </p:nvPr>
        </p:nvSpPr>
        <p:spPr/>
        <p:txBody>
          <a:bodyPr/>
          <a:lstStyle>
            <a:lvl1pPr>
              <a:defRPr/>
            </a:lvl1pPr>
          </a:lstStyle>
          <a:p>
            <a:pPr>
              <a:defRPr/>
            </a:pPr>
            <a:fld id="{5A83B544-4779-4CAC-90B4-AEB8E2BD0235}" type="datetime1">
              <a:rPr lang="en-US" smtClean="0"/>
              <a:t>12/3/2022</a:t>
            </a:fld>
            <a:endParaRPr dirty="0"/>
          </a:p>
        </p:txBody>
      </p:sp>
      <p:sp>
        <p:nvSpPr>
          <p:cNvPr id="5" name="Footer Placeholder 4">
            <a:extLst>
              <a:ext uri="{FF2B5EF4-FFF2-40B4-BE49-F238E27FC236}">
                <a16:creationId xmlns:a16="http://schemas.microsoft.com/office/drawing/2014/main" id="{8070215A-D4AB-48F1-AC47-FC79AADD10C9}"/>
              </a:ext>
            </a:extLst>
          </p:cNvPr>
          <p:cNvSpPr>
            <a:spLocks noGrp="1"/>
          </p:cNvSpPr>
          <p:nvPr>
            <p:ph type="ftr" sz="quarter" idx="11"/>
          </p:nvPr>
        </p:nvSpPr>
        <p:spPr/>
        <p:txBody>
          <a:bodyPr/>
          <a:lstStyle>
            <a:lvl1pPr>
              <a:defRPr/>
            </a:lvl1pPr>
          </a:lstStyle>
          <a:p>
            <a:pPr>
              <a:defRPr/>
            </a:pPr>
            <a:r>
              <a:rPr lang="en-IN"/>
              <a:t>Q AND R DIVISION (C.S.S. DEPARTMENT)</a:t>
            </a:r>
            <a:endParaRPr dirty="0"/>
          </a:p>
        </p:txBody>
      </p:sp>
      <p:sp>
        <p:nvSpPr>
          <p:cNvPr id="6" name="Slide Number Placeholder 5">
            <a:extLst>
              <a:ext uri="{FF2B5EF4-FFF2-40B4-BE49-F238E27FC236}">
                <a16:creationId xmlns:a16="http://schemas.microsoft.com/office/drawing/2014/main" id="{7D1DB507-C987-4E9B-8B09-9C0106EED5C4}"/>
              </a:ext>
            </a:extLst>
          </p:cNvPr>
          <p:cNvSpPr>
            <a:spLocks noGrp="1"/>
          </p:cNvSpPr>
          <p:nvPr>
            <p:ph type="sldNum" sz="quarter" idx="12"/>
          </p:nvPr>
        </p:nvSpPr>
        <p:spPr/>
        <p:txBody>
          <a:bodyPr/>
          <a:lstStyle>
            <a:lvl1pPr>
              <a:defRPr/>
            </a:lvl1pPr>
          </a:lstStyle>
          <a:p>
            <a:pPr>
              <a:defRPr/>
            </a:pPr>
            <a:fld id="{FB774631-054E-43D8-BE0F-1790559A259E}" type="slidenum">
              <a:rPr lang="en-US" altLang="en-US"/>
              <a:pPr>
                <a:defRPr/>
              </a:pPr>
              <a:t>‹#›</a:t>
            </a:fld>
            <a:endParaRPr lang="en-US" altLang="en-US" dirty="0"/>
          </a:p>
        </p:txBody>
      </p:sp>
    </p:spTree>
    <p:extLst>
      <p:ext uri="{BB962C8B-B14F-4D97-AF65-F5344CB8AC3E}">
        <p14:creationId xmlns:p14="http://schemas.microsoft.com/office/powerpoint/2010/main" val="2504864263"/>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4" name="Group 9">
            <a:extLst>
              <a:ext uri="{FF2B5EF4-FFF2-40B4-BE49-F238E27FC236}">
                <a16:creationId xmlns:a16="http://schemas.microsoft.com/office/drawing/2014/main" id="{EEBA3602-E64E-4EDE-9E33-A0B256826E7A}"/>
              </a:ext>
            </a:extLst>
          </p:cNvPr>
          <p:cNvGrpSpPr>
            <a:grpSpLocks/>
          </p:cNvGrpSpPr>
          <p:nvPr/>
        </p:nvGrpSpPr>
        <p:grpSpPr bwMode="auto">
          <a:xfrm rot="5400000">
            <a:off x="6513513" y="3228975"/>
            <a:ext cx="5634038" cy="84137"/>
            <a:chOff x="1073150" y="1219201"/>
            <a:chExt cx="10058400" cy="63125"/>
          </a:xfrm>
        </p:grpSpPr>
        <p:cxnSp>
          <p:nvCxnSpPr>
            <p:cNvPr id="5" name="Straight Connector 4">
              <a:extLst>
                <a:ext uri="{FF2B5EF4-FFF2-40B4-BE49-F238E27FC236}">
                  <a16:creationId xmlns:a16="http://schemas.microsoft.com/office/drawing/2014/main" id="{3F96FAFB-68C9-4815-9CBE-635260A87F37}"/>
                </a:ext>
              </a:extLst>
            </p:cNvPr>
            <p:cNvCxnSpPr/>
            <p:nvPr/>
          </p:nvCxnSpPr>
          <p:spPr>
            <a:xfrm rot="10800000">
              <a:off x="1073151" y="1187043"/>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2D65B1F-71BE-43E7-8DDB-74677D408AA6}"/>
                </a:ext>
              </a:extLst>
            </p:cNvPr>
            <p:cNvCxnSpPr/>
            <p:nvPr/>
          </p:nvCxnSpPr>
          <p:spPr>
            <a:xfrm rot="10800000">
              <a:off x="1073151" y="1250169"/>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3">
            <a:extLst>
              <a:ext uri="{FF2B5EF4-FFF2-40B4-BE49-F238E27FC236}">
                <a16:creationId xmlns:a16="http://schemas.microsoft.com/office/drawing/2014/main" id="{0A6EB797-181B-4A0F-AA98-0860B494327A}"/>
              </a:ext>
            </a:extLst>
          </p:cNvPr>
          <p:cNvSpPr>
            <a:spLocks noGrp="1"/>
          </p:cNvSpPr>
          <p:nvPr>
            <p:ph type="dt" sz="half" idx="10"/>
          </p:nvPr>
        </p:nvSpPr>
        <p:spPr/>
        <p:txBody>
          <a:bodyPr/>
          <a:lstStyle>
            <a:lvl1pPr>
              <a:defRPr/>
            </a:lvl1pPr>
          </a:lstStyle>
          <a:p>
            <a:pPr>
              <a:defRPr/>
            </a:pPr>
            <a:fld id="{02331D6E-45FA-4728-AE80-C9237BB79377}" type="datetime1">
              <a:rPr lang="en-US" smtClean="0"/>
              <a:t>12/3/2022</a:t>
            </a:fld>
            <a:endParaRPr dirty="0"/>
          </a:p>
        </p:txBody>
      </p:sp>
      <p:sp>
        <p:nvSpPr>
          <p:cNvPr id="8" name="Footer Placeholder 4">
            <a:extLst>
              <a:ext uri="{FF2B5EF4-FFF2-40B4-BE49-F238E27FC236}">
                <a16:creationId xmlns:a16="http://schemas.microsoft.com/office/drawing/2014/main" id="{A85E4DC0-1C54-4CF6-995B-FC7781D66FC3}"/>
              </a:ext>
            </a:extLst>
          </p:cNvPr>
          <p:cNvSpPr>
            <a:spLocks noGrp="1"/>
          </p:cNvSpPr>
          <p:nvPr>
            <p:ph type="ftr" sz="quarter" idx="11"/>
          </p:nvPr>
        </p:nvSpPr>
        <p:spPr/>
        <p:txBody>
          <a:bodyPr/>
          <a:lstStyle>
            <a:lvl1pPr>
              <a:defRPr/>
            </a:lvl1pPr>
          </a:lstStyle>
          <a:p>
            <a:pPr>
              <a:defRPr/>
            </a:pPr>
            <a:r>
              <a:rPr lang="en-IN"/>
              <a:t>Q AND R DIVISION (C.S.S. DEPARTMENT)</a:t>
            </a:r>
            <a:endParaRPr dirty="0"/>
          </a:p>
        </p:txBody>
      </p:sp>
      <p:sp>
        <p:nvSpPr>
          <p:cNvPr id="9" name="Slide Number Placeholder 5">
            <a:extLst>
              <a:ext uri="{FF2B5EF4-FFF2-40B4-BE49-F238E27FC236}">
                <a16:creationId xmlns:a16="http://schemas.microsoft.com/office/drawing/2014/main" id="{D568F32F-9655-4A69-8B13-BC77C5A7B5F0}"/>
              </a:ext>
            </a:extLst>
          </p:cNvPr>
          <p:cNvSpPr>
            <a:spLocks noGrp="1"/>
          </p:cNvSpPr>
          <p:nvPr>
            <p:ph type="sldNum" sz="quarter" idx="12"/>
          </p:nvPr>
        </p:nvSpPr>
        <p:spPr/>
        <p:txBody>
          <a:bodyPr/>
          <a:lstStyle>
            <a:lvl1pPr>
              <a:defRPr/>
            </a:lvl1pPr>
          </a:lstStyle>
          <a:p>
            <a:pPr>
              <a:defRPr/>
            </a:pPr>
            <a:fld id="{DDA5FBB7-32F7-4AE4-83DF-CC52D15AB5EB}" type="slidenum">
              <a:rPr lang="en-US" altLang="en-US"/>
              <a:pPr>
                <a:defRPr/>
              </a:pPr>
              <a:t>‹#›</a:t>
            </a:fld>
            <a:endParaRPr lang="en-US" altLang="en-US" dirty="0"/>
          </a:p>
        </p:txBody>
      </p:sp>
    </p:spTree>
    <p:extLst>
      <p:ext uri="{BB962C8B-B14F-4D97-AF65-F5344CB8AC3E}">
        <p14:creationId xmlns:p14="http://schemas.microsoft.com/office/powerpoint/2010/main" val="2863270415"/>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FC4D327-6427-4833-BC24-C67152DF8843}"/>
              </a:ext>
            </a:extLst>
          </p:cNvPr>
          <p:cNvSpPr>
            <a:spLocks noGrp="1"/>
          </p:cNvSpPr>
          <p:nvPr>
            <p:ph type="title"/>
          </p:nvPr>
        </p:nvSpPr>
        <p:spPr bwMode="auto">
          <a:xfrm>
            <a:off x="1104900" y="76200"/>
            <a:ext cx="998061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p>
            <a:pPr lvl="0"/>
            <a:r>
              <a:rPr lang="en-US" altLang="en-US"/>
              <a:t>Click to edit Master title style</a:t>
            </a:r>
          </a:p>
        </p:txBody>
      </p:sp>
      <p:sp>
        <p:nvSpPr>
          <p:cNvPr id="3" name="Text Placeholder 2">
            <a:extLst>
              <a:ext uri="{FF2B5EF4-FFF2-40B4-BE49-F238E27FC236}">
                <a16:creationId xmlns:a16="http://schemas.microsoft.com/office/drawing/2014/main" id="{EDAA1A80-1180-43FE-AB21-A330AD031B0C}"/>
              </a:ext>
            </a:extLst>
          </p:cNvPr>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a:extLst>
              <a:ext uri="{FF2B5EF4-FFF2-40B4-BE49-F238E27FC236}">
                <a16:creationId xmlns:a16="http://schemas.microsoft.com/office/drawing/2014/main" id="{214BE5E9-CF5F-4F45-9ED3-193580CDB103}"/>
              </a:ext>
            </a:extLst>
          </p:cNvPr>
          <p:cNvSpPr>
            <a:spLocks noGrp="1"/>
          </p:cNvSpPr>
          <p:nvPr>
            <p:ph type="dt" sz="half" idx="2"/>
          </p:nvPr>
        </p:nvSpPr>
        <p:spPr>
          <a:xfrm>
            <a:off x="1104900" y="6356350"/>
            <a:ext cx="1828800" cy="365125"/>
          </a:xfrm>
          <a:prstGeom prst="rect">
            <a:avLst/>
          </a:prstGeom>
        </p:spPr>
        <p:txBody>
          <a:bodyPr vert="horz" lIns="0" tIns="45720" rIns="0" bIns="45720" rtlCol="0" anchor="ctr"/>
          <a:lstStyle>
            <a:lvl1pPr algn="l" eaLnBrk="1" fontAlgn="auto" hangingPunct="1">
              <a:spcBef>
                <a:spcPts val="0"/>
              </a:spcBef>
              <a:spcAft>
                <a:spcPts val="0"/>
              </a:spcAft>
              <a:defRPr sz="1200">
                <a:solidFill>
                  <a:schemeClr val="tx1">
                    <a:lumMod val="75000"/>
                  </a:schemeClr>
                </a:solidFill>
                <a:latin typeface="+mn-lt"/>
                <a:cs typeface="+mn-cs"/>
              </a:defRPr>
            </a:lvl1pPr>
          </a:lstStyle>
          <a:p>
            <a:pPr>
              <a:defRPr/>
            </a:pPr>
            <a:fld id="{32E121F9-6A54-41A9-9684-5E89E37D1B01}" type="datetime1">
              <a:rPr lang="en-US" smtClean="0"/>
              <a:t>12/3/2022</a:t>
            </a:fld>
            <a:endParaRPr lang="en-US" dirty="0"/>
          </a:p>
        </p:txBody>
      </p:sp>
      <p:sp>
        <p:nvSpPr>
          <p:cNvPr id="5" name="Footer Placeholder 4">
            <a:extLst>
              <a:ext uri="{FF2B5EF4-FFF2-40B4-BE49-F238E27FC236}">
                <a16:creationId xmlns:a16="http://schemas.microsoft.com/office/drawing/2014/main" id="{5BBDD0F0-A3F8-4187-AEAD-125FDD8D600F}"/>
              </a:ext>
            </a:extLst>
          </p:cNvPr>
          <p:cNvSpPr>
            <a:spLocks noGrp="1"/>
          </p:cNvSpPr>
          <p:nvPr>
            <p:ph type="ftr" sz="quarter" idx="3"/>
          </p:nvPr>
        </p:nvSpPr>
        <p:spPr>
          <a:xfrm>
            <a:off x="2933700" y="6356350"/>
            <a:ext cx="6324600" cy="365125"/>
          </a:xfrm>
          <a:prstGeom prst="rect">
            <a:avLst/>
          </a:prstGeom>
        </p:spPr>
        <p:txBody>
          <a:bodyPr vert="horz" lIns="0" tIns="45720" rIns="0" bIns="45720" rtlCol="0" anchor="ctr"/>
          <a:lstStyle>
            <a:lvl1pPr algn="ctr" eaLnBrk="1" fontAlgn="auto" hangingPunct="1">
              <a:spcBef>
                <a:spcPts val="0"/>
              </a:spcBef>
              <a:spcAft>
                <a:spcPts val="0"/>
              </a:spcAft>
              <a:defRPr sz="1200">
                <a:solidFill>
                  <a:schemeClr val="tx1">
                    <a:lumMod val="75000"/>
                  </a:schemeClr>
                </a:solidFill>
                <a:latin typeface="+mn-lt"/>
                <a:cs typeface="+mn-cs"/>
              </a:defRPr>
            </a:lvl1pPr>
          </a:lstStyle>
          <a:p>
            <a:pPr>
              <a:defRPr/>
            </a:pPr>
            <a:r>
              <a:rPr lang="en-IN"/>
              <a:t>Q AND R DIVISION (C.S.S. DEPARTMENT)</a:t>
            </a:r>
            <a:endParaRPr lang="en-US" dirty="0"/>
          </a:p>
        </p:txBody>
      </p:sp>
      <p:sp>
        <p:nvSpPr>
          <p:cNvPr id="6" name="Slide Number Placeholder 5">
            <a:extLst>
              <a:ext uri="{FF2B5EF4-FFF2-40B4-BE49-F238E27FC236}">
                <a16:creationId xmlns:a16="http://schemas.microsoft.com/office/drawing/2014/main" id="{2DFC1F7F-9977-43F5-9461-D8108AA88162}"/>
              </a:ext>
            </a:extLst>
          </p:cNvPr>
          <p:cNvSpPr>
            <a:spLocks noGrp="1"/>
          </p:cNvSpPr>
          <p:nvPr>
            <p:ph type="sldNum" sz="quarter" idx="4"/>
          </p:nvPr>
        </p:nvSpPr>
        <p:spPr>
          <a:xfrm>
            <a:off x="9256713" y="6356350"/>
            <a:ext cx="1828800" cy="365125"/>
          </a:xfrm>
          <a:prstGeom prst="rect">
            <a:avLst/>
          </a:prstGeom>
        </p:spPr>
        <p:txBody>
          <a:bodyPr vert="horz" wrap="square" lIns="0" tIns="45720" rIns="0" bIns="45720" numCol="1" anchor="ctr" anchorCtr="0" compatLnSpc="1">
            <a:prstTxWarp prst="textNoShape">
              <a:avLst/>
            </a:prstTxWarp>
          </a:bodyPr>
          <a:lstStyle>
            <a:lvl1pPr algn="r" eaLnBrk="1" hangingPunct="1">
              <a:defRPr sz="1200">
                <a:solidFill>
                  <a:srgbClr val="3D3632"/>
                </a:solidFill>
                <a:latin typeface="Euphemia" panose="020B0604020202020204" pitchFamily="34" charset="0"/>
              </a:defRPr>
            </a:lvl1pPr>
          </a:lstStyle>
          <a:p>
            <a:pPr>
              <a:defRPr/>
            </a:pPr>
            <a:fld id="{82045526-FE3B-4366-84CB-581B19A62442}" type="slidenum">
              <a:rPr lang="en-US" altLang="en-US"/>
              <a:pPr>
                <a:defRPr/>
              </a:pPr>
              <a:t>‹#›</a:t>
            </a:fld>
            <a:endParaRPr lang="en-US" altLang="en-US" dirty="0"/>
          </a:p>
        </p:txBody>
      </p:sp>
      <p:grpSp>
        <p:nvGrpSpPr>
          <p:cNvPr id="1031" name="Group 14">
            <a:extLst>
              <a:ext uri="{FF2B5EF4-FFF2-40B4-BE49-F238E27FC236}">
                <a16:creationId xmlns:a16="http://schemas.microsoft.com/office/drawing/2014/main" id="{8E5AF52A-E133-4A66-B860-30E6BA086AAD}"/>
              </a:ext>
            </a:extLst>
          </p:cNvPr>
          <p:cNvGrpSpPr>
            <a:grpSpLocks/>
          </p:cNvGrpSpPr>
          <p:nvPr/>
        </p:nvGrpSpPr>
        <p:grpSpPr bwMode="auto">
          <a:xfrm>
            <a:off x="1103313" y="1219200"/>
            <a:ext cx="9985375" cy="84138"/>
            <a:chOff x="1073150" y="1219201"/>
            <a:chExt cx="10058400" cy="63125"/>
          </a:xfrm>
        </p:grpSpPr>
        <p:cxnSp>
          <p:nvCxnSpPr>
            <p:cNvPr id="13" name="Straight Connector 12">
              <a:extLst>
                <a:ext uri="{FF2B5EF4-FFF2-40B4-BE49-F238E27FC236}">
                  <a16:creationId xmlns:a16="http://schemas.microsoft.com/office/drawing/2014/main" id="{8406D860-ED05-482A-9499-11CFA2C574B1}"/>
                </a:ext>
              </a:extLst>
            </p:cNvPr>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A77E98A-3DBE-4005-9518-D8CE50C14A28}"/>
                </a:ext>
              </a:extLst>
            </p:cNvPr>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4297" r:id="rId1"/>
    <p:sldLayoutId id="2147484298" r:id="rId2"/>
    <p:sldLayoutId id="2147484299" r:id="rId3"/>
    <p:sldLayoutId id="2147484300" r:id="rId4"/>
    <p:sldLayoutId id="2147484301" r:id="rId5"/>
    <p:sldLayoutId id="2147484302" r:id="rId6"/>
    <p:sldLayoutId id="2147484303" r:id="rId7"/>
    <p:sldLayoutId id="2147484304" r:id="rId8"/>
    <p:sldLayoutId id="2147484305" r:id="rId9"/>
    <p:sldLayoutId id="2147484306" r:id="rId10"/>
    <p:sldLayoutId id="2147484307" r:id="rId11"/>
    <p:sldLayoutId id="2147484308" r:id="rId12"/>
  </p:sldLayoutIdLst>
  <p:transition spd="med">
    <p:fade/>
  </p:transition>
  <p:hf hdr="0"/>
  <p:txStyles>
    <p:title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p:titleStyle>
    <p:bodyStyle>
      <a:lvl1pPr marL="228600" indent="-228600" algn="l" rtl="0" eaLnBrk="0" fontAlgn="base" hangingPunct="0">
        <a:lnSpc>
          <a:spcPct val="90000"/>
        </a:lnSpc>
        <a:spcBef>
          <a:spcPts val="1800"/>
        </a:spcBef>
        <a:spcAft>
          <a:spcPct val="0"/>
        </a:spcAft>
        <a:buFont typeface="Wingdings" panose="05000000000000000000" pitchFamily="2" charset="2"/>
        <a:buChar char="§"/>
        <a:defRPr sz="2000" kern="1200">
          <a:solidFill>
            <a:schemeClr val="tx1"/>
          </a:solidFill>
          <a:latin typeface="+mn-lt"/>
          <a:ea typeface="+mn-ea"/>
          <a:cs typeface="+mn-cs"/>
        </a:defRPr>
      </a:lvl1pPr>
      <a:lvl2pPr marL="685800" indent="-228600" algn="l" rtl="0" eaLnBrk="0" fontAlgn="base" hangingPunct="0">
        <a:lnSpc>
          <a:spcPct val="90000"/>
        </a:lnSpc>
        <a:spcBef>
          <a:spcPts val="600"/>
        </a:spcBef>
        <a:spcAft>
          <a:spcPct val="0"/>
        </a:spcAft>
        <a:buFont typeface="Wingdings" panose="05000000000000000000" pitchFamily="2" charset="2"/>
        <a:buChar char="§"/>
        <a:defRPr sz="1600" kern="1200">
          <a:solidFill>
            <a:schemeClr val="tx1"/>
          </a:solidFill>
          <a:latin typeface="+mn-lt"/>
          <a:ea typeface="+mn-ea"/>
          <a:cs typeface="+mn-cs"/>
        </a:defRPr>
      </a:lvl2pPr>
      <a:lvl3pPr marL="11430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3pPr>
      <a:lvl4pPr marL="16002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4pPr>
      <a:lvl5pPr marL="20574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FDB2CAE-403D-4886-9A2B-57B927050A08}"/>
              </a:ext>
            </a:extLst>
          </p:cNvPr>
          <p:cNvSpPr>
            <a:spLocks noGrp="1"/>
          </p:cNvSpPr>
          <p:nvPr>
            <p:ph type="ctrTitle"/>
          </p:nvPr>
        </p:nvSpPr>
        <p:spPr>
          <a:xfrm>
            <a:off x="444500" y="2546350"/>
            <a:ext cx="6302375" cy="2219325"/>
          </a:xfrm>
        </p:spPr>
        <p:txBody>
          <a:bodyPr rtlCol="0">
            <a:normAutofit fontScale="90000"/>
          </a:bodyPr>
          <a:lstStyle/>
          <a:p>
            <a:pPr algn="ctr" eaLnBrk="1" fontAlgn="auto" hangingPunct="1">
              <a:spcAft>
                <a:spcPts val="0"/>
              </a:spcAft>
              <a:defRPr/>
            </a:pPr>
            <a:r>
              <a:rPr lang="en-US" b="1" i="1" dirty="0">
                <a:solidFill>
                  <a:schemeClr val="tx2"/>
                </a:solidFill>
                <a:latin typeface="Cambria" pitchFamily="18" charset="0"/>
              </a:rPr>
              <a:t>Welcome</a:t>
            </a:r>
            <a:br>
              <a:rPr lang="en-US" b="1" i="1" dirty="0">
                <a:solidFill>
                  <a:schemeClr val="tx2"/>
                </a:solidFill>
                <a:latin typeface="Cambria" pitchFamily="18" charset="0"/>
              </a:rPr>
            </a:br>
            <a:r>
              <a:rPr lang="en-US" b="1" i="1" dirty="0">
                <a:solidFill>
                  <a:schemeClr val="tx2"/>
                </a:solidFill>
                <a:latin typeface="Cambria" pitchFamily="18" charset="0"/>
              </a:rPr>
              <a:t>TO</a:t>
            </a:r>
            <a:br>
              <a:rPr lang="en-US" b="1" i="1" dirty="0">
                <a:solidFill>
                  <a:schemeClr val="tx2"/>
                </a:solidFill>
                <a:latin typeface="Cambria" pitchFamily="18" charset="0"/>
              </a:rPr>
            </a:br>
            <a:r>
              <a:rPr lang="en-US" b="1" i="1" dirty="0">
                <a:solidFill>
                  <a:schemeClr val="tx2"/>
                </a:solidFill>
                <a:latin typeface="Cambria" pitchFamily="18" charset="0"/>
              </a:rPr>
              <a:t>QUANTITATIVE APTITUDE </a:t>
            </a:r>
            <a:br>
              <a:rPr lang="en-US" b="1" i="1" dirty="0">
                <a:solidFill>
                  <a:schemeClr val="tx2"/>
                </a:solidFill>
                <a:latin typeface="Cambria" pitchFamily="18" charset="0"/>
              </a:rPr>
            </a:br>
            <a:r>
              <a:rPr lang="en-US" b="1" i="1" dirty="0">
                <a:solidFill>
                  <a:schemeClr val="tx2"/>
                </a:solidFill>
                <a:latin typeface="Cambria" pitchFamily="18" charset="0"/>
              </a:rPr>
              <a:t>&amp;</a:t>
            </a:r>
            <a:br>
              <a:rPr lang="en-US" b="1" i="1" dirty="0">
                <a:solidFill>
                  <a:schemeClr val="tx2"/>
                </a:solidFill>
                <a:latin typeface="Cambria" pitchFamily="18" charset="0"/>
              </a:rPr>
            </a:br>
            <a:r>
              <a:rPr lang="en-US" b="1" i="1" dirty="0">
                <a:solidFill>
                  <a:schemeClr val="tx2"/>
                </a:solidFill>
                <a:latin typeface="Cambria" pitchFamily="18" charset="0"/>
              </a:rPr>
              <a:t>REASONING DIVISION</a:t>
            </a:r>
            <a:endParaRPr lang="en-US" b="1" i="1" dirty="0">
              <a:solidFill>
                <a:schemeClr val="tx2"/>
              </a:solidFill>
            </a:endParaRPr>
          </a:p>
        </p:txBody>
      </p:sp>
      <p:pic>
        <p:nvPicPr>
          <p:cNvPr id="16387" name="Picture 2" descr="KL Deemed to be University Logo">
            <a:extLst>
              <a:ext uri="{FF2B5EF4-FFF2-40B4-BE49-F238E27FC236}">
                <a16:creationId xmlns:a16="http://schemas.microsoft.com/office/drawing/2014/main" id="{8D39A20D-5C90-4E4F-9E23-CD42492895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9439" y="139533"/>
            <a:ext cx="2722562" cy="820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Placeholder 8">
            <a:extLst>
              <a:ext uri="{FF2B5EF4-FFF2-40B4-BE49-F238E27FC236}">
                <a16:creationId xmlns:a16="http://schemas.microsoft.com/office/drawing/2014/main" id="{1E7206B3-A8E8-4EC3-9798-32E055653AC1}"/>
              </a:ext>
            </a:extLst>
          </p:cNvPr>
          <p:cNvPicPr>
            <a:picLocks noGrp="1" noChangeAspect="1" noChangeArrowheads="1"/>
          </p:cNvPicPr>
          <p:nvPr>
            <p:ph type="pic" sz="quarter" idx="13"/>
          </p:nvPr>
        </p:nvPicPr>
        <p:blipFill>
          <a:blip r:embed="rId4"/>
          <a:srcRect l="8724" r="8724"/>
          <a:stretch/>
        </p:blipFill>
        <p:spPr bwMode="auto">
          <a:xfrm>
            <a:off x="6999288" y="1320800"/>
            <a:ext cx="5210175" cy="4254500"/>
          </a:xfrm>
        </p:spPr>
      </p:pic>
      <p:sp>
        <p:nvSpPr>
          <p:cNvPr id="2" name="TextBox 1">
            <a:extLst>
              <a:ext uri="{FF2B5EF4-FFF2-40B4-BE49-F238E27FC236}">
                <a16:creationId xmlns:a16="http://schemas.microsoft.com/office/drawing/2014/main" id="{B177701E-2AC6-4B1E-8512-3CEB9B4DB007}"/>
              </a:ext>
            </a:extLst>
          </p:cNvPr>
          <p:cNvSpPr txBox="1"/>
          <p:nvPr/>
        </p:nvSpPr>
        <p:spPr>
          <a:xfrm rot="20025114">
            <a:off x="8187393" y="4624759"/>
            <a:ext cx="1047672" cy="400110"/>
          </a:xfrm>
          <a:prstGeom prst="rect">
            <a:avLst/>
          </a:prstGeom>
          <a:noFill/>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514843"/>
                </a:solidFill>
                <a:effectLst/>
                <a:highlight>
                  <a:srgbClr val="C0C0C0"/>
                </a:highlight>
                <a:uLnTx/>
                <a:uFillTx/>
                <a:latin typeface="Arial" panose="020B0604020202020204" pitchFamily="34" charset="0"/>
                <a:ea typeface="+mn-ea"/>
                <a:cs typeface="Arial" panose="020B0604020202020204" pitchFamily="34" charset="0"/>
              </a:rPr>
              <a:t>QUANT &amp;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514843"/>
                </a:solidFill>
                <a:effectLst/>
                <a:highlight>
                  <a:srgbClr val="C0C0C0"/>
                </a:highlight>
                <a:uLnTx/>
                <a:uFillTx/>
                <a:latin typeface="Arial" panose="020B0604020202020204" pitchFamily="34" charset="0"/>
                <a:ea typeface="+mn-ea"/>
                <a:cs typeface="Arial" panose="020B0604020202020204" pitchFamily="34" charset="0"/>
              </a:rPr>
              <a:t>REASONING</a:t>
            </a:r>
            <a:endParaRPr kumimoji="0" lang="en-IN" sz="1000" b="0" i="0" u="none" strike="noStrike" kern="1200" cap="none" spc="0" normalizeH="0" baseline="0" noProof="0" dirty="0">
              <a:ln>
                <a:noFill/>
              </a:ln>
              <a:solidFill>
                <a:srgbClr val="514843"/>
              </a:solidFill>
              <a:effectLst/>
              <a:highlight>
                <a:srgbClr val="C0C0C0"/>
              </a:highlight>
              <a:uLnTx/>
              <a:uFillTx/>
              <a:latin typeface="Arial" panose="020B0604020202020204" pitchFamily="34" charset="0"/>
              <a:ea typeface="+mn-ea"/>
              <a:cs typeface="Arial" panose="020B0604020202020204" pitchFamily="34" charset="0"/>
            </a:endParaRPr>
          </a:p>
        </p:txBody>
      </p:sp>
    </p:spTree>
  </p:cSld>
  <p:clrMapOvr>
    <a:masterClrMapping/>
  </p:clrMapOvr>
  <p:transition spd="med" advTm="8782">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538AA8E-8639-E343-9796-3F50FCA26859}"/>
              </a:ext>
            </a:extLst>
          </p:cNvPr>
          <p:cNvSpPr>
            <a:spLocks noGrp="1"/>
          </p:cNvSpPr>
          <p:nvPr>
            <p:ph type="ctrTitle"/>
          </p:nvPr>
        </p:nvSpPr>
        <p:spPr>
          <a:xfrm>
            <a:off x="267282" y="2292350"/>
            <a:ext cx="7216727" cy="3292524"/>
          </a:xfrm>
        </p:spPr>
        <p:txBody>
          <a:bodyPr rtlCol="0">
            <a:normAutofit/>
          </a:bodyPr>
          <a:lstStyle/>
          <a:p>
            <a:pPr algn="ctr" eaLnBrk="1" fontAlgn="auto" hangingPunct="1">
              <a:spcAft>
                <a:spcPts val="0"/>
              </a:spcAft>
              <a:defRPr/>
            </a:pPr>
            <a:r>
              <a:rPr lang="en-IN" sz="3600" b="1" dirty="0">
                <a:solidFill>
                  <a:schemeClr val="tx2"/>
                </a:solidFill>
                <a:latin typeface="Times New Roman" panose="02020603050405020304" pitchFamily="18" charset="0"/>
                <a:cs typeface="Times New Roman" panose="02020603050405020304" pitchFamily="18" charset="0"/>
              </a:rPr>
              <a:t>PROBLEM SOLVING SKILLS-I </a:t>
            </a:r>
            <a:br>
              <a:rPr lang="en-IN" sz="3600" b="1" dirty="0">
                <a:solidFill>
                  <a:schemeClr val="tx2"/>
                </a:solidFill>
                <a:latin typeface="Times New Roman" panose="02020603050405020304" pitchFamily="18" charset="0"/>
                <a:cs typeface="Times New Roman" panose="02020603050405020304" pitchFamily="18" charset="0"/>
              </a:rPr>
            </a:br>
            <a:br>
              <a:rPr lang="en-IN" sz="3600" b="1" dirty="0">
                <a:solidFill>
                  <a:schemeClr val="tx2"/>
                </a:solidFill>
                <a:latin typeface="Times New Roman" panose="02020603050405020304" pitchFamily="18" charset="0"/>
                <a:cs typeface="Times New Roman" panose="02020603050405020304" pitchFamily="18" charset="0"/>
              </a:rPr>
            </a:br>
            <a:r>
              <a:rPr lang="en-IN" sz="3600" b="1" dirty="0">
                <a:solidFill>
                  <a:schemeClr val="tx2"/>
                </a:solidFill>
                <a:latin typeface="Times New Roman" panose="02020603050405020304" pitchFamily="18" charset="0"/>
                <a:cs typeface="Times New Roman" panose="02020603050405020304" pitchFamily="18" charset="0"/>
              </a:rPr>
              <a:t>(</a:t>
            </a:r>
            <a:r>
              <a:rPr lang="en-IN" sz="4000" b="1" dirty="0">
                <a:solidFill>
                  <a:schemeClr val="tx2"/>
                </a:solidFill>
                <a:latin typeface="Times New Roman" panose="02020603050405020304" pitchFamily="18" charset="0"/>
                <a:cs typeface="Times New Roman" panose="02020603050405020304" pitchFamily="18" charset="0"/>
              </a:rPr>
              <a:t>21UC3105)</a:t>
            </a:r>
            <a:br>
              <a:rPr lang="en-IN" sz="3600" b="1" dirty="0">
                <a:solidFill>
                  <a:schemeClr val="tx2"/>
                </a:solidFill>
                <a:latin typeface="Times New Roman" panose="02020603050405020304" pitchFamily="18" charset="0"/>
                <a:cs typeface="Times New Roman" panose="02020603050405020304" pitchFamily="18" charset="0"/>
              </a:rPr>
            </a:br>
            <a:endParaRPr lang="en-US" sz="3600" b="1" dirty="0">
              <a:solidFill>
                <a:schemeClr val="tx2"/>
              </a:solidFill>
              <a:latin typeface="Times New Roman" panose="02020603050405020304" pitchFamily="18" charset="0"/>
              <a:cs typeface="Times New Roman" panose="02020603050405020304" pitchFamily="18" charset="0"/>
            </a:endParaRPr>
          </a:p>
        </p:txBody>
      </p:sp>
      <p:pic>
        <p:nvPicPr>
          <p:cNvPr id="16387" name="Picture 2" descr="KL Deemed to be University Logo">
            <a:extLst>
              <a:ext uri="{FF2B5EF4-FFF2-40B4-BE49-F238E27FC236}">
                <a16:creationId xmlns:a16="http://schemas.microsoft.com/office/drawing/2014/main" id="{A65AE9F7-3884-2764-640B-CE68590774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8483" y="98478"/>
            <a:ext cx="2971430" cy="929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Rectangle 3">
            <a:extLst>
              <a:ext uri="{FF2B5EF4-FFF2-40B4-BE49-F238E27FC236}">
                <a16:creationId xmlns:a16="http://schemas.microsoft.com/office/drawing/2014/main" id="{79033062-A3D2-E035-D905-7BFA6A76886C}"/>
              </a:ext>
            </a:extLst>
          </p:cNvPr>
          <p:cNvSpPr txBox="1">
            <a:spLocks/>
          </p:cNvSpPr>
          <p:nvPr/>
        </p:nvSpPr>
        <p:spPr bwMode="auto">
          <a:xfrm>
            <a:off x="1401103" y="6164263"/>
            <a:ext cx="811847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9pPr>
          </a:lstStyle>
          <a:p>
            <a:pPr eaLnBrk="1" hangingPunct="1">
              <a:spcBef>
                <a:spcPts val="1000"/>
              </a:spcBef>
              <a:buFont typeface="Arial" panose="020B0604020202020204" pitchFamily="34" charset="0"/>
              <a:buNone/>
            </a:pPr>
            <a:r>
              <a:rPr lang="en-US" altLang="en-US" sz="2400" b="1" dirty="0">
                <a:solidFill>
                  <a:schemeClr val="bg1"/>
                </a:solidFill>
              </a:rPr>
              <a:t>           Q AND R DIVISION  (C.S.S. DEPARTMENT)</a:t>
            </a:r>
          </a:p>
        </p:txBody>
      </p:sp>
      <p:pic>
        <p:nvPicPr>
          <p:cNvPr id="16389" name="Picture 2">
            <a:extLst>
              <a:ext uri="{FF2B5EF4-FFF2-40B4-BE49-F238E27FC236}">
                <a16:creationId xmlns:a16="http://schemas.microsoft.com/office/drawing/2014/main" id="{42DE09DA-CA1C-ADC9-1E4A-7E2BFB877E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1100" y="1408113"/>
            <a:ext cx="4468813" cy="400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8330421-EED4-4AAB-941D-24BB63742E34}"/>
              </a:ext>
            </a:extLst>
          </p:cNvPr>
          <p:cNvSpPr>
            <a:spLocks noGrp="1"/>
          </p:cNvSpPr>
          <p:nvPr>
            <p:ph type="ctrTitle"/>
          </p:nvPr>
        </p:nvSpPr>
        <p:spPr>
          <a:xfrm>
            <a:off x="0" y="2461161"/>
            <a:ext cx="6354763" cy="2916238"/>
          </a:xfrm>
        </p:spPr>
        <p:txBody>
          <a:bodyPr rtlCol="0">
            <a:normAutofit/>
          </a:bodyPr>
          <a:lstStyle/>
          <a:p>
            <a:pPr algn="ctr" eaLnBrk="1" fontAlgn="auto" hangingPunct="1">
              <a:spcAft>
                <a:spcPts val="0"/>
              </a:spcAft>
              <a:defRPr/>
            </a:pPr>
            <a:r>
              <a:rPr lang="pt-BR" sz="3600" b="1" dirty="0">
                <a:solidFill>
                  <a:srgbClr val="FF0000"/>
                </a:solidFill>
              </a:rPr>
              <a:t>NUMBER - LETTER SERIES </a:t>
            </a:r>
            <a:br>
              <a:rPr lang="pt-BR" sz="3600" b="1" dirty="0">
                <a:solidFill>
                  <a:srgbClr val="FF0000"/>
                </a:solidFill>
              </a:rPr>
            </a:br>
            <a:r>
              <a:rPr lang="pt-BR" sz="3600" b="1" dirty="0">
                <a:solidFill>
                  <a:srgbClr val="FF0000"/>
                </a:solidFill>
              </a:rPr>
              <a:t>&amp; </a:t>
            </a:r>
            <a:br>
              <a:rPr lang="pt-BR" sz="3600" b="1" dirty="0">
                <a:solidFill>
                  <a:srgbClr val="FF0000"/>
                </a:solidFill>
              </a:rPr>
            </a:br>
            <a:r>
              <a:rPr lang="pt-BR" sz="3600" b="1" dirty="0">
                <a:solidFill>
                  <a:srgbClr val="FF0000"/>
                </a:solidFill>
              </a:rPr>
              <a:t>ANALOGY</a:t>
            </a:r>
            <a:br>
              <a:rPr lang="en-IN" sz="3600" b="1" dirty="0">
                <a:solidFill>
                  <a:srgbClr val="FF0000"/>
                </a:solidFill>
                <a:latin typeface="Times New Roman" panose="02020603050405020304" pitchFamily="18" charset="0"/>
                <a:cs typeface="Times New Roman" panose="02020603050405020304" pitchFamily="18" charset="0"/>
              </a:rPr>
            </a:br>
            <a:endParaRPr lang="en-US" sz="3600" b="1" dirty="0">
              <a:solidFill>
                <a:srgbClr val="FF0000"/>
              </a:solidFill>
              <a:latin typeface="Times New Roman" panose="02020603050405020304" pitchFamily="18" charset="0"/>
              <a:cs typeface="Times New Roman" panose="02020603050405020304" pitchFamily="18" charset="0"/>
            </a:endParaRPr>
          </a:p>
        </p:txBody>
      </p:sp>
      <p:pic>
        <p:nvPicPr>
          <p:cNvPr id="16387" name="Picture 2" descr="KL Deemed to be University Logo">
            <a:extLst>
              <a:ext uri="{FF2B5EF4-FFF2-40B4-BE49-F238E27FC236}">
                <a16:creationId xmlns:a16="http://schemas.microsoft.com/office/drawing/2014/main" id="{7C230AC6-A475-4045-8821-726AC3DFF3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7125" y="0"/>
            <a:ext cx="357663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a:extLst>
              <a:ext uri="{FF2B5EF4-FFF2-40B4-BE49-F238E27FC236}">
                <a16:creationId xmlns:a16="http://schemas.microsoft.com/office/drawing/2014/main" id="{4AE27799-D284-E388-9DEB-87D7039C6820}"/>
              </a:ext>
            </a:extLst>
          </p:cNvPr>
          <p:cNvSpPr txBox="1">
            <a:spLocks/>
          </p:cNvSpPr>
          <p:nvPr/>
        </p:nvSpPr>
        <p:spPr bwMode="auto">
          <a:xfrm>
            <a:off x="1401103" y="6164263"/>
            <a:ext cx="811847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9pPr>
          </a:lstStyle>
          <a:p>
            <a:pPr eaLnBrk="1" hangingPunct="1">
              <a:spcBef>
                <a:spcPts val="1000"/>
              </a:spcBef>
              <a:buFont typeface="Arial" panose="020B0604020202020204" pitchFamily="34" charset="0"/>
              <a:buNone/>
            </a:pPr>
            <a:r>
              <a:rPr lang="en-US" altLang="en-US" sz="2400" b="1" dirty="0">
                <a:solidFill>
                  <a:schemeClr val="bg1"/>
                </a:solidFill>
              </a:rPr>
              <a:t>           Q AND R DIVISION  (C.S.S. DEPARTMENT)</a:t>
            </a:r>
          </a:p>
        </p:txBody>
      </p:sp>
      <p:pic>
        <p:nvPicPr>
          <p:cNvPr id="3" name="Picture 2">
            <a:extLst>
              <a:ext uri="{FF2B5EF4-FFF2-40B4-BE49-F238E27FC236}">
                <a16:creationId xmlns:a16="http://schemas.microsoft.com/office/drawing/2014/main" id="{9061ECA0-332C-F8AD-7024-E636E213DD5C}"/>
              </a:ext>
            </a:extLst>
          </p:cNvPr>
          <p:cNvPicPr>
            <a:picLocks noChangeAspect="1"/>
          </p:cNvPicPr>
          <p:nvPr/>
        </p:nvPicPr>
        <p:blipFill>
          <a:blip r:embed="rId4"/>
          <a:stretch>
            <a:fillRect/>
          </a:stretch>
        </p:blipFill>
        <p:spPr>
          <a:xfrm>
            <a:off x="6096000" y="1223889"/>
            <a:ext cx="6096000" cy="4403188"/>
          </a:xfrm>
          <a:prstGeom prst="rect">
            <a:avLst/>
          </a:prstGeom>
        </p:spPr>
      </p:pic>
    </p:spTree>
    <p:extLst>
      <p:ext uri="{BB962C8B-B14F-4D97-AF65-F5344CB8AC3E}">
        <p14:creationId xmlns:p14="http://schemas.microsoft.com/office/powerpoint/2010/main" val="3186510206"/>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8429777-C33F-43B0-9463-1DBC99724DDC}"/>
              </a:ext>
            </a:extLst>
          </p:cNvPr>
          <p:cNvSpPr>
            <a:spLocks noGrp="1"/>
          </p:cNvSpPr>
          <p:nvPr>
            <p:ph type="title"/>
          </p:nvPr>
        </p:nvSpPr>
        <p:spPr>
          <a:xfrm>
            <a:off x="1685925" y="22225"/>
            <a:ext cx="9369425" cy="1189038"/>
          </a:xfrm>
        </p:spPr>
        <p:txBody>
          <a:bodyPr/>
          <a:lstStyle/>
          <a:p>
            <a:pPr eaLnBrk="1" hangingPunct="1"/>
            <a:r>
              <a:rPr lang="en-US" altLang="en-US" sz="4000" dirty="0">
                <a:latin typeface="Cambria" panose="02040503050406030204" pitchFamily="18" charset="0"/>
              </a:rPr>
              <a:t> </a:t>
            </a:r>
          </a:p>
        </p:txBody>
      </p:sp>
      <p:sp>
        <p:nvSpPr>
          <p:cNvPr id="6159" name="Freeform: Shape 71">
            <a:extLst>
              <a:ext uri="{FF2B5EF4-FFF2-40B4-BE49-F238E27FC236}">
                <a16:creationId xmlns:a16="http://schemas.microsoft.com/office/drawing/2014/main" id="{2712768D-10A2-4645-B425-189905FEDA9C}"/>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258C9904-FBCE-4E50-AADF-94452CF14899}"/>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18438" name="Picture 2" descr="KL Deemed to be University Logo">
            <a:extLst>
              <a:ext uri="{FF2B5EF4-FFF2-40B4-BE49-F238E27FC236}">
                <a16:creationId xmlns:a16="http://schemas.microsoft.com/office/drawing/2014/main" id="{6D91173F-806F-44A9-8876-BEF9416ECD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1588"/>
            <a:ext cx="2503487" cy="600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1" name="Content Placeholder 2">
            <a:extLst>
              <a:ext uri="{FF2B5EF4-FFF2-40B4-BE49-F238E27FC236}">
                <a16:creationId xmlns:a16="http://schemas.microsoft.com/office/drawing/2014/main" id="{91992307-164B-45B9-89A6-802E2F894549}"/>
              </a:ext>
            </a:extLst>
          </p:cNvPr>
          <p:cNvSpPr>
            <a:spLocks noGrp="1" noChangeArrowheads="1"/>
          </p:cNvSpPr>
          <p:nvPr>
            <p:ph idx="1"/>
          </p:nvPr>
        </p:nvSpPr>
        <p:spPr bwMode="auto">
          <a:xfrm>
            <a:off x="1104900" y="1436688"/>
            <a:ext cx="9982200" cy="4572000"/>
          </a:xfrm>
        </p:spPr>
        <p:txBody>
          <a:bodyPr wrap="square" numCol="1" anchor="t" anchorCtr="0" compatLnSpc="1">
            <a:prstTxWarp prst="textNoShape">
              <a:avLst/>
            </a:prstTxWarp>
          </a:bodyPr>
          <a:lstStyle/>
          <a:p>
            <a:pPr marL="0" indent="0">
              <a:buFont typeface="Wingdings" panose="05000000000000000000" pitchFamily="2" charset="2"/>
              <a:buNone/>
              <a:defRPr/>
            </a:pPr>
            <a:r>
              <a:rPr lang="en-US" altLang="en-US" sz="3200" dirty="0">
                <a:solidFill>
                  <a:schemeClr val="tx2"/>
                </a:solidFill>
                <a:latin typeface="Times New Roman" panose="02020603050405020304" pitchFamily="18" charset="0"/>
                <a:cs typeface="Times New Roman" panose="02020603050405020304" pitchFamily="18" charset="0"/>
              </a:rPr>
              <a:t>We will classify Number Series into the following categories</a:t>
            </a:r>
          </a:p>
          <a:p>
            <a:pPr>
              <a:buFont typeface="Wingdings" panose="05000000000000000000" pitchFamily="2" charset="2"/>
              <a:buChar char="v"/>
              <a:defRPr/>
            </a:pPr>
            <a:r>
              <a:rPr lang="en-US" altLang="en-US" sz="3200" dirty="0">
                <a:solidFill>
                  <a:schemeClr val="tx2"/>
                </a:solidFill>
                <a:latin typeface="Times New Roman" panose="02020603050405020304" pitchFamily="18" charset="0"/>
                <a:cs typeface="Times New Roman" panose="02020603050405020304" pitchFamily="18" charset="0"/>
              </a:rPr>
              <a:t>Difference series</a:t>
            </a:r>
          </a:p>
          <a:p>
            <a:pPr>
              <a:buFont typeface="Wingdings" panose="05000000000000000000" pitchFamily="2" charset="2"/>
              <a:buChar char="v"/>
              <a:defRPr/>
            </a:pPr>
            <a:r>
              <a:rPr lang="en-US" altLang="en-US" sz="3200" dirty="0">
                <a:solidFill>
                  <a:schemeClr val="tx2"/>
                </a:solidFill>
                <a:latin typeface="Times New Roman" panose="02020603050405020304" pitchFamily="18" charset="0"/>
                <a:cs typeface="Times New Roman" panose="02020603050405020304" pitchFamily="18" charset="0"/>
              </a:rPr>
              <a:t>Product series</a:t>
            </a:r>
          </a:p>
          <a:p>
            <a:pPr>
              <a:buFont typeface="Wingdings" panose="05000000000000000000" pitchFamily="2" charset="2"/>
              <a:buChar char="v"/>
              <a:defRPr/>
            </a:pPr>
            <a:r>
              <a:rPr lang="en-US" altLang="en-US" sz="3200" dirty="0">
                <a:solidFill>
                  <a:schemeClr val="tx2"/>
                </a:solidFill>
                <a:latin typeface="Times New Roman" panose="02020603050405020304" pitchFamily="18" charset="0"/>
                <a:cs typeface="Times New Roman" panose="02020603050405020304" pitchFamily="18" charset="0"/>
              </a:rPr>
              <a:t>Squares/Cubes series</a:t>
            </a:r>
          </a:p>
          <a:p>
            <a:pPr>
              <a:buFont typeface="Wingdings" panose="05000000000000000000" pitchFamily="2" charset="2"/>
              <a:buChar char="v"/>
              <a:defRPr/>
            </a:pPr>
            <a:r>
              <a:rPr lang="en-US" altLang="en-US" sz="3200" dirty="0">
                <a:solidFill>
                  <a:schemeClr val="tx2"/>
                </a:solidFill>
                <a:latin typeface="Times New Roman" panose="02020603050405020304" pitchFamily="18" charset="0"/>
                <a:cs typeface="Times New Roman" panose="02020603050405020304" pitchFamily="18" charset="0"/>
              </a:rPr>
              <a:t>Miscellaneous series</a:t>
            </a:r>
          </a:p>
          <a:p>
            <a:pPr>
              <a:buFont typeface="Wingdings" panose="05000000000000000000" pitchFamily="2" charset="2"/>
              <a:buChar char="v"/>
              <a:defRPr/>
            </a:pPr>
            <a:r>
              <a:rPr lang="en-US" altLang="en-US" sz="3200" dirty="0">
                <a:solidFill>
                  <a:schemeClr val="tx2"/>
                </a:solidFill>
                <a:latin typeface="Times New Roman" panose="02020603050405020304" pitchFamily="18" charset="0"/>
                <a:cs typeface="Times New Roman" panose="02020603050405020304" pitchFamily="18" charset="0"/>
              </a:rPr>
              <a:t>Combination series</a:t>
            </a:r>
          </a:p>
          <a:p>
            <a:pPr>
              <a:buFont typeface="Wingdings" panose="05000000000000000000" pitchFamily="2" charset="2"/>
              <a:buChar char="v"/>
              <a:defRPr/>
            </a:pPr>
            <a:endParaRPr lang="en-IN" altLang="en-US" dirty="0">
              <a:solidFill>
                <a:schemeClr val="tx2"/>
              </a:solidFill>
            </a:endParaRPr>
          </a:p>
        </p:txBody>
      </p:sp>
      <p:sp>
        <p:nvSpPr>
          <p:cNvPr id="2" name="Date Placeholder 1">
            <a:extLst>
              <a:ext uri="{FF2B5EF4-FFF2-40B4-BE49-F238E27FC236}">
                <a16:creationId xmlns:a16="http://schemas.microsoft.com/office/drawing/2014/main" id="{7755F3EE-1E64-48A9-BD00-10CF4669878C}"/>
              </a:ext>
            </a:extLst>
          </p:cNvPr>
          <p:cNvSpPr>
            <a:spLocks noGrp="1"/>
          </p:cNvSpPr>
          <p:nvPr>
            <p:ph type="dt" sz="quarter" idx="10"/>
          </p:nvPr>
        </p:nvSpPr>
        <p:spPr>
          <a:xfrm>
            <a:off x="106093" y="6454826"/>
            <a:ext cx="1828800" cy="365125"/>
          </a:xfrm>
        </p:spPr>
        <p:txBody>
          <a:bodyPr/>
          <a:lstStyle/>
          <a:p>
            <a:pPr>
              <a:defRPr/>
            </a:pPr>
            <a:fld id="{86C0E969-C910-485A-A596-A5BF5076579B}" type="datetime1">
              <a:rPr lang="en-US" smtClean="0">
                <a:solidFill>
                  <a:srgbClr val="FF0000"/>
                </a:solidFill>
              </a:rPr>
              <a:t>12/3/2022</a:t>
            </a:fld>
            <a:endParaRPr lang="en-US" dirty="0">
              <a:solidFill>
                <a:srgbClr val="FF0000"/>
              </a:solidFill>
            </a:endParaRPr>
          </a:p>
        </p:txBody>
      </p:sp>
      <p:sp>
        <p:nvSpPr>
          <p:cNvPr id="18441" name="Slide Number Placeholder 3">
            <a:extLst>
              <a:ext uri="{FF2B5EF4-FFF2-40B4-BE49-F238E27FC236}">
                <a16:creationId xmlns:a16="http://schemas.microsoft.com/office/drawing/2014/main" id="{786FE4AB-FA39-49B8-B514-2DF1BC478184}"/>
              </a:ext>
            </a:extLst>
          </p:cNvPr>
          <p:cNvSpPr>
            <a:spLocks noGrp="1" noChangeArrowheads="1"/>
          </p:cNvSpPr>
          <p:nvPr>
            <p:ph type="sldNum" sz="quarter" idx="12"/>
          </p:nvPr>
        </p:nvSpPr>
        <p:spPr bwMode="auto">
          <a:xfrm>
            <a:off x="10185181" y="6356350"/>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C531FE0F-4E2F-4586-9FBC-EE6DE4AE977E}" type="slidenum">
              <a:rPr lang="en-US" altLang="en-US" sz="1200" smtClean="0">
                <a:solidFill>
                  <a:srgbClr val="FF0000"/>
                </a:solidFill>
              </a:rPr>
              <a:pPr>
                <a:lnSpc>
                  <a:spcPct val="100000"/>
                </a:lnSpc>
                <a:spcBef>
                  <a:spcPct val="0"/>
                </a:spcBef>
                <a:buFontTx/>
                <a:buNone/>
              </a:pPr>
              <a:t>4</a:t>
            </a:fld>
            <a:endParaRPr lang="en-US" altLang="en-US" sz="1200" dirty="0">
              <a:solidFill>
                <a:srgbClr val="FF0000"/>
              </a:solidFill>
            </a:endParaRPr>
          </a:p>
        </p:txBody>
      </p:sp>
      <p:sp>
        <p:nvSpPr>
          <p:cNvPr id="4" name="TextBox 3">
            <a:extLst>
              <a:ext uri="{FF2B5EF4-FFF2-40B4-BE49-F238E27FC236}">
                <a16:creationId xmlns:a16="http://schemas.microsoft.com/office/drawing/2014/main" id="{34C8421E-E79B-A727-D18B-6D55B4A06664}"/>
              </a:ext>
            </a:extLst>
          </p:cNvPr>
          <p:cNvSpPr txBox="1"/>
          <p:nvPr/>
        </p:nvSpPr>
        <p:spPr>
          <a:xfrm>
            <a:off x="2138535" y="655463"/>
            <a:ext cx="6098344" cy="584775"/>
          </a:xfrm>
          <a:prstGeom prst="rect">
            <a:avLst/>
          </a:prstGeom>
          <a:noFill/>
        </p:spPr>
        <p:txBody>
          <a:bodyPr wrap="square">
            <a:spAutoFit/>
          </a:bodyPr>
          <a:lstStyle/>
          <a:p>
            <a:pPr algn="ctr"/>
            <a:r>
              <a:rPr lang="pt-BR" sz="3200" b="1" dirty="0">
                <a:solidFill>
                  <a:srgbClr val="FF0000"/>
                </a:solidFill>
                <a:latin typeface="Times New Roman" panose="02020603050405020304" pitchFamily="18" charset="0"/>
                <a:cs typeface="Times New Roman" panose="02020603050405020304" pitchFamily="18" charset="0"/>
              </a:rPr>
              <a:t>NUMBER SERIES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Rectangle 3">
            <a:extLst>
              <a:ext uri="{FF2B5EF4-FFF2-40B4-BE49-F238E27FC236}">
                <a16:creationId xmlns:a16="http://schemas.microsoft.com/office/drawing/2014/main" id="{ED5494B5-9454-79FF-8205-DBBAFC3D43B0}"/>
              </a:ext>
            </a:extLst>
          </p:cNvPr>
          <p:cNvSpPr txBox="1">
            <a:spLocks/>
          </p:cNvSpPr>
          <p:nvPr/>
        </p:nvSpPr>
        <p:spPr bwMode="auto">
          <a:xfrm>
            <a:off x="1682458" y="6473759"/>
            <a:ext cx="811847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9pPr>
          </a:lstStyle>
          <a:p>
            <a:pPr algn="ctr" eaLnBrk="1" hangingPunct="1">
              <a:spcBef>
                <a:spcPts val="1000"/>
              </a:spcBef>
              <a:buFont typeface="Arial" panose="020B0604020202020204" pitchFamily="34" charset="0"/>
              <a:buNone/>
            </a:pPr>
            <a:r>
              <a:rPr lang="en-US" altLang="en-US" sz="1800" b="1" dirty="0">
                <a:solidFill>
                  <a:srgbClr val="FF0000"/>
                </a:solidFill>
                <a:latin typeface="Times New Roman" panose="02020603050405020304" pitchFamily="18" charset="0"/>
                <a:cs typeface="Times New Roman" panose="02020603050405020304" pitchFamily="18" charset="0"/>
              </a:rPr>
              <a:t>           Q AND R DIVISION (C.S.S. DEPARTMENT)</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43493957-D0FB-417C-9831-8EB4AF1C6FED}"/>
              </a:ext>
            </a:extLst>
          </p:cNvPr>
          <p:cNvSpPr>
            <a:spLocks noGrp="1"/>
          </p:cNvSpPr>
          <p:nvPr>
            <p:ph type="title"/>
          </p:nvPr>
        </p:nvSpPr>
        <p:spPr>
          <a:xfrm>
            <a:off x="1685925" y="22225"/>
            <a:ext cx="9369425" cy="1189038"/>
          </a:xfrm>
        </p:spPr>
        <p:txBody>
          <a:bodyPr/>
          <a:lstStyle/>
          <a:p>
            <a:pPr eaLnBrk="1" hangingPunct="1"/>
            <a:r>
              <a:rPr lang="en-US" altLang="en-US" sz="4000" dirty="0">
                <a:latin typeface="Cambria" panose="02040503050406030204" pitchFamily="18" charset="0"/>
              </a:rPr>
              <a:t> </a:t>
            </a:r>
          </a:p>
        </p:txBody>
      </p:sp>
      <p:sp>
        <p:nvSpPr>
          <p:cNvPr id="6159" name="Freeform: Shape 71">
            <a:extLst>
              <a:ext uri="{FF2B5EF4-FFF2-40B4-BE49-F238E27FC236}">
                <a16:creationId xmlns:a16="http://schemas.microsoft.com/office/drawing/2014/main" id="{1EE2B77B-4441-4A6D-A578-447107742285}"/>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BA1B487C-A655-4CDA-8746-A59A235D9E32}"/>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19462" name="Picture 2" descr="KL Deemed to be University Logo">
            <a:extLst>
              <a:ext uri="{FF2B5EF4-FFF2-40B4-BE49-F238E27FC236}">
                <a16:creationId xmlns:a16="http://schemas.microsoft.com/office/drawing/2014/main" id="{2FB7B7AE-66EA-4D5D-ABD6-53AACD327E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1588"/>
            <a:ext cx="2503487" cy="600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1" name="Content Placeholder 2">
            <a:extLst>
              <a:ext uri="{FF2B5EF4-FFF2-40B4-BE49-F238E27FC236}">
                <a16:creationId xmlns:a16="http://schemas.microsoft.com/office/drawing/2014/main" id="{4D684C74-F87D-4928-8B24-8BAE3BD5BF2F}"/>
              </a:ext>
            </a:extLst>
          </p:cNvPr>
          <p:cNvSpPr>
            <a:spLocks noGrp="1" noChangeArrowheads="1"/>
          </p:cNvSpPr>
          <p:nvPr>
            <p:ph idx="1"/>
          </p:nvPr>
        </p:nvSpPr>
        <p:spPr bwMode="auto">
          <a:xfrm>
            <a:off x="1104900" y="1436688"/>
            <a:ext cx="9982200" cy="4572000"/>
          </a:xfrm>
        </p:spPr>
        <p:txBody>
          <a:bodyPr wrap="square" numCol="1" anchor="t" anchorCtr="0" compatLnSpc="1">
            <a:prstTxWarp prst="textNoShape">
              <a:avLst/>
            </a:prstTxWarp>
            <a:normAutofit lnSpcReduction="10000"/>
          </a:bodyPr>
          <a:lstStyle/>
          <a:p>
            <a:pPr marL="0" indent="0">
              <a:buFont typeface="Wingdings" panose="05000000000000000000" pitchFamily="2" charset="2"/>
              <a:buNone/>
              <a:defRPr/>
            </a:pPr>
            <a:r>
              <a:rPr lang="en-US" altLang="en-US" sz="2800" dirty="0">
                <a:solidFill>
                  <a:schemeClr val="tx2"/>
                </a:solidFill>
                <a:latin typeface="Times New Roman" panose="02020603050405020304" pitchFamily="18" charset="0"/>
                <a:cs typeface="Times New Roman" panose="02020603050405020304" pitchFamily="18" charset="0"/>
              </a:rPr>
              <a:t>Difference Series: The difference series can be further classified into </a:t>
            </a:r>
          </a:p>
          <a:p>
            <a:pPr>
              <a:buFont typeface="Wingdings" panose="05000000000000000000" pitchFamily="2" charset="2"/>
              <a:buChar char="v"/>
              <a:defRPr/>
            </a:pPr>
            <a:r>
              <a:rPr lang="en-US" altLang="en-US" sz="2800" dirty="0">
                <a:solidFill>
                  <a:schemeClr val="tx2"/>
                </a:solidFill>
                <a:latin typeface="Times New Roman" panose="02020603050405020304" pitchFamily="18" charset="0"/>
                <a:cs typeface="Times New Roman" panose="02020603050405020304" pitchFamily="18" charset="0"/>
              </a:rPr>
              <a:t> Number series with constant difference</a:t>
            </a:r>
          </a:p>
          <a:p>
            <a:pPr marL="0" indent="0">
              <a:buFont typeface="Wingdings" panose="05000000000000000000" pitchFamily="2" charset="2"/>
              <a:buNone/>
              <a:defRPr/>
            </a:pPr>
            <a:r>
              <a:rPr lang="en-US" altLang="en-US" sz="2800" dirty="0">
                <a:solidFill>
                  <a:schemeClr val="tx2"/>
                </a:solidFill>
                <a:latin typeface="Times New Roman" panose="02020603050405020304" pitchFamily="18" charset="0"/>
                <a:cs typeface="Times New Roman" panose="02020603050405020304" pitchFamily="18" charset="0"/>
              </a:rPr>
              <a:t> Ex: </a:t>
            </a:r>
            <a:r>
              <a:rPr lang="en-IN" sz="2800" dirty="0">
                <a:solidFill>
                  <a:schemeClr val="tx2"/>
                </a:solidFill>
                <a:latin typeface="Times New Roman" panose="02020603050405020304" pitchFamily="18" charset="0"/>
                <a:ea typeface="Calibri" panose="020F0502020204030204" pitchFamily="34" charset="0"/>
              </a:rPr>
              <a:t> 1, 4, 7, 10, 13 ........ </a:t>
            </a:r>
            <a:endParaRPr lang="en-US" altLang="en-US" sz="2800" dirty="0">
              <a:solidFill>
                <a:schemeClr val="tx2"/>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defRPr/>
            </a:pPr>
            <a:r>
              <a:rPr lang="en-US" altLang="en-US" sz="2800" dirty="0">
                <a:solidFill>
                  <a:schemeClr val="tx2"/>
                </a:solidFill>
                <a:latin typeface="Times New Roman" panose="02020603050405020304" pitchFamily="18" charset="0"/>
                <a:cs typeface="Times New Roman" panose="02020603050405020304" pitchFamily="18" charset="0"/>
              </a:rPr>
              <a:t>Number series with increasing or decreasing difference</a:t>
            </a:r>
          </a:p>
          <a:p>
            <a:pPr marL="0" indent="0">
              <a:buFont typeface="Wingdings" panose="05000000000000000000" pitchFamily="2" charset="2"/>
              <a:buNone/>
              <a:defRPr/>
            </a:pPr>
            <a:r>
              <a:rPr lang="en-US" altLang="en-US" sz="2800" dirty="0">
                <a:solidFill>
                  <a:schemeClr val="tx2"/>
                </a:solidFill>
                <a:latin typeface="Times New Roman" panose="02020603050405020304" pitchFamily="18" charset="0"/>
                <a:cs typeface="Times New Roman" panose="02020603050405020304" pitchFamily="18" charset="0"/>
              </a:rPr>
              <a:t> Ex: </a:t>
            </a:r>
            <a:r>
              <a:rPr lang="en-US" sz="28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2, 3, 5, 8, 12, 17, 23,.........</a:t>
            </a:r>
          </a:p>
          <a:p>
            <a:pPr marL="0" indent="0">
              <a:buFont typeface="Wingdings" panose="05000000000000000000" pitchFamily="2" charset="2"/>
              <a:buNone/>
              <a:defRPr/>
            </a:pPr>
            <a:r>
              <a:rPr lang="en-US" sz="28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Product Series: </a:t>
            </a:r>
          </a:p>
          <a:p>
            <a:pPr marL="0" indent="0">
              <a:buFont typeface="Wingdings" panose="05000000000000000000" pitchFamily="2" charset="2"/>
              <a:buNone/>
              <a:defRPr/>
            </a:pPr>
            <a:r>
              <a:rPr lang="en-US" sz="24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 Ex: </a:t>
            </a:r>
            <a:r>
              <a:rPr lang="en-IN" sz="2400" dirty="0">
                <a:solidFill>
                  <a:schemeClr val="tx2"/>
                </a:solidFill>
                <a:latin typeface="Times New Roman" panose="02020603050405020304" pitchFamily="18" charset="0"/>
                <a:ea typeface="Calibri" panose="020F0502020204030204" pitchFamily="34" charset="0"/>
              </a:rPr>
              <a:t>2, 4, 8, 16, 32, 64........ </a:t>
            </a:r>
          </a:p>
          <a:p>
            <a:pPr marL="0" indent="0">
              <a:buFont typeface="Wingdings" panose="05000000000000000000" pitchFamily="2" charset="2"/>
              <a:buNone/>
              <a:defRPr/>
            </a:pPr>
            <a:r>
              <a:rPr lang="en-IN" sz="2400" dirty="0">
                <a:solidFill>
                  <a:schemeClr val="tx2"/>
                </a:solidFill>
                <a:latin typeface="Times New Roman" panose="02020603050405020304" pitchFamily="18" charset="0"/>
                <a:ea typeface="Calibri" panose="020F0502020204030204" pitchFamily="34" charset="0"/>
              </a:rPr>
              <a:t>Here, each number in the series is multiplied by 2 to get the next term.</a:t>
            </a:r>
            <a:endParaRPr lang="en-IN" sz="2400" dirty="0">
              <a:solidFill>
                <a:schemeClr val="tx2"/>
              </a:solidFill>
              <a:latin typeface="Calibri" panose="020F0502020204030204" pitchFamily="34" charset="0"/>
              <a:ea typeface="Calibri" panose="020F0502020204030204" pitchFamily="34" charset="0"/>
              <a:cs typeface="Times New Roman" panose="02020603050405020304" pitchFamily="18" charset="0"/>
            </a:endParaRPr>
          </a:p>
          <a:p>
            <a:pPr marL="0" indent="0">
              <a:buFont typeface="Wingdings" panose="05000000000000000000" pitchFamily="2" charset="2"/>
              <a:buNone/>
              <a:defRPr/>
            </a:pPr>
            <a:endParaRPr lang="en-US" altLang="en-US" sz="2800" dirty="0">
              <a:solidFill>
                <a:schemeClr val="tx2"/>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defRPr/>
            </a:pPr>
            <a:endParaRPr lang="en-IN" altLang="en-US" dirty="0">
              <a:solidFill>
                <a:schemeClr val="tx2"/>
              </a:solidFill>
            </a:endParaRPr>
          </a:p>
        </p:txBody>
      </p:sp>
      <p:sp>
        <p:nvSpPr>
          <p:cNvPr id="2" name="Date Placeholder 1">
            <a:extLst>
              <a:ext uri="{FF2B5EF4-FFF2-40B4-BE49-F238E27FC236}">
                <a16:creationId xmlns:a16="http://schemas.microsoft.com/office/drawing/2014/main" id="{50F124CF-D5CB-42AD-89D6-93B09A101B99}"/>
              </a:ext>
            </a:extLst>
          </p:cNvPr>
          <p:cNvSpPr>
            <a:spLocks noGrp="1"/>
          </p:cNvSpPr>
          <p:nvPr>
            <p:ph type="dt" sz="quarter" idx="10"/>
          </p:nvPr>
        </p:nvSpPr>
        <p:spPr>
          <a:xfrm>
            <a:off x="106095" y="6356350"/>
            <a:ext cx="1828800" cy="365125"/>
          </a:xfrm>
        </p:spPr>
        <p:txBody>
          <a:bodyPr/>
          <a:lstStyle/>
          <a:p>
            <a:pPr>
              <a:defRPr/>
            </a:pPr>
            <a:fld id="{C9A1076D-5440-414C-9661-EB83700D956E}" type="datetime1">
              <a:rPr lang="en-US" smtClean="0">
                <a:solidFill>
                  <a:srgbClr val="FF0000"/>
                </a:solidFill>
              </a:rPr>
              <a:t>12/3/2022</a:t>
            </a:fld>
            <a:endParaRPr lang="en-US" dirty="0">
              <a:solidFill>
                <a:srgbClr val="FF0000"/>
              </a:solidFill>
            </a:endParaRPr>
          </a:p>
        </p:txBody>
      </p:sp>
      <p:sp>
        <p:nvSpPr>
          <p:cNvPr id="19465" name="Slide Number Placeholder 3">
            <a:extLst>
              <a:ext uri="{FF2B5EF4-FFF2-40B4-BE49-F238E27FC236}">
                <a16:creationId xmlns:a16="http://schemas.microsoft.com/office/drawing/2014/main" id="{A81F938C-F981-4342-9131-10C83780875F}"/>
              </a:ext>
            </a:extLst>
          </p:cNvPr>
          <p:cNvSpPr>
            <a:spLocks noGrp="1" noChangeArrowheads="1"/>
          </p:cNvSpPr>
          <p:nvPr>
            <p:ph type="sldNum" sz="quarter" idx="12"/>
          </p:nvPr>
        </p:nvSpPr>
        <p:spPr bwMode="auto">
          <a:xfrm>
            <a:off x="10086708" y="6356350"/>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352F6695-E382-4096-A6BD-CADC96AB6EE8}" type="slidenum">
              <a:rPr lang="en-US" altLang="en-US" sz="1200" smtClean="0">
                <a:solidFill>
                  <a:srgbClr val="FF0000"/>
                </a:solidFill>
              </a:rPr>
              <a:pPr>
                <a:lnSpc>
                  <a:spcPct val="100000"/>
                </a:lnSpc>
                <a:spcBef>
                  <a:spcPct val="0"/>
                </a:spcBef>
                <a:buFontTx/>
                <a:buNone/>
              </a:pPr>
              <a:t>5</a:t>
            </a:fld>
            <a:endParaRPr lang="en-US" altLang="en-US" sz="1200" dirty="0">
              <a:solidFill>
                <a:srgbClr val="FF0000"/>
              </a:solidFill>
            </a:endParaRPr>
          </a:p>
        </p:txBody>
      </p:sp>
      <p:sp>
        <p:nvSpPr>
          <p:cNvPr id="3" name="TextBox 2">
            <a:extLst>
              <a:ext uri="{FF2B5EF4-FFF2-40B4-BE49-F238E27FC236}">
                <a16:creationId xmlns:a16="http://schemas.microsoft.com/office/drawing/2014/main" id="{92BD5398-71A7-4353-3EB0-57875525A67F}"/>
              </a:ext>
            </a:extLst>
          </p:cNvPr>
          <p:cNvSpPr txBox="1"/>
          <p:nvPr/>
        </p:nvSpPr>
        <p:spPr>
          <a:xfrm>
            <a:off x="2476159" y="688043"/>
            <a:ext cx="6098344" cy="584775"/>
          </a:xfrm>
          <a:prstGeom prst="rect">
            <a:avLst/>
          </a:prstGeom>
          <a:noFill/>
        </p:spPr>
        <p:txBody>
          <a:bodyPr wrap="square">
            <a:spAutoFit/>
          </a:bodyPr>
          <a:lstStyle/>
          <a:p>
            <a:pPr algn="ctr"/>
            <a:r>
              <a:rPr lang="pt-BR" sz="3200" b="1" dirty="0">
                <a:solidFill>
                  <a:srgbClr val="FF0000"/>
                </a:solidFill>
                <a:latin typeface="Times New Roman" panose="02020603050405020304" pitchFamily="18" charset="0"/>
                <a:cs typeface="Times New Roman" panose="02020603050405020304" pitchFamily="18" charset="0"/>
              </a:rPr>
              <a:t>NUMBER SERIES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B2BC2D5B-8414-F3B7-D141-85909C5D1811}"/>
              </a:ext>
            </a:extLst>
          </p:cNvPr>
          <p:cNvSpPr txBox="1">
            <a:spLocks/>
          </p:cNvSpPr>
          <p:nvPr/>
        </p:nvSpPr>
        <p:spPr bwMode="auto">
          <a:xfrm>
            <a:off x="1682458" y="6473759"/>
            <a:ext cx="811847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9pPr>
          </a:lstStyle>
          <a:p>
            <a:pPr algn="ctr" eaLnBrk="1" hangingPunct="1">
              <a:spcBef>
                <a:spcPts val="1000"/>
              </a:spcBef>
              <a:buFont typeface="Arial" panose="020B0604020202020204" pitchFamily="34" charset="0"/>
              <a:buNone/>
            </a:pPr>
            <a:r>
              <a:rPr lang="en-US" altLang="en-US" sz="1800" b="1" dirty="0">
                <a:solidFill>
                  <a:srgbClr val="FF0000"/>
                </a:solidFill>
                <a:latin typeface="Times New Roman" panose="02020603050405020304" pitchFamily="18" charset="0"/>
                <a:cs typeface="Times New Roman" panose="02020603050405020304" pitchFamily="18" charset="0"/>
              </a:rPr>
              <a:t>           Q AND R DIVISION (C.S.S. DEPARTMENT)</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8BF5C00-7A65-4EF7-9908-A55E329DE455}"/>
              </a:ext>
            </a:extLst>
          </p:cNvPr>
          <p:cNvSpPr>
            <a:spLocks noGrp="1"/>
          </p:cNvSpPr>
          <p:nvPr>
            <p:ph type="title"/>
          </p:nvPr>
        </p:nvSpPr>
        <p:spPr>
          <a:xfrm>
            <a:off x="1685925" y="22225"/>
            <a:ext cx="9369425" cy="1189038"/>
          </a:xfrm>
        </p:spPr>
        <p:txBody>
          <a:bodyPr/>
          <a:lstStyle/>
          <a:p>
            <a:pPr eaLnBrk="1" hangingPunct="1"/>
            <a:r>
              <a:rPr lang="en-US" altLang="en-US" sz="4000" dirty="0">
                <a:latin typeface="Cambria" panose="02040503050406030204" pitchFamily="18" charset="0"/>
              </a:rPr>
              <a:t> </a:t>
            </a:r>
          </a:p>
        </p:txBody>
      </p:sp>
      <p:sp>
        <p:nvSpPr>
          <p:cNvPr id="6159" name="Freeform: Shape 71">
            <a:extLst>
              <a:ext uri="{FF2B5EF4-FFF2-40B4-BE49-F238E27FC236}">
                <a16:creationId xmlns:a16="http://schemas.microsoft.com/office/drawing/2014/main" id="{DA46C92B-439E-4DE5-9A59-1CD4557A51E0}"/>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E8C04333-B8E3-4FBD-BC5A-A3BB0BC20625}"/>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22534" name="Picture 2" descr="KL Deemed to be University Logo">
            <a:extLst>
              <a:ext uri="{FF2B5EF4-FFF2-40B4-BE49-F238E27FC236}">
                <a16:creationId xmlns:a16="http://schemas.microsoft.com/office/drawing/2014/main" id="{79F4F690-D0E2-4798-80D9-E1C8051A88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1588"/>
            <a:ext cx="2503487" cy="600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1" name="Content Placeholder 2">
            <a:extLst>
              <a:ext uri="{FF2B5EF4-FFF2-40B4-BE49-F238E27FC236}">
                <a16:creationId xmlns:a16="http://schemas.microsoft.com/office/drawing/2014/main" id="{3C1A0CCB-0863-4380-A6B9-DFA16B6FCD3A}"/>
              </a:ext>
            </a:extLst>
          </p:cNvPr>
          <p:cNvSpPr>
            <a:spLocks noGrp="1" noChangeArrowheads="1"/>
          </p:cNvSpPr>
          <p:nvPr>
            <p:ph idx="1"/>
          </p:nvPr>
        </p:nvSpPr>
        <p:spPr bwMode="auto"/>
        <p:txBody>
          <a:bodyPr wrap="square" numCol="1" anchor="t" anchorCtr="0" compatLnSpc="1">
            <a:prstTxWarp prst="textNoShape">
              <a:avLst/>
            </a:prstTxWarp>
          </a:bodyPr>
          <a:lstStyle/>
          <a:p>
            <a:pPr marL="0" indent="0">
              <a:buFont typeface="Wingdings" panose="05000000000000000000" pitchFamily="2" charset="2"/>
              <a:buNone/>
              <a:defRPr/>
            </a:pPr>
            <a:r>
              <a:rPr lang="en-US" altLang="en-US" sz="2800" dirty="0">
                <a:solidFill>
                  <a:schemeClr val="tx2"/>
                </a:solidFill>
                <a:latin typeface="Times New Roman" panose="02020603050405020304" pitchFamily="18" charset="0"/>
                <a:cs typeface="Times New Roman" panose="02020603050405020304" pitchFamily="18" charset="0"/>
              </a:rPr>
              <a:t>Miscellaneous series:</a:t>
            </a:r>
          </a:p>
          <a:p>
            <a:pPr>
              <a:buFont typeface="Wingdings" panose="05000000000000000000" pitchFamily="2" charset="2"/>
              <a:buChar char="v"/>
              <a:defRPr/>
            </a:pPr>
            <a:r>
              <a:rPr lang="en-US" altLang="en-US" sz="2400" dirty="0">
                <a:solidFill>
                  <a:schemeClr val="tx2"/>
                </a:solidFill>
                <a:latin typeface="Times New Roman" panose="02020603050405020304" pitchFamily="18" charset="0"/>
                <a:cs typeface="Times New Roman" panose="02020603050405020304" pitchFamily="18" charset="0"/>
              </a:rPr>
              <a:t> There are series that do not come under the other patterns and are of general nature but are important and are fairly common. Even here, sometimes, there can be a specific pattern in some cases.</a:t>
            </a:r>
          </a:p>
          <a:p>
            <a:pPr>
              <a:buFont typeface="Wingdings" panose="05000000000000000000" pitchFamily="2" charset="2"/>
              <a:buChar char="v"/>
              <a:defRPr/>
            </a:pPr>
            <a:r>
              <a:rPr lang="en-US" altLang="en-US" sz="2400" dirty="0">
                <a:solidFill>
                  <a:schemeClr val="tx2"/>
                </a:solidFill>
                <a:latin typeface="Times New Roman" panose="02020603050405020304" pitchFamily="18" charset="0"/>
                <a:cs typeface="Times New Roman" panose="02020603050405020304" pitchFamily="18" charset="0"/>
              </a:rPr>
              <a:t> Take the series 3, 5, 7, 11, 13 ...this is the series of PRIMES NUMBERS. It is an important series and the student should look out for this as one of the patterns. The next term in this series is 17.</a:t>
            </a:r>
          </a:p>
          <a:p>
            <a:pPr>
              <a:buFont typeface="Wingdings" panose="05000000000000000000" pitchFamily="2" charset="2"/>
              <a:buChar char="v"/>
              <a:defRPr/>
            </a:pPr>
            <a:r>
              <a:rPr lang="en-US" altLang="en-US" sz="2400" dirty="0">
                <a:solidFill>
                  <a:schemeClr val="tx2"/>
                </a:solidFill>
                <a:latin typeface="Times New Roman" panose="02020603050405020304" pitchFamily="18" charset="0"/>
                <a:cs typeface="Times New Roman" panose="02020603050405020304" pitchFamily="18" charset="0"/>
              </a:rPr>
              <a:t> Take the series 9, 25, 49, 121 ....In this series, the terms are SQUARES of prime numbers . Hence, the next term is 13^2  , i.e., 169.</a:t>
            </a:r>
          </a:p>
          <a:p>
            <a:pPr>
              <a:buFont typeface="Wingdings" panose="05000000000000000000" pitchFamily="2" charset="2"/>
              <a:buChar char="v"/>
              <a:defRPr/>
            </a:pPr>
            <a:endParaRPr lang="en-IN" altLang="en-US" dirty="0">
              <a:solidFill>
                <a:schemeClr val="tx2"/>
              </a:solidFill>
            </a:endParaRPr>
          </a:p>
        </p:txBody>
      </p:sp>
      <p:sp>
        <p:nvSpPr>
          <p:cNvPr id="3" name="TextBox 2">
            <a:extLst>
              <a:ext uri="{FF2B5EF4-FFF2-40B4-BE49-F238E27FC236}">
                <a16:creationId xmlns:a16="http://schemas.microsoft.com/office/drawing/2014/main" id="{ACEB0363-7544-5C57-23CA-3F4B526713B4}"/>
              </a:ext>
            </a:extLst>
          </p:cNvPr>
          <p:cNvSpPr txBox="1"/>
          <p:nvPr/>
        </p:nvSpPr>
        <p:spPr>
          <a:xfrm>
            <a:off x="2476159" y="685638"/>
            <a:ext cx="6098344" cy="584775"/>
          </a:xfrm>
          <a:prstGeom prst="rect">
            <a:avLst/>
          </a:prstGeom>
          <a:noFill/>
        </p:spPr>
        <p:txBody>
          <a:bodyPr wrap="square">
            <a:spAutoFit/>
          </a:bodyPr>
          <a:lstStyle/>
          <a:p>
            <a:pPr algn="ctr"/>
            <a:r>
              <a:rPr lang="pt-BR" sz="3200" b="1" dirty="0">
                <a:solidFill>
                  <a:srgbClr val="FF0000"/>
                </a:solidFill>
                <a:latin typeface="Times New Roman" panose="02020603050405020304" pitchFamily="18" charset="0"/>
                <a:cs typeface="Times New Roman" panose="02020603050405020304" pitchFamily="18" charset="0"/>
              </a:rPr>
              <a:t>NUMBER SERIES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6240528-0E98-BB13-A4FC-D93ADC12AEC7}"/>
              </a:ext>
            </a:extLst>
          </p:cNvPr>
          <p:cNvSpPr>
            <a:spLocks noGrp="1"/>
          </p:cNvSpPr>
          <p:nvPr>
            <p:ph type="dt" sz="half" idx="10"/>
          </p:nvPr>
        </p:nvSpPr>
        <p:spPr>
          <a:xfrm>
            <a:off x="288974" y="6356350"/>
            <a:ext cx="1828800" cy="365125"/>
          </a:xfrm>
        </p:spPr>
        <p:txBody>
          <a:bodyPr/>
          <a:lstStyle/>
          <a:p>
            <a:pPr>
              <a:defRPr/>
            </a:pPr>
            <a:fld id="{5DEC8B7D-CF49-4B81-8867-93FCFADD56F7}" type="datetime1">
              <a:rPr lang="en-US" smtClean="0">
                <a:solidFill>
                  <a:srgbClr val="FF0000"/>
                </a:solidFill>
              </a:rPr>
              <a:t>12/3/2022</a:t>
            </a:fld>
            <a:endParaRPr lang="en-US" dirty="0">
              <a:solidFill>
                <a:srgbClr val="FF0000"/>
              </a:solidFill>
            </a:endParaRPr>
          </a:p>
        </p:txBody>
      </p:sp>
      <p:sp>
        <p:nvSpPr>
          <p:cNvPr id="5" name="Footer Placeholder 4">
            <a:extLst>
              <a:ext uri="{FF2B5EF4-FFF2-40B4-BE49-F238E27FC236}">
                <a16:creationId xmlns:a16="http://schemas.microsoft.com/office/drawing/2014/main" id="{47059CBF-E73E-FEAD-A0B2-4EA198F092D5}"/>
              </a:ext>
            </a:extLst>
          </p:cNvPr>
          <p:cNvSpPr>
            <a:spLocks noGrp="1"/>
          </p:cNvSpPr>
          <p:nvPr>
            <p:ph type="ftr" sz="quarter" idx="11"/>
          </p:nvPr>
        </p:nvSpPr>
        <p:spPr/>
        <p:txBody>
          <a:bodyPr/>
          <a:lstStyle/>
          <a:p>
            <a:pPr>
              <a:defRPr/>
            </a:pPr>
            <a:r>
              <a:rPr lang="en-IN" sz="1400">
                <a:solidFill>
                  <a:srgbClr val="FF0000"/>
                </a:solidFill>
              </a:rPr>
              <a:t>Q AND R DIVISION (C.S.S. DEPARTMENT)</a:t>
            </a:r>
            <a:endParaRPr lang="en-IN" sz="1400" dirty="0">
              <a:solidFill>
                <a:srgbClr val="FF0000"/>
              </a:solidFill>
            </a:endParaRPr>
          </a:p>
        </p:txBody>
      </p:sp>
      <p:sp>
        <p:nvSpPr>
          <p:cNvPr id="6" name="Slide Number Placeholder 5">
            <a:extLst>
              <a:ext uri="{FF2B5EF4-FFF2-40B4-BE49-F238E27FC236}">
                <a16:creationId xmlns:a16="http://schemas.microsoft.com/office/drawing/2014/main" id="{C8B83B04-334B-1C48-FFE7-C1A3EE719BA9}"/>
              </a:ext>
            </a:extLst>
          </p:cNvPr>
          <p:cNvSpPr>
            <a:spLocks noGrp="1"/>
          </p:cNvSpPr>
          <p:nvPr>
            <p:ph type="sldNum" sz="quarter" idx="12"/>
          </p:nvPr>
        </p:nvSpPr>
        <p:spPr>
          <a:xfrm>
            <a:off x="10140950" y="6378574"/>
            <a:ext cx="1828800" cy="365125"/>
          </a:xfrm>
        </p:spPr>
        <p:txBody>
          <a:bodyPr/>
          <a:lstStyle/>
          <a:p>
            <a:pPr>
              <a:defRPr/>
            </a:pPr>
            <a:fld id="{09188413-70F9-4011-ADAA-2186BBC4A446}" type="slidenum">
              <a:rPr lang="en-US" altLang="en-US" smtClean="0">
                <a:solidFill>
                  <a:srgbClr val="FF0000"/>
                </a:solidFill>
              </a:rPr>
              <a:pPr>
                <a:defRPr/>
              </a:pPr>
              <a:t>6</a:t>
            </a:fld>
            <a:endParaRPr lang="en-US" altLang="en-US" dirty="0">
              <a:solidFill>
                <a:srgbClr val="FF0000"/>
              </a:solidFill>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3F89C74C-6F6F-4700-8C0A-71099E04721B}"/>
              </a:ext>
            </a:extLst>
          </p:cNvPr>
          <p:cNvSpPr>
            <a:spLocks noGrp="1"/>
          </p:cNvSpPr>
          <p:nvPr>
            <p:ph type="title"/>
          </p:nvPr>
        </p:nvSpPr>
        <p:spPr>
          <a:xfrm>
            <a:off x="1685925" y="22225"/>
            <a:ext cx="9369425" cy="1189038"/>
          </a:xfrm>
        </p:spPr>
        <p:txBody>
          <a:bodyPr/>
          <a:lstStyle/>
          <a:p>
            <a:pPr eaLnBrk="1" hangingPunct="1"/>
            <a:r>
              <a:rPr lang="en-US" altLang="en-US" sz="4000" dirty="0">
                <a:latin typeface="Cambria" panose="02040503050406030204" pitchFamily="18" charset="0"/>
              </a:rPr>
              <a:t> </a:t>
            </a:r>
          </a:p>
        </p:txBody>
      </p:sp>
      <p:sp>
        <p:nvSpPr>
          <p:cNvPr id="6159" name="Freeform: Shape 71">
            <a:extLst>
              <a:ext uri="{FF2B5EF4-FFF2-40B4-BE49-F238E27FC236}">
                <a16:creationId xmlns:a16="http://schemas.microsoft.com/office/drawing/2014/main" id="{E0AAD83B-3419-499D-BFEC-9906C2C6B6F3}"/>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14C95C63-5795-462B-8F0E-A7368F3964CE}"/>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Footer Placeholder 7">
            <a:extLst>
              <a:ext uri="{FF2B5EF4-FFF2-40B4-BE49-F238E27FC236}">
                <a16:creationId xmlns:a16="http://schemas.microsoft.com/office/drawing/2014/main" id="{EFEF392A-FBC3-41E9-B00E-4782348B17F1}"/>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23558" name="Picture 2" descr="KL Deemed to be University Logo">
            <a:extLst>
              <a:ext uri="{FF2B5EF4-FFF2-40B4-BE49-F238E27FC236}">
                <a16:creationId xmlns:a16="http://schemas.microsoft.com/office/drawing/2014/main" id="{3AABBDC4-641B-446A-984F-C4DCCCD501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1588"/>
            <a:ext cx="2503487" cy="600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1" name="Content Placeholder 2">
            <a:extLst>
              <a:ext uri="{FF2B5EF4-FFF2-40B4-BE49-F238E27FC236}">
                <a16:creationId xmlns:a16="http://schemas.microsoft.com/office/drawing/2014/main" id="{6DA38021-F95C-4BD9-8D7B-1320149EB044}"/>
              </a:ext>
            </a:extLst>
          </p:cNvPr>
          <p:cNvSpPr>
            <a:spLocks noGrp="1" noChangeArrowheads="1"/>
          </p:cNvSpPr>
          <p:nvPr>
            <p:ph idx="1"/>
          </p:nvPr>
        </p:nvSpPr>
        <p:spPr bwMode="auto">
          <a:xfrm>
            <a:off x="1104900" y="1346869"/>
            <a:ext cx="9982200" cy="4572000"/>
          </a:xfrm>
        </p:spPr>
        <p:txBody>
          <a:bodyPr wrap="square" numCol="1" anchor="t" anchorCtr="0" compatLnSpc="1">
            <a:prstTxWarp prst="textNoShape">
              <a:avLst/>
            </a:prstTxWarp>
          </a:bodyPr>
          <a:lstStyle/>
          <a:p>
            <a:pPr marL="0" indent="0">
              <a:buFont typeface="Wingdings" panose="05000000000000000000" pitchFamily="2" charset="2"/>
              <a:buNone/>
              <a:defRPr/>
            </a:pPr>
            <a:r>
              <a:rPr lang="en-US" altLang="en-US" sz="2800" dirty="0">
                <a:solidFill>
                  <a:schemeClr val="tx2"/>
                </a:solidFill>
                <a:latin typeface="Times New Roman" panose="02020603050405020304" pitchFamily="18" charset="0"/>
                <a:cs typeface="Times New Roman" panose="02020603050405020304" pitchFamily="18" charset="0"/>
              </a:rPr>
              <a:t>Combination series:</a:t>
            </a:r>
          </a:p>
          <a:p>
            <a:pPr marL="0" indent="0">
              <a:buFont typeface="Wingdings" panose="05000000000000000000" pitchFamily="2" charset="2"/>
              <a:buNone/>
              <a:defRPr/>
            </a:pPr>
            <a:r>
              <a:rPr lang="en-IN" sz="2400" dirty="0">
                <a:solidFill>
                  <a:schemeClr val="tx2"/>
                </a:solidFill>
                <a:latin typeface="Times New Roman" panose="02020603050405020304" pitchFamily="18" charset="0"/>
                <a:ea typeface="Calibri" panose="020F0502020204030204" pitchFamily="34" charset="0"/>
              </a:rPr>
              <a:t>A number  series which has more than one type of (arithmetic) operation performed or more than one series combined together is a combination series .</a:t>
            </a:r>
          </a:p>
          <a:p>
            <a:pPr marL="0" indent="0">
              <a:buFont typeface="Wingdings" panose="05000000000000000000" pitchFamily="2" charset="2"/>
              <a:buNone/>
              <a:defRPr/>
            </a:pPr>
            <a:r>
              <a:rPr lang="en-IN" altLang="en-US" sz="2400" dirty="0">
                <a:solidFill>
                  <a:schemeClr val="tx2"/>
                </a:solidFill>
                <a:latin typeface="Times New Roman" panose="02020603050405020304" pitchFamily="18" charset="0"/>
                <a:cs typeface="Times New Roman" panose="02020603050405020304" pitchFamily="18" charset="0"/>
              </a:rPr>
              <a:t>Ex: </a:t>
            </a:r>
            <a:r>
              <a:rPr lang="en-US" sz="24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Consider the series 2, 6, 10, 3, 9, 13, 4, 12, ..........</a:t>
            </a:r>
          </a:p>
          <a:p>
            <a:pPr marL="0" indent="0">
              <a:buFont typeface="Wingdings" panose="05000000000000000000" pitchFamily="2" charset="2"/>
              <a:buNone/>
              <a:defRPr/>
            </a:pPr>
            <a:r>
              <a:rPr lang="en-US" sz="24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Here, the first term 2 is multiplied by 3 to get the second term, and 4 is added to get the third term. </a:t>
            </a:r>
          </a:p>
          <a:p>
            <a:pPr marL="0" indent="0">
              <a:buFont typeface="Wingdings" panose="05000000000000000000" pitchFamily="2" charset="2"/>
              <a:buNone/>
              <a:defRPr/>
            </a:pPr>
            <a:r>
              <a:rPr lang="en-US" sz="24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The next term is 3(one more than the first term 2) and it is multiplied by 3 to get 9 (which is the next term )and then 4 is added to get the next term 13.The next term 4(which is one more than 3)which is multiplied with 3 to get 12, the next term. Then 4 is added to this to get the next number 16.</a:t>
            </a:r>
            <a:endParaRPr lang="en-IN" sz="2400" dirty="0">
              <a:solidFill>
                <a:schemeClr val="tx2"/>
              </a:solidFill>
              <a:latin typeface="Calibri" panose="020F0502020204030204" pitchFamily="34" charset="0"/>
              <a:ea typeface="Calibri" panose="020F0502020204030204" pitchFamily="34" charset="0"/>
              <a:cs typeface="Times New Roman" panose="02020603050405020304" pitchFamily="18" charset="0"/>
            </a:endParaRPr>
          </a:p>
          <a:p>
            <a:pPr marL="0" indent="0">
              <a:buNone/>
              <a:defRPr/>
            </a:pPr>
            <a:endParaRPr lang="en-IN" altLang="en-US" dirty="0">
              <a:solidFill>
                <a:schemeClr val="tx2"/>
              </a:solidFill>
            </a:endParaRPr>
          </a:p>
        </p:txBody>
      </p:sp>
      <p:sp>
        <p:nvSpPr>
          <p:cNvPr id="2" name="Date Placeholder 1">
            <a:extLst>
              <a:ext uri="{FF2B5EF4-FFF2-40B4-BE49-F238E27FC236}">
                <a16:creationId xmlns:a16="http://schemas.microsoft.com/office/drawing/2014/main" id="{CA026182-6C79-4CEA-888B-8D221732EFA0}"/>
              </a:ext>
            </a:extLst>
          </p:cNvPr>
          <p:cNvSpPr>
            <a:spLocks noGrp="1"/>
          </p:cNvSpPr>
          <p:nvPr>
            <p:ph type="dt" sz="quarter" idx="10"/>
          </p:nvPr>
        </p:nvSpPr>
        <p:spPr>
          <a:xfrm>
            <a:off x="190500" y="6356350"/>
            <a:ext cx="1828800" cy="365125"/>
          </a:xfrm>
        </p:spPr>
        <p:txBody>
          <a:bodyPr/>
          <a:lstStyle/>
          <a:p>
            <a:pPr>
              <a:defRPr/>
            </a:pPr>
            <a:fld id="{6B4FBD9D-2AB0-4488-8EA6-E46E89B58541}" type="datetime1">
              <a:rPr lang="en-US" smtClean="0">
                <a:solidFill>
                  <a:srgbClr val="FF0000"/>
                </a:solidFill>
              </a:rPr>
              <a:t>12/3/2022</a:t>
            </a:fld>
            <a:endParaRPr lang="en-US" dirty="0">
              <a:solidFill>
                <a:srgbClr val="FF0000"/>
              </a:solidFill>
            </a:endParaRPr>
          </a:p>
        </p:txBody>
      </p:sp>
      <p:sp>
        <p:nvSpPr>
          <p:cNvPr id="23561" name="Slide Number Placeholder 3">
            <a:extLst>
              <a:ext uri="{FF2B5EF4-FFF2-40B4-BE49-F238E27FC236}">
                <a16:creationId xmlns:a16="http://schemas.microsoft.com/office/drawing/2014/main" id="{AADAAF66-96D1-407B-9846-C20C08846A9C}"/>
              </a:ext>
            </a:extLst>
          </p:cNvPr>
          <p:cNvSpPr>
            <a:spLocks noGrp="1" noChangeArrowheads="1"/>
          </p:cNvSpPr>
          <p:nvPr>
            <p:ph type="sldNum" sz="quarter" idx="12"/>
          </p:nvPr>
        </p:nvSpPr>
        <p:spPr bwMode="auto">
          <a:xfrm>
            <a:off x="10025856" y="6356350"/>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3BE07E93-927D-402D-BCF0-74AE14D49EDF}" type="slidenum">
              <a:rPr lang="en-US" altLang="en-US" sz="1200" smtClean="0">
                <a:solidFill>
                  <a:srgbClr val="FF0000"/>
                </a:solidFill>
              </a:rPr>
              <a:pPr>
                <a:lnSpc>
                  <a:spcPct val="100000"/>
                </a:lnSpc>
                <a:spcBef>
                  <a:spcPct val="0"/>
                </a:spcBef>
                <a:buFontTx/>
                <a:buNone/>
              </a:pPr>
              <a:t>7</a:t>
            </a:fld>
            <a:endParaRPr lang="en-US" altLang="en-US" sz="1200" dirty="0">
              <a:solidFill>
                <a:srgbClr val="FF0000"/>
              </a:solidFill>
            </a:endParaRPr>
          </a:p>
        </p:txBody>
      </p:sp>
      <p:sp>
        <p:nvSpPr>
          <p:cNvPr id="3" name="TextBox 2">
            <a:extLst>
              <a:ext uri="{FF2B5EF4-FFF2-40B4-BE49-F238E27FC236}">
                <a16:creationId xmlns:a16="http://schemas.microsoft.com/office/drawing/2014/main" id="{785C9D8D-10B0-B9B8-FD62-C283970F80CA}"/>
              </a:ext>
            </a:extLst>
          </p:cNvPr>
          <p:cNvSpPr txBox="1"/>
          <p:nvPr/>
        </p:nvSpPr>
        <p:spPr>
          <a:xfrm>
            <a:off x="2476159" y="688043"/>
            <a:ext cx="6098344" cy="584775"/>
          </a:xfrm>
          <a:prstGeom prst="rect">
            <a:avLst/>
          </a:prstGeom>
          <a:noFill/>
        </p:spPr>
        <p:txBody>
          <a:bodyPr wrap="square">
            <a:spAutoFit/>
          </a:bodyPr>
          <a:lstStyle/>
          <a:p>
            <a:pPr algn="ctr"/>
            <a:r>
              <a:rPr lang="pt-BR" sz="3200" b="1" dirty="0">
                <a:solidFill>
                  <a:srgbClr val="FF0000"/>
                </a:solidFill>
                <a:latin typeface="Times New Roman" panose="02020603050405020304" pitchFamily="18" charset="0"/>
                <a:cs typeface="Times New Roman" panose="02020603050405020304" pitchFamily="18" charset="0"/>
              </a:rPr>
              <a:t>NUMBER SERIES</a:t>
            </a:r>
            <a:endParaRPr lang="en-IN" sz="32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1D12F082-09A3-4D54-BCE4-C78F7EBA06F0}"/>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75DB9E0E-2C65-4CB8-8ED7-8D09B127E97F}"/>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Footer Placeholder 7">
            <a:extLst>
              <a:ext uri="{FF2B5EF4-FFF2-40B4-BE49-F238E27FC236}">
                <a16:creationId xmlns:a16="http://schemas.microsoft.com/office/drawing/2014/main" id="{13D24D80-F9D3-4557-AA70-0A6FA0C4800B}"/>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24582" name="Picture 2" descr="KL Deemed to be University Logo">
            <a:extLst>
              <a:ext uri="{FF2B5EF4-FFF2-40B4-BE49-F238E27FC236}">
                <a16:creationId xmlns:a16="http://schemas.microsoft.com/office/drawing/2014/main" id="{2FEE55AE-22AE-4A05-B0C2-170634C1F6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Content Placeholder 2">
            <a:extLst>
              <a:ext uri="{FF2B5EF4-FFF2-40B4-BE49-F238E27FC236}">
                <a16:creationId xmlns:a16="http://schemas.microsoft.com/office/drawing/2014/main" id="{B7AC08E4-0718-4A24-8BFF-AE6F33CA331F}"/>
              </a:ext>
            </a:extLst>
          </p:cNvPr>
          <p:cNvSpPr>
            <a:spLocks noGrp="1" noChangeArrowheads="1"/>
          </p:cNvSpPr>
          <p:nvPr>
            <p:ph idx="1"/>
          </p:nvPr>
        </p:nvSpPr>
        <p:spPr bwMode="auto">
          <a:xfrm>
            <a:off x="1104900" y="1332908"/>
            <a:ext cx="9982200" cy="4572000"/>
          </a:xfrm>
        </p:spPr>
        <p:txBody>
          <a:bodyPr wrap="square" numCol="1" anchor="t" anchorCtr="0" compatLnSpc="1">
            <a:prstTxWarp prst="textNoShape">
              <a:avLst/>
            </a:prstTxWarp>
            <a:normAutofit/>
          </a:bodyPr>
          <a:lstStyle/>
          <a:p>
            <a:pPr marL="0" indent="0">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1.	41, 43, 40, 45, 38, 49, 36, ?, 34</a:t>
            </a:r>
          </a:p>
          <a:p>
            <a:pPr marL="0" indent="0">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	a. 51			b. 53			c. 57			d. 55   </a:t>
            </a:r>
          </a:p>
          <a:p>
            <a:pPr marL="0" indent="0">
              <a:buFont typeface="Wingdings" panose="05000000000000000000" pitchFamily="2" charset="2"/>
              <a:buNone/>
            </a:pPr>
            <a:endParaRPr lang="en-IN" altLang="en-US" sz="1800" dirty="0">
              <a:solidFill>
                <a:schemeClr val="tx2"/>
              </a:solidFill>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3F14F32D-A9ED-4E3E-B07D-D93CE46EC4FE}"/>
              </a:ext>
            </a:extLst>
          </p:cNvPr>
          <p:cNvSpPr>
            <a:spLocks noGrp="1"/>
          </p:cNvSpPr>
          <p:nvPr>
            <p:ph type="dt" sz="quarter" idx="10"/>
          </p:nvPr>
        </p:nvSpPr>
        <p:spPr>
          <a:xfrm>
            <a:off x="190500" y="6436653"/>
            <a:ext cx="1828800" cy="365125"/>
          </a:xfrm>
        </p:spPr>
        <p:txBody>
          <a:bodyPr/>
          <a:lstStyle/>
          <a:p>
            <a:pPr>
              <a:defRPr/>
            </a:pPr>
            <a:fld id="{9592151E-1D08-45E6-BDAE-544BF3A29616}" type="datetime1">
              <a:rPr lang="en-US" smtClean="0">
                <a:solidFill>
                  <a:srgbClr val="FF0000"/>
                </a:solidFill>
              </a:rPr>
              <a:t>12/3/2022</a:t>
            </a:fld>
            <a:endParaRPr lang="en-US" dirty="0">
              <a:solidFill>
                <a:srgbClr val="FF0000"/>
              </a:solidFill>
            </a:endParaRPr>
          </a:p>
        </p:txBody>
      </p:sp>
      <p:sp>
        <p:nvSpPr>
          <p:cNvPr id="24585" name="Slide Number Placeholder 3">
            <a:extLst>
              <a:ext uri="{FF2B5EF4-FFF2-40B4-BE49-F238E27FC236}">
                <a16:creationId xmlns:a16="http://schemas.microsoft.com/office/drawing/2014/main" id="{787B91BC-2B18-4285-8AA2-ED7B2C681E77}"/>
              </a:ext>
            </a:extLst>
          </p:cNvPr>
          <p:cNvSpPr>
            <a:spLocks noGrp="1" noChangeArrowheads="1"/>
          </p:cNvSpPr>
          <p:nvPr>
            <p:ph type="sldNum" sz="quarter" idx="12"/>
          </p:nvPr>
        </p:nvSpPr>
        <p:spPr bwMode="auto">
          <a:xfrm>
            <a:off x="10172700" y="6409140"/>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9A41ADB0-9534-43D2-B1E9-3ADE621575AC}" type="slidenum">
              <a:rPr lang="en-US" altLang="en-US" sz="1200" smtClean="0">
                <a:solidFill>
                  <a:srgbClr val="FF0000"/>
                </a:solidFill>
              </a:rPr>
              <a:pPr>
                <a:lnSpc>
                  <a:spcPct val="100000"/>
                </a:lnSpc>
                <a:spcBef>
                  <a:spcPct val="0"/>
                </a:spcBef>
                <a:buFontTx/>
                <a:buNone/>
              </a:pPr>
              <a:t>8</a:t>
            </a:fld>
            <a:endParaRPr lang="en-US" altLang="en-US" sz="1200" dirty="0">
              <a:solidFill>
                <a:srgbClr val="FF0000"/>
              </a:solidFill>
            </a:endParaRPr>
          </a:p>
        </p:txBody>
      </p:sp>
      <p:sp>
        <p:nvSpPr>
          <p:cNvPr id="4" name="TextBox 3">
            <a:extLst>
              <a:ext uri="{FF2B5EF4-FFF2-40B4-BE49-F238E27FC236}">
                <a16:creationId xmlns:a16="http://schemas.microsoft.com/office/drawing/2014/main" id="{94F4495B-3F7F-47A7-2C28-214BB1ACA9B3}"/>
              </a:ext>
            </a:extLst>
          </p:cNvPr>
          <p:cNvSpPr txBox="1"/>
          <p:nvPr/>
        </p:nvSpPr>
        <p:spPr>
          <a:xfrm>
            <a:off x="2476159" y="657664"/>
            <a:ext cx="6098344" cy="584775"/>
          </a:xfrm>
          <a:prstGeom prst="rect">
            <a:avLst/>
          </a:prstGeom>
          <a:noFill/>
        </p:spPr>
        <p:txBody>
          <a:bodyPr wrap="square">
            <a:spAutoFit/>
          </a:bodyPr>
          <a:lstStyle/>
          <a:p>
            <a:pPr algn="ctr"/>
            <a:r>
              <a:rPr lang="pt-BR" sz="3200" b="1" dirty="0">
                <a:solidFill>
                  <a:srgbClr val="FF0000"/>
                </a:solidFill>
                <a:latin typeface="Times New Roman" panose="02020603050405020304" pitchFamily="18" charset="0"/>
                <a:cs typeface="Times New Roman" panose="02020603050405020304" pitchFamily="18" charset="0"/>
              </a:rPr>
              <a:t>NUMBER SERIES</a:t>
            </a:r>
            <a:endParaRPr lang="en-IN" sz="32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FF2A575D-43BB-4CA2-BA7D-D0E83ED2EE1F}"/>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FD19AC98-4C4A-4A1A-9AAC-99CEF6FB3B05}"/>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Footer Placeholder 7">
            <a:extLst>
              <a:ext uri="{FF2B5EF4-FFF2-40B4-BE49-F238E27FC236}">
                <a16:creationId xmlns:a16="http://schemas.microsoft.com/office/drawing/2014/main" id="{73298933-87A9-4298-9B4D-7D4488F5EBB5}"/>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26630" name="Picture 2" descr="KL Deemed to be University Logo">
            <a:extLst>
              <a:ext uri="{FF2B5EF4-FFF2-40B4-BE49-F238E27FC236}">
                <a16:creationId xmlns:a16="http://schemas.microsoft.com/office/drawing/2014/main" id="{BF6E9740-62EC-4E9F-AA13-9C44DBAB17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1" name="Content Placeholder 2">
            <a:extLst>
              <a:ext uri="{FF2B5EF4-FFF2-40B4-BE49-F238E27FC236}">
                <a16:creationId xmlns:a16="http://schemas.microsoft.com/office/drawing/2014/main" id="{6E8B27D8-F12B-4E64-86C6-CC873A133824}"/>
              </a:ext>
            </a:extLst>
          </p:cNvPr>
          <p:cNvSpPr>
            <a:spLocks noGrp="1" noChangeArrowheads="1"/>
          </p:cNvSpPr>
          <p:nvPr>
            <p:ph idx="1"/>
          </p:nvPr>
        </p:nvSpPr>
        <p:spPr bwMode="auto">
          <a:xfrm>
            <a:off x="1161172" y="1332914"/>
            <a:ext cx="9982200" cy="4572000"/>
          </a:xfrm>
        </p:spPr>
        <p:txBody>
          <a:bodyPr wrap="square" numCol="1" anchor="t" anchorCtr="0" compatLnSpc="1">
            <a:prstTxWarp prst="textNoShape">
              <a:avLst/>
            </a:prstTxWarp>
          </a:bodyPr>
          <a:lstStyle/>
          <a:p>
            <a:pPr marL="0" indent="0">
              <a:buFont typeface="Wingdings" panose="05000000000000000000" pitchFamily="2" charset="2"/>
              <a:buNone/>
            </a:pPr>
            <a:r>
              <a:rPr lang="en-IN" altLang="en-US" sz="2800" dirty="0">
                <a:solidFill>
                  <a:schemeClr val="tx2"/>
                </a:solidFill>
                <a:latin typeface="Times New Roman" panose="02020603050405020304" pitchFamily="18" charset="0"/>
                <a:cs typeface="Times New Roman" panose="02020603050405020304" pitchFamily="18" charset="0"/>
              </a:rPr>
              <a:t>2. Find the missing number in the series: 4, 18, ?, 100, 180, 294, 448.</a:t>
            </a:r>
          </a:p>
          <a:p>
            <a:pPr marL="0" indent="0">
              <a:buFont typeface="Wingdings" panose="05000000000000000000" pitchFamily="2" charset="2"/>
              <a:buNone/>
            </a:pPr>
            <a:r>
              <a:rPr lang="en-IN" altLang="en-US" sz="2800" dirty="0">
                <a:solidFill>
                  <a:schemeClr val="tx2"/>
                </a:solidFill>
                <a:latin typeface="Times New Roman" panose="02020603050405020304" pitchFamily="18" charset="0"/>
                <a:cs typeface="Times New Roman" panose="02020603050405020304" pitchFamily="18" charset="0"/>
              </a:rPr>
              <a:t>	a. 48			b. 36			c. 81			d. 25</a:t>
            </a:r>
            <a:endParaRPr lang="pt-BR" altLang="en-US" sz="2800" dirty="0">
              <a:solidFill>
                <a:schemeClr val="tx2"/>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pPr>
            <a:endParaRPr lang="en-IN" altLang="en-US" sz="3100" dirty="0">
              <a:solidFill>
                <a:schemeClr val="tx2"/>
              </a:solidFill>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5AF31F91-15F4-4CD4-B9F8-53A093BB614D}"/>
              </a:ext>
            </a:extLst>
          </p:cNvPr>
          <p:cNvSpPr>
            <a:spLocks noGrp="1"/>
          </p:cNvSpPr>
          <p:nvPr>
            <p:ph type="dt" sz="quarter" idx="10"/>
          </p:nvPr>
        </p:nvSpPr>
        <p:spPr>
          <a:xfrm>
            <a:off x="246772" y="6396306"/>
            <a:ext cx="1828800" cy="365125"/>
          </a:xfrm>
        </p:spPr>
        <p:txBody>
          <a:bodyPr/>
          <a:lstStyle/>
          <a:p>
            <a:pPr>
              <a:defRPr/>
            </a:pPr>
            <a:fld id="{431A02EC-366A-4386-8B75-CD4223626524}" type="datetime1">
              <a:rPr lang="en-US" smtClean="0">
                <a:solidFill>
                  <a:srgbClr val="FF0000"/>
                </a:solidFill>
              </a:rPr>
              <a:t>12/3/2022</a:t>
            </a:fld>
            <a:endParaRPr lang="en-US" dirty="0">
              <a:solidFill>
                <a:srgbClr val="FF0000"/>
              </a:solidFill>
            </a:endParaRPr>
          </a:p>
        </p:txBody>
      </p:sp>
      <p:sp>
        <p:nvSpPr>
          <p:cNvPr id="26633" name="Slide Number Placeholder 3">
            <a:extLst>
              <a:ext uri="{FF2B5EF4-FFF2-40B4-BE49-F238E27FC236}">
                <a16:creationId xmlns:a16="http://schemas.microsoft.com/office/drawing/2014/main" id="{FE57FB1B-85E0-42E9-9955-DC0A7EC14D88}"/>
              </a:ext>
            </a:extLst>
          </p:cNvPr>
          <p:cNvSpPr>
            <a:spLocks noGrp="1" noChangeArrowheads="1"/>
          </p:cNvSpPr>
          <p:nvPr>
            <p:ph type="sldNum" sz="quarter" idx="12"/>
          </p:nvPr>
        </p:nvSpPr>
        <p:spPr bwMode="auto">
          <a:xfrm>
            <a:off x="10116428" y="6396305"/>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2D08972B-0D04-4FCD-B355-BA011A67C1FE}" type="slidenum">
              <a:rPr lang="en-US" altLang="en-US" sz="1200" smtClean="0">
                <a:solidFill>
                  <a:srgbClr val="FF0000"/>
                </a:solidFill>
              </a:rPr>
              <a:pPr>
                <a:lnSpc>
                  <a:spcPct val="100000"/>
                </a:lnSpc>
                <a:spcBef>
                  <a:spcPct val="0"/>
                </a:spcBef>
                <a:buFontTx/>
                <a:buNone/>
              </a:pPr>
              <a:t>9</a:t>
            </a:fld>
            <a:endParaRPr lang="en-US" altLang="en-US" sz="1200">
              <a:solidFill>
                <a:srgbClr val="FF0000"/>
              </a:solidFill>
            </a:endParaRPr>
          </a:p>
        </p:txBody>
      </p:sp>
      <p:sp>
        <p:nvSpPr>
          <p:cNvPr id="4" name="TextBox 3">
            <a:extLst>
              <a:ext uri="{FF2B5EF4-FFF2-40B4-BE49-F238E27FC236}">
                <a16:creationId xmlns:a16="http://schemas.microsoft.com/office/drawing/2014/main" id="{DE4215B6-4DDD-55E0-CED1-E065E435D95A}"/>
              </a:ext>
            </a:extLst>
          </p:cNvPr>
          <p:cNvSpPr txBox="1"/>
          <p:nvPr/>
        </p:nvSpPr>
        <p:spPr>
          <a:xfrm>
            <a:off x="2476159" y="685800"/>
            <a:ext cx="6098344" cy="584775"/>
          </a:xfrm>
          <a:prstGeom prst="rect">
            <a:avLst/>
          </a:prstGeom>
          <a:noFill/>
        </p:spPr>
        <p:txBody>
          <a:bodyPr wrap="square">
            <a:spAutoFit/>
          </a:bodyPr>
          <a:lstStyle/>
          <a:p>
            <a:pPr algn="ctr"/>
            <a:r>
              <a:rPr lang="pt-BR" sz="3200" b="1" dirty="0">
                <a:solidFill>
                  <a:srgbClr val="FF0000"/>
                </a:solidFill>
                <a:latin typeface="Times New Roman" panose="02020603050405020304" pitchFamily="18" charset="0"/>
                <a:cs typeface="Times New Roman" panose="02020603050405020304" pitchFamily="18" charset="0"/>
              </a:rPr>
              <a:t>NUMBER SERIES</a:t>
            </a:r>
            <a:endParaRPr lang="en-IN" sz="32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B660E051-C559-42DB-8159-9BCD8394B694}"/>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C6F68BB0-928C-45D0-90E4-7B21B1D7DCB6}"/>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Footer Placeholder 7">
            <a:extLst>
              <a:ext uri="{FF2B5EF4-FFF2-40B4-BE49-F238E27FC236}">
                <a16:creationId xmlns:a16="http://schemas.microsoft.com/office/drawing/2014/main" id="{36C11064-FFE7-4EA6-AE8D-3AC11F244A51}"/>
              </a:ext>
            </a:extLst>
          </p:cNvPr>
          <p:cNvSpPr>
            <a:spLocks noGrp="1"/>
          </p:cNvSpPr>
          <p:nvPr>
            <p:ph type="ftr" sz="quarter" idx="11"/>
          </p:nvPr>
        </p:nvSpPr>
        <p:spPr>
          <a:xfrm>
            <a:off x="2983523" y="6356349"/>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36870" name="Picture 2" descr="KL Deemed to be University Logo">
            <a:extLst>
              <a:ext uri="{FF2B5EF4-FFF2-40B4-BE49-F238E27FC236}">
                <a16:creationId xmlns:a16="http://schemas.microsoft.com/office/drawing/2014/main" id="{6BE1ADD5-9B7E-4A92-B9E7-47B69864B7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1" name="Content Placeholder 2">
            <a:extLst>
              <a:ext uri="{FF2B5EF4-FFF2-40B4-BE49-F238E27FC236}">
                <a16:creationId xmlns:a16="http://schemas.microsoft.com/office/drawing/2014/main" id="{2043F0D1-2449-4739-A856-38956DF9BD7E}"/>
              </a:ext>
            </a:extLst>
          </p:cNvPr>
          <p:cNvSpPr>
            <a:spLocks noGrp="1" noChangeArrowheads="1"/>
          </p:cNvSpPr>
          <p:nvPr>
            <p:ph idx="1"/>
          </p:nvPr>
        </p:nvSpPr>
        <p:spPr bwMode="auto">
          <a:xfrm>
            <a:off x="1154723" y="1353125"/>
            <a:ext cx="9982200" cy="4572000"/>
          </a:xfrm>
        </p:spPr>
        <p:txBody>
          <a:bodyPr wrap="square" numCol="1" anchor="t" anchorCtr="0" compatLnSpc="1">
            <a:prstTxWarp prst="textNoShape">
              <a:avLst/>
            </a:prstTxWarp>
            <a:normAutofit/>
          </a:bodyPr>
          <a:lstStyle/>
          <a:p>
            <a:pPr marL="0" indent="0">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3.	5824, 5242, ?, 4247, 3823</a:t>
            </a:r>
          </a:p>
          <a:p>
            <a:pPr marL="0" indent="0">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	a. 4467 		b. 4718 		c. 4856 	      d. 5164</a:t>
            </a:r>
          </a:p>
        </p:txBody>
      </p:sp>
      <p:sp>
        <p:nvSpPr>
          <p:cNvPr id="2" name="Date Placeholder 1">
            <a:extLst>
              <a:ext uri="{FF2B5EF4-FFF2-40B4-BE49-F238E27FC236}">
                <a16:creationId xmlns:a16="http://schemas.microsoft.com/office/drawing/2014/main" id="{2639F7A9-740B-4A2C-9FBB-D448874D0EAF}"/>
              </a:ext>
            </a:extLst>
          </p:cNvPr>
          <p:cNvSpPr>
            <a:spLocks noGrp="1"/>
          </p:cNvSpPr>
          <p:nvPr>
            <p:ph type="dt" sz="quarter" idx="10"/>
          </p:nvPr>
        </p:nvSpPr>
        <p:spPr>
          <a:xfrm>
            <a:off x="240323" y="6356350"/>
            <a:ext cx="1828800" cy="365125"/>
          </a:xfrm>
        </p:spPr>
        <p:txBody>
          <a:bodyPr/>
          <a:lstStyle/>
          <a:p>
            <a:pPr>
              <a:defRPr/>
            </a:pPr>
            <a:fld id="{CF0555AC-B49F-44A5-B9D2-5610863B529F}" type="datetime1">
              <a:rPr lang="en-US" smtClean="0">
                <a:solidFill>
                  <a:srgbClr val="FF0000"/>
                </a:solidFill>
              </a:rPr>
              <a:t>12/3/2022</a:t>
            </a:fld>
            <a:endParaRPr lang="en-US" dirty="0">
              <a:solidFill>
                <a:srgbClr val="FF0000"/>
              </a:solidFill>
            </a:endParaRPr>
          </a:p>
        </p:txBody>
      </p:sp>
      <p:sp>
        <p:nvSpPr>
          <p:cNvPr id="36873" name="Slide Number Placeholder 3">
            <a:extLst>
              <a:ext uri="{FF2B5EF4-FFF2-40B4-BE49-F238E27FC236}">
                <a16:creationId xmlns:a16="http://schemas.microsoft.com/office/drawing/2014/main" id="{C6F8A7FB-A75B-449B-952D-9DC83CFC0C1B}"/>
              </a:ext>
            </a:extLst>
          </p:cNvPr>
          <p:cNvSpPr>
            <a:spLocks noGrp="1" noChangeArrowheads="1"/>
          </p:cNvSpPr>
          <p:nvPr>
            <p:ph type="sldNum" sz="quarter" idx="12"/>
          </p:nvPr>
        </p:nvSpPr>
        <p:spPr bwMode="auto">
          <a:xfrm>
            <a:off x="10122877" y="6267012"/>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47A04E5A-E81F-4F7B-A390-A9527FADBAAB}" type="slidenum">
              <a:rPr lang="en-US" altLang="en-US" sz="1200" smtClean="0">
                <a:solidFill>
                  <a:srgbClr val="FF0000"/>
                </a:solidFill>
              </a:rPr>
              <a:pPr>
                <a:lnSpc>
                  <a:spcPct val="100000"/>
                </a:lnSpc>
                <a:spcBef>
                  <a:spcPct val="0"/>
                </a:spcBef>
                <a:buFontTx/>
                <a:buNone/>
              </a:pPr>
              <a:t>10</a:t>
            </a:fld>
            <a:endParaRPr lang="en-US" altLang="en-US" sz="1200" dirty="0">
              <a:solidFill>
                <a:srgbClr val="FF0000"/>
              </a:solidFill>
            </a:endParaRPr>
          </a:p>
        </p:txBody>
      </p:sp>
      <p:sp>
        <p:nvSpPr>
          <p:cNvPr id="4" name="TextBox 3">
            <a:extLst>
              <a:ext uri="{FF2B5EF4-FFF2-40B4-BE49-F238E27FC236}">
                <a16:creationId xmlns:a16="http://schemas.microsoft.com/office/drawing/2014/main" id="{54782028-B532-6C3A-B70E-8C036ED086E7}"/>
              </a:ext>
            </a:extLst>
          </p:cNvPr>
          <p:cNvSpPr txBox="1"/>
          <p:nvPr/>
        </p:nvSpPr>
        <p:spPr>
          <a:xfrm>
            <a:off x="2476159" y="685800"/>
            <a:ext cx="6098344" cy="584775"/>
          </a:xfrm>
          <a:prstGeom prst="rect">
            <a:avLst/>
          </a:prstGeom>
          <a:noFill/>
        </p:spPr>
        <p:txBody>
          <a:bodyPr wrap="square">
            <a:spAutoFit/>
          </a:bodyPr>
          <a:lstStyle/>
          <a:p>
            <a:pPr algn="ctr"/>
            <a:r>
              <a:rPr lang="pt-BR" sz="3200" b="1" dirty="0">
                <a:solidFill>
                  <a:srgbClr val="FF0000"/>
                </a:solidFill>
                <a:latin typeface="Times New Roman" panose="02020603050405020304" pitchFamily="18" charset="0"/>
                <a:cs typeface="Times New Roman" panose="02020603050405020304" pitchFamily="18" charset="0"/>
              </a:rPr>
              <a:t>NUMBER SERIES</a:t>
            </a:r>
            <a:endParaRPr lang="en-IN" sz="32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B660E051-C559-42DB-8159-9BCD8394B694}"/>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C6F68BB0-928C-45D0-90E4-7B21B1D7DCB6}"/>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Footer Placeholder 7">
            <a:extLst>
              <a:ext uri="{FF2B5EF4-FFF2-40B4-BE49-F238E27FC236}">
                <a16:creationId xmlns:a16="http://schemas.microsoft.com/office/drawing/2014/main" id="{36C11064-FFE7-4EA6-AE8D-3AC11F244A51}"/>
              </a:ext>
            </a:extLst>
          </p:cNvPr>
          <p:cNvSpPr>
            <a:spLocks noGrp="1"/>
          </p:cNvSpPr>
          <p:nvPr>
            <p:ph type="ftr" sz="quarter" idx="11"/>
          </p:nvPr>
        </p:nvSpPr>
        <p:spPr>
          <a:xfrm>
            <a:off x="2983523" y="6356349"/>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36870" name="Picture 2" descr="KL Deemed to be University Logo">
            <a:extLst>
              <a:ext uri="{FF2B5EF4-FFF2-40B4-BE49-F238E27FC236}">
                <a16:creationId xmlns:a16="http://schemas.microsoft.com/office/drawing/2014/main" id="{6BE1ADD5-9B7E-4A92-B9E7-47B69864B7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1" name="Content Placeholder 2">
            <a:extLst>
              <a:ext uri="{FF2B5EF4-FFF2-40B4-BE49-F238E27FC236}">
                <a16:creationId xmlns:a16="http://schemas.microsoft.com/office/drawing/2014/main" id="{2043F0D1-2449-4739-A856-38956DF9BD7E}"/>
              </a:ext>
            </a:extLst>
          </p:cNvPr>
          <p:cNvSpPr>
            <a:spLocks noGrp="1" noChangeArrowheads="1"/>
          </p:cNvSpPr>
          <p:nvPr>
            <p:ph idx="1"/>
          </p:nvPr>
        </p:nvSpPr>
        <p:spPr bwMode="auto">
          <a:xfrm>
            <a:off x="1154723" y="1353125"/>
            <a:ext cx="9982200" cy="4572000"/>
          </a:xfrm>
        </p:spPr>
        <p:txBody>
          <a:bodyPr wrap="square" numCol="1" anchor="t" anchorCtr="0" compatLnSpc="1">
            <a:prstTxWarp prst="textNoShape">
              <a:avLst/>
            </a:prstTxWarp>
            <a:normAutofit/>
          </a:bodyPr>
          <a:lstStyle/>
          <a:p>
            <a:pPr marL="0" indent="0">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4.	3, 5, 5, 19, 7, 41, 9, ?</a:t>
            </a:r>
          </a:p>
          <a:p>
            <a:pPr marL="0" indent="0">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	a. 71	 		b. 61			c. 79		      d. 69</a:t>
            </a:r>
          </a:p>
        </p:txBody>
      </p:sp>
      <p:sp>
        <p:nvSpPr>
          <p:cNvPr id="2" name="Date Placeholder 1">
            <a:extLst>
              <a:ext uri="{FF2B5EF4-FFF2-40B4-BE49-F238E27FC236}">
                <a16:creationId xmlns:a16="http://schemas.microsoft.com/office/drawing/2014/main" id="{2639F7A9-740B-4A2C-9FBB-D448874D0EAF}"/>
              </a:ext>
            </a:extLst>
          </p:cNvPr>
          <p:cNvSpPr>
            <a:spLocks noGrp="1"/>
          </p:cNvSpPr>
          <p:nvPr>
            <p:ph type="dt" sz="quarter" idx="10"/>
          </p:nvPr>
        </p:nvSpPr>
        <p:spPr>
          <a:xfrm>
            <a:off x="240323" y="6356350"/>
            <a:ext cx="1828800" cy="365125"/>
          </a:xfrm>
        </p:spPr>
        <p:txBody>
          <a:bodyPr/>
          <a:lstStyle/>
          <a:p>
            <a:pPr>
              <a:defRPr/>
            </a:pPr>
            <a:fld id="{CF0555AC-B49F-44A5-B9D2-5610863B529F}" type="datetime1">
              <a:rPr lang="en-US" smtClean="0">
                <a:solidFill>
                  <a:srgbClr val="FF0000"/>
                </a:solidFill>
              </a:rPr>
              <a:t>12/3/2022</a:t>
            </a:fld>
            <a:endParaRPr lang="en-US" dirty="0">
              <a:solidFill>
                <a:srgbClr val="FF0000"/>
              </a:solidFill>
            </a:endParaRPr>
          </a:p>
        </p:txBody>
      </p:sp>
      <p:sp>
        <p:nvSpPr>
          <p:cNvPr id="36873" name="Slide Number Placeholder 3">
            <a:extLst>
              <a:ext uri="{FF2B5EF4-FFF2-40B4-BE49-F238E27FC236}">
                <a16:creationId xmlns:a16="http://schemas.microsoft.com/office/drawing/2014/main" id="{C6F8A7FB-A75B-449B-952D-9DC83CFC0C1B}"/>
              </a:ext>
            </a:extLst>
          </p:cNvPr>
          <p:cNvSpPr>
            <a:spLocks noGrp="1" noChangeArrowheads="1"/>
          </p:cNvSpPr>
          <p:nvPr>
            <p:ph type="sldNum" sz="quarter" idx="12"/>
          </p:nvPr>
        </p:nvSpPr>
        <p:spPr bwMode="auto">
          <a:xfrm>
            <a:off x="10122877" y="6267012"/>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47A04E5A-E81F-4F7B-A390-A9527FADBAAB}" type="slidenum">
              <a:rPr lang="en-US" altLang="en-US" sz="1200" smtClean="0">
                <a:solidFill>
                  <a:srgbClr val="FF0000"/>
                </a:solidFill>
              </a:rPr>
              <a:pPr>
                <a:lnSpc>
                  <a:spcPct val="100000"/>
                </a:lnSpc>
                <a:spcBef>
                  <a:spcPct val="0"/>
                </a:spcBef>
                <a:buFontTx/>
                <a:buNone/>
              </a:pPr>
              <a:t>11</a:t>
            </a:fld>
            <a:endParaRPr lang="en-US" altLang="en-US" sz="1200" dirty="0">
              <a:solidFill>
                <a:srgbClr val="FF0000"/>
              </a:solidFill>
            </a:endParaRPr>
          </a:p>
        </p:txBody>
      </p:sp>
      <p:sp>
        <p:nvSpPr>
          <p:cNvPr id="4" name="TextBox 3">
            <a:extLst>
              <a:ext uri="{FF2B5EF4-FFF2-40B4-BE49-F238E27FC236}">
                <a16:creationId xmlns:a16="http://schemas.microsoft.com/office/drawing/2014/main" id="{54782028-B532-6C3A-B70E-8C036ED086E7}"/>
              </a:ext>
            </a:extLst>
          </p:cNvPr>
          <p:cNvSpPr txBox="1"/>
          <p:nvPr/>
        </p:nvSpPr>
        <p:spPr>
          <a:xfrm>
            <a:off x="2476159" y="685800"/>
            <a:ext cx="6098344" cy="584775"/>
          </a:xfrm>
          <a:prstGeom prst="rect">
            <a:avLst/>
          </a:prstGeom>
          <a:noFill/>
        </p:spPr>
        <p:txBody>
          <a:bodyPr wrap="square">
            <a:spAutoFit/>
          </a:bodyPr>
          <a:lstStyle/>
          <a:p>
            <a:pPr algn="ctr"/>
            <a:r>
              <a:rPr lang="pt-BR" sz="3200" b="1" dirty="0">
                <a:solidFill>
                  <a:srgbClr val="FF0000"/>
                </a:solidFill>
                <a:latin typeface="Times New Roman" panose="02020603050405020304" pitchFamily="18" charset="0"/>
                <a:cs typeface="Times New Roman" panose="02020603050405020304" pitchFamily="18" charset="0"/>
              </a:rPr>
              <a:t>NUMBER SERIES</a:t>
            </a:r>
            <a:endParaRPr lang="en-IN" sz="32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5459890"/>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B660E051-C559-42DB-8159-9BCD8394B694}"/>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161" name="Freeform: Shape 75">
            <a:extLst>
              <a:ext uri="{FF2B5EF4-FFF2-40B4-BE49-F238E27FC236}">
                <a16:creationId xmlns:a16="http://schemas.microsoft.com/office/drawing/2014/main" id="{C6F68BB0-928C-45D0-90E4-7B21B1D7DCB6}"/>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Footer Placeholder 7">
            <a:extLst>
              <a:ext uri="{FF2B5EF4-FFF2-40B4-BE49-F238E27FC236}">
                <a16:creationId xmlns:a16="http://schemas.microsoft.com/office/drawing/2014/main" id="{36C11064-FFE7-4EA6-AE8D-3AC11F244A51}"/>
              </a:ext>
            </a:extLst>
          </p:cNvPr>
          <p:cNvSpPr>
            <a:spLocks noGrp="1"/>
          </p:cNvSpPr>
          <p:nvPr>
            <p:ph type="ftr" sz="quarter" idx="11"/>
          </p:nvPr>
        </p:nvSpPr>
        <p:spPr>
          <a:xfrm>
            <a:off x="2983523" y="6356349"/>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36870" name="Picture 2" descr="KL Deemed to be University Logo">
            <a:extLst>
              <a:ext uri="{FF2B5EF4-FFF2-40B4-BE49-F238E27FC236}">
                <a16:creationId xmlns:a16="http://schemas.microsoft.com/office/drawing/2014/main" id="{6BE1ADD5-9B7E-4A92-B9E7-47B69864B7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1" name="Content Placeholder 2">
            <a:extLst>
              <a:ext uri="{FF2B5EF4-FFF2-40B4-BE49-F238E27FC236}">
                <a16:creationId xmlns:a16="http://schemas.microsoft.com/office/drawing/2014/main" id="{2043F0D1-2449-4739-A856-38956DF9BD7E}"/>
              </a:ext>
            </a:extLst>
          </p:cNvPr>
          <p:cNvSpPr>
            <a:spLocks noGrp="1" noChangeArrowheads="1"/>
          </p:cNvSpPr>
          <p:nvPr>
            <p:ph idx="1"/>
          </p:nvPr>
        </p:nvSpPr>
        <p:spPr bwMode="auto">
          <a:xfrm>
            <a:off x="1154723" y="1353125"/>
            <a:ext cx="9982200" cy="4572000"/>
          </a:xfrm>
        </p:spPr>
        <p:txBody>
          <a:bodyPr wrap="square" numCol="1" anchor="t" anchorCtr="0" compatLnSpc="1">
            <a:prstTxWarp prst="textNoShape">
              <a:avLst/>
            </a:prstTxWarp>
            <a:normAutofit/>
          </a:bodyPr>
          <a:lstStyle/>
          <a:p>
            <a:pPr marL="0" indent="0">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5.	What is the next number in the series: 21, 77, 165, 285, ?</a:t>
            </a:r>
          </a:p>
          <a:p>
            <a:pPr marL="0" indent="0">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	a. 404	 		b. 415			c. 426		      d. 437</a:t>
            </a:r>
          </a:p>
        </p:txBody>
      </p:sp>
      <p:sp>
        <p:nvSpPr>
          <p:cNvPr id="2" name="Date Placeholder 1">
            <a:extLst>
              <a:ext uri="{FF2B5EF4-FFF2-40B4-BE49-F238E27FC236}">
                <a16:creationId xmlns:a16="http://schemas.microsoft.com/office/drawing/2014/main" id="{2639F7A9-740B-4A2C-9FBB-D448874D0EAF}"/>
              </a:ext>
            </a:extLst>
          </p:cNvPr>
          <p:cNvSpPr>
            <a:spLocks noGrp="1"/>
          </p:cNvSpPr>
          <p:nvPr>
            <p:ph type="dt" sz="quarter" idx="10"/>
          </p:nvPr>
        </p:nvSpPr>
        <p:spPr>
          <a:xfrm>
            <a:off x="240323" y="6356350"/>
            <a:ext cx="1828800" cy="365125"/>
          </a:xfrm>
        </p:spPr>
        <p:txBody>
          <a:bodyPr/>
          <a:lstStyle/>
          <a:p>
            <a:pPr>
              <a:defRPr/>
            </a:pPr>
            <a:fld id="{CF0555AC-B49F-44A5-B9D2-5610863B529F}" type="datetime1">
              <a:rPr lang="en-US" smtClean="0">
                <a:solidFill>
                  <a:srgbClr val="FF0000"/>
                </a:solidFill>
              </a:rPr>
              <a:t>12/3/2022</a:t>
            </a:fld>
            <a:endParaRPr lang="en-US" dirty="0">
              <a:solidFill>
                <a:srgbClr val="FF0000"/>
              </a:solidFill>
            </a:endParaRPr>
          </a:p>
        </p:txBody>
      </p:sp>
      <p:sp>
        <p:nvSpPr>
          <p:cNvPr id="36873" name="Slide Number Placeholder 3">
            <a:extLst>
              <a:ext uri="{FF2B5EF4-FFF2-40B4-BE49-F238E27FC236}">
                <a16:creationId xmlns:a16="http://schemas.microsoft.com/office/drawing/2014/main" id="{C6F8A7FB-A75B-449B-952D-9DC83CFC0C1B}"/>
              </a:ext>
            </a:extLst>
          </p:cNvPr>
          <p:cNvSpPr>
            <a:spLocks noGrp="1" noChangeArrowheads="1"/>
          </p:cNvSpPr>
          <p:nvPr>
            <p:ph type="sldNum" sz="quarter" idx="12"/>
          </p:nvPr>
        </p:nvSpPr>
        <p:spPr bwMode="auto">
          <a:xfrm>
            <a:off x="10122877" y="6267012"/>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47A04E5A-E81F-4F7B-A390-A9527FADBAAB}" type="slidenum">
              <a:rPr lang="en-US" altLang="en-US" sz="1200" smtClean="0">
                <a:solidFill>
                  <a:srgbClr val="FF0000"/>
                </a:solidFill>
              </a:rPr>
              <a:pPr>
                <a:lnSpc>
                  <a:spcPct val="100000"/>
                </a:lnSpc>
                <a:spcBef>
                  <a:spcPct val="0"/>
                </a:spcBef>
                <a:buFontTx/>
                <a:buNone/>
              </a:pPr>
              <a:t>12</a:t>
            </a:fld>
            <a:endParaRPr lang="en-US" altLang="en-US" sz="1200" dirty="0">
              <a:solidFill>
                <a:srgbClr val="FF0000"/>
              </a:solidFill>
            </a:endParaRPr>
          </a:p>
        </p:txBody>
      </p:sp>
      <p:sp>
        <p:nvSpPr>
          <p:cNvPr id="4" name="TextBox 3">
            <a:extLst>
              <a:ext uri="{FF2B5EF4-FFF2-40B4-BE49-F238E27FC236}">
                <a16:creationId xmlns:a16="http://schemas.microsoft.com/office/drawing/2014/main" id="{54782028-B532-6C3A-B70E-8C036ED086E7}"/>
              </a:ext>
            </a:extLst>
          </p:cNvPr>
          <p:cNvSpPr txBox="1"/>
          <p:nvPr/>
        </p:nvSpPr>
        <p:spPr>
          <a:xfrm>
            <a:off x="2476159" y="685800"/>
            <a:ext cx="6098344" cy="584775"/>
          </a:xfrm>
          <a:prstGeom prst="rect">
            <a:avLst/>
          </a:prstGeom>
          <a:noFill/>
        </p:spPr>
        <p:txBody>
          <a:bodyPr wrap="square">
            <a:spAutoFit/>
          </a:bodyPr>
          <a:lstStyle/>
          <a:p>
            <a:pPr algn="ctr"/>
            <a:r>
              <a:rPr lang="pt-BR" sz="3200" b="1" dirty="0">
                <a:solidFill>
                  <a:srgbClr val="FF0000"/>
                </a:solidFill>
                <a:latin typeface="Times New Roman" panose="02020603050405020304" pitchFamily="18" charset="0"/>
                <a:cs typeface="Times New Roman" panose="02020603050405020304" pitchFamily="18" charset="0"/>
              </a:rPr>
              <a:t>NUMBER SERIES</a:t>
            </a:r>
            <a:endParaRPr lang="en-IN" sz="32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2193005"/>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0337F6F9-9841-4D75-AEBC-D15D16B304D9}"/>
              </a:ext>
            </a:extLst>
          </p:cNvPr>
          <p:cNvSpPr>
            <a:spLocks noGrp="1"/>
          </p:cNvSpPr>
          <p:nvPr>
            <p:ph type="title"/>
          </p:nvPr>
        </p:nvSpPr>
        <p:spPr>
          <a:xfrm>
            <a:off x="1526901" y="0"/>
            <a:ext cx="9369425" cy="1189038"/>
          </a:xfrm>
        </p:spPr>
        <p:txBody>
          <a:bodyPr/>
          <a:lstStyle/>
          <a:p>
            <a:pPr eaLnBrk="1" hangingPunct="1"/>
            <a:r>
              <a:rPr lang="en-US" altLang="en-US" sz="3200" b="1" dirty="0">
                <a:solidFill>
                  <a:srgbClr val="FF0000"/>
                </a:solidFill>
                <a:latin typeface="Times New Roman" panose="02020603050405020304" pitchFamily="18" charset="0"/>
                <a:cs typeface="Times New Roman" panose="02020603050405020304" pitchFamily="18" charset="0"/>
              </a:rPr>
              <a:t>			LETTER SERIES</a:t>
            </a:r>
          </a:p>
        </p:txBody>
      </p:sp>
      <p:sp>
        <p:nvSpPr>
          <p:cNvPr id="6159" name="Freeform: Shape 71">
            <a:extLst>
              <a:ext uri="{FF2B5EF4-FFF2-40B4-BE49-F238E27FC236}">
                <a16:creationId xmlns:a16="http://schemas.microsoft.com/office/drawing/2014/main" id="{5225C8A2-E793-4BA2-A443-21109B817954}"/>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599B85BB-7CFF-444F-ACD9-7649982DBBAE}"/>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Footer Placeholder 7">
            <a:extLst>
              <a:ext uri="{FF2B5EF4-FFF2-40B4-BE49-F238E27FC236}">
                <a16:creationId xmlns:a16="http://schemas.microsoft.com/office/drawing/2014/main" id="{17738859-3B38-4DBD-9DF4-94A6C02A4220}"/>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47110" name="Picture 2" descr="KL Deemed to be University Logo">
            <a:extLst>
              <a:ext uri="{FF2B5EF4-FFF2-40B4-BE49-F238E27FC236}">
                <a16:creationId xmlns:a16="http://schemas.microsoft.com/office/drawing/2014/main" id="{8CAD2FC5-2A88-463D-B1A3-1019CDBF90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1" name="Content Placeholder 2">
            <a:extLst>
              <a:ext uri="{FF2B5EF4-FFF2-40B4-BE49-F238E27FC236}">
                <a16:creationId xmlns:a16="http://schemas.microsoft.com/office/drawing/2014/main" id="{C002B0C1-6EB4-46AA-9B9B-72BF271F71B7}"/>
              </a:ext>
            </a:extLst>
          </p:cNvPr>
          <p:cNvSpPr>
            <a:spLocks noGrp="1" noChangeArrowheads="1"/>
          </p:cNvSpPr>
          <p:nvPr>
            <p:ph idx="1"/>
          </p:nvPr>
        </p:nvSpPr>
        <p:spPr bwMode="auto">
          <a:xfrm>
            <a:off x="1090832" y="1332910"/>
            <a:ext cx="9982200" cy="4572000"/>
          </a:xfrm>
        </p:spPr>
        <p:txBody>
          <a:bodyPr wrap="square" numCol="1" anchor="t" anchorCtr="0" compatLnSpc="1">
            <a:prstTxWarp prst="textNoShape">
              <a:avLst/>
            </a:prstTxWarp>
            <a:normAutofit/>
          </a:bodyPr>
          <a:lstStyle/>
          <a:p>
            <a:pPr marL="0" indent="0">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6. 	WFB, TGD, QHG, ?</a:t>
            </a:r>
          </a:p>
          <a:p>
            <a:pPr marL="0" indent="0">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	a. NIJ 			b. NIK			c. NJK 	    d. OIK</a:t>
            </a:r>
          </a:p>
          <a:p>
            <a:pPr marL="0" indent="0">
              <a:buFont typeface="Wingdings" panose="05000000000000000000" pitchFamily="2" charset="2"/>
              <a:buNone/>
            </a:pPr>
            <a:endParaRPr lang="en-IN" altLang="en-US" sz="2400" dirty="0">
              <a:solidFill>
                <a:schemeClr val="tx2"/>
              </a:solidFill>
              <a:latin typeface="Times New Roman" panose="02020603050405020304" pitchFamily="18" charset="0"/>
              <a:cs typeface="Times New Roman" panose="02020603050405020304" pitchFamily="18" charset="0"/>
            </a:endParaRPr>
          </a:p>
        </p:txBody>
      </p:sp>
      <p:sp>
        <p:nvSpPr>
          <p:cNvPr id="47113" name="Slide Number Placeholder 3">
            <a:extLst>
              <a:ext uri="{FF2B5EF4-FFF2-40B4-BE49-F238E27FC236}">
                <a16:creationId xmlns:a16="http://schemas.microsoft.com/office/drawing/2014/main" id="{CC9B1CDE-2387-4C4C-89F7-D248D357CB24}"/>
              </a:ext>
            </a:extLst>
          </p:cNvPr>
          <p:cNvSpPr>
            <a:spLocks noGrp="1" noChangeArrowheads="1"/>
          </p:cNvSpPr>
          <p:nvPr>
            <p:ph type="sldNum" sz="quarter" idx="12"/>
          </p:nvPr>
        </p:nvSpPr>
        <p:spPr bwMode="auto">
          <a:xfrm>
            <a:off x="10158632" y="6409143"/>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683E2853-D95C-4035-A698-30257932066F}" type="slidenum">
              <a:rPr lang="en-US" altLang="en-US" sz="1200" smtClean="0">
                <a:solidFill>
                  <a:srgbClr val="FF0000"/>
                </a:solidFill>
              </a:rPr>
              <a:pPr>
                <a:lnSpc>
                  <a:spcPct val="100000"/>
                </a:lnSpc>
                <a:spcBef>
                  <a:spcPct val="0"/>
                </a:spcBef>
                <a:buFontTx/>
                <a:buNone/>
              </a:pPr>
              <a:t>13</a:t>
            </a:fld>
            <a:endParaRPr lang="en-US" altLang="en-US" sz="1200" dirty="0">
              <a:solidFill>
                <a:srgbClr val="FF0000"/>
              </a:solidFill>
            </a:endParaRPr>
          </a:p>
        </p:txBody>
      </p:sp>
      <p:sp>
        <p:nvSpPr>
          <p:cNvPr id="2" name="Date Placeholder 1">
            <a:extLst>
              <a:ext uri="{FF2B5EF4-FFF2-40B4-BE49-F238E27FC236}">
                <a16:creationId xmlns:a16="http://schemas.microsoft.com/office/drawing/2014/main" id="{77D5E149-D28B-147B-DE33-6B208E1C41BB}"/>
              </a:ext>
            </a:extLst>
          </p:cNvPr>
          <p:cNvSpPr>
            <a:spLocks noGrp="1"/>
          </p:cNvSpPr>
          <p:nvPr>
            <p:ph type="dt" sz="half" idx="10"/>
          </p:nvPr>
        </p:nvSpPr>
        <p:spPr>
          <a:xfrm>
            <a:off x="192087" y="6409144"/>
            <a:ext cx="1828800" cy="365125"/>
          </a:xfrm>
        </p:spPr>
        <p:txBody>
          <a:bodyPr/>
          <a:lstStyle/>
          <a:p>
            <a:pPr>
              <a:defRPr/>
            </a:pPr>
            <a:fld id="{E0A42DB8-D7A9-484B-B0BB-A9D92D916023}" type="datetime1">
              <a:rPr lang="en-US" smtClean="0">
                <a:solidFill>
                  <a:srgbClr val="FF0000"/>
                </a:solidFill>
              </a:rPr>
              <a:t>12/3/2022</a:t>
            </a:fld>
            <a:endParaRPr lang="en-US" dirty="0">
              <a:solidFill>
                <a:srgbClr val="FF0000"/>
              </a:solidFill>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FEEA13F5-7CBF-4567-A323-06252FABFBBC}"/>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2A788F49-E95B-46FB-ADDC-CF3849B6CB2D}"/>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Footer Placeholder 7">
            <a:extLst>
              <a:ext uri="{FF2B5EF4-FFF2-40B4-BE49-F238E27FC236}">
                <a16:creationId xmlns:a16="http://schemas.microsoft.com/office/drawing/2014/main" id="{16CBCA27-2AAB-42EA-91DE-5D5F8536F801}"/>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49158" name="Picture 2" descr="KL Deemed to be University Logo">
            <a:extLst>
              <a:ext uri="{FF2B5EF4-FFF2-40B4-BE49-F238E27FC236}">
                <a16:creationId xmlns:a16="http://schemas.microsoft.com/office/drawing/2014/main" id="{FF74762F-32E1-407F-BAB3-A13B2C5849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9" name="Content Placeholder 2">
            <a:extLst>
              <a:ext uri="{FF2B5EF4-FFF2-40B4-BE49-F238E27FC236}">
                <a16:creationId xmlns:a16="http://schemas.microsoft.com/office/drawing/2014/main" id="{4A7EDAFD-086C-459F-B717-F03F27C84AA0}"/>
              </a:ext>
            </a:extLst>
          </p:cNvPr>
          <p:cNvSpPr>
            <a:spLocks noGrp="1" noChangeArrowheads="1"/>
          </p:cNvSpPr>
          <p:nvPr>
            <p:ph idx="1"/>
          </p:nvPr>
        </p:nvSpPr>
        <p:spPr bwMode="auto">
          <a:xfrm>
            <a:off x="1220513" y="1301750"/>
            <a:ext cx="10244656" cy="4489450"/>
          </a:xfrm>
        </p:spPr>
        <p:txBody>
          <a:bodyPr wrap="square" numCol="1" anchor="t" anchorCtr="0" compatLnSpc="1">
            <a:prstTxWarp prst="textNoShape">
              <a:avLst/>
            </a:prstTxWarp>
            <a:normAutofit/>
          </a:bodyPr>
          <a:lstStyle/>
          <a:p>
            <a:pPr marL="0" indent="0">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7. 	Z, S, W, O, T, K, Q, G, ?, ?</a:t>
            </a:r>
          </a:p>
          <a:p>
            <a:pPr marL="0" indent="0">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	a. N, C 		b.  N, D 		c. O, C         		d. O, D</a:t>
            </a:r>
          </a:p>
        </p:txBody>
      </p:sp>
      <p:sp>
        <p:nvSpPr>
          <p:cNvPr id="49161" name="Slide Number Placeholder 3">
            <a:extLst>
              <a:ext uri="{FF2B5EF4-FFF2-40B4-BE49-F238E27FC236}">
                <a16:creationId xmlns:a16="http://schemas.microsoft.com/office/drawing/2014/main" id="{1F3C495E-130E-46EC-833F-3B3A8706A060}"/>
              </a:ext>
            </a:extLst>
          </p:cNvPr>
          <p:cNvSpPr>
            <a:spLocks noGrp="1" noChangeArrowheads="1"/>
          </p:cNvSpPr>
          <p:nvPr>
            <p:ph type="sldNum" sz="quarter" idx="12"/>
          </p:nvPr>
        </p:nvSpPr>
        <p:spPr bwMode="auto">
          <a:xfrm>
            <a:off x="9875692" y="6356350"/>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B5F20DA6-8CD0-46A7-B614-60139C96203D}" type="slidenum">
              <a:rPr lang="en-US" altLang="en-US" sz="1200" smtClean="0">
                <a:solidFill>
                  <a:srgbClr val="FF0000"/>
                </a:solidFill>
              </a:rPr>
              <a:pPr>
                <a:lnSpc>
                  <a:spcPct val="100000"/>
                </a:lnSpc>
                <a:spcBef>
                  <a:spcPct val="0"/>
                </a:spcBef>
                <a:buFontTx/>
                <a:buNone/>
              </a:pPr>
              <a:t>14</a:t>
            </a:fld>
            <a:endParaRPr lang="en-US" altLang="en-US" sz="1200" dirty="0">
              <a:solidFill>
                <a:srgbClr val="FF0000"/>
              </a:solidFill>
            </a:endParaRPr>
          </a:p>
        </p:txBody>
      </p:sp>
      <p:sp>
        <p:nvSpPr>
          <p:cNvPr id="10" name="Rectangle 2">
            <a:extLst>
              <a:ext uri="{FF2B5EF4-FFF2-40B4-BE49-F238E27FC236}">
                <a16:creationId xmlns:a16="http://schemas.microsoft.com/office/drawing/2014/main" id="{1BF76952-F203-4E11-A776-8CE8B4CB0B7D}"/>
              </a:ext>
            </a:extLst>
          </p:cNvPr>
          <p:cNvSpPr>
            <a:spLocks noGrp="1"/>
          </p:cNvSpPr>
          <p:nvPr>
            <p:ph type="title"/>
          </p:nvPr>
        </p:nvSpPr>
        <p:spPr>
          <a:xfrm>
            <a:off x="1526901" y="22225"/>
            <a:ext cx="9369425" cy="1189038"/>
          </a:xfrm>
        </p:spPr>
        <p:txBody>
          <a:bodyPr/>
          <a:lstStyle/>
          <a:p>
            <a:pPr eaLnBrk="1" hangingPunct="1"/>
            <a:r>
              <a:rPr lang="en-US" altLang="en-US" sz="3200" b="1" dirty="0">
                <a:solidFill>
                  <a:srgbClr val="FF0000"/>
                </a:solidFill>
                <a:latin typeface="Times New Roman" panose="02020603050405020304" pitchFamily="18" charset="0"/>
                <a:cs typeface="Times New Roman" panose="02020603050405020304" pitchFamily="18" charset="0"/>
              </a:rPr>
              <a:t>			LETTER SERIES</a:t>
            </a:r>
          </a:p>
        </p:txBody>
      </p:sp>
      <p:sp>
        <p:nvSpPr>
          <p:cNvPr id="2" name="Date Placeholder 1">
            <a:extLst>
              <a:ext uri="{FF2B5EF4-FFF2-40B4-BE49-F238E27FC236}">
                <a16:creationId xmlns:a16="http://schemas.microsoft.com/office/drawing/2014/main" id="{C1A14E45-7C9E-3534-C8ED-D9FCD59E8ED6}"/>
              </a:ext>
            </a:extLst>
          </p:cNvPr>
          <p:cNvSpPr>
            <a:spLocks noGrp="1"/>
          </p:cNvSpPr>
          <p:nvPr>
            <p:ph type="dt" sz="half" idx="10"/>
          </p:nvPr>
        </p:nvSpPr>
        <p:spPr>
          <a:xfrm>
            <a:off x="192087" y="6356350"/>
            <a:ext cx="1828800" cy="365125"/>
          </a:xfrm>
        </p:spPr>
        <p:txBody>
          <a:bodyPr/>
          <a:lstStyle/>
          <a:p>
            <a:pPr>
              <a:defRPr/>
            </a:pPr>
            <a:fld id="{D1BDCB3B-7EEE-405B-9BD3-7358406E212C}" type="datetime1">
              <a:rPr lang="en-US" smtClean="0">
                <a:solidFill>
                  <a:srgbClr val="FF0000"/>
                </a:solidFill>
              </a:rPr>
              <a:t>12/3/2022</a:t>
            </a:fld>
            <a:endParaRPr lang="en-US" dirty="0">
              <a:solidFill>
                <a:srgbClr val="FF0000"/>
              </a:solidFill>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979D7AA0-5491-4722-952F-9217E8D3D024}"/>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2EE650D9-AF45-45F5-AC18-B17FBAAE9058}"/>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Footer Placeholder 7">
            <a:extLst>
              <a:ext uri="{FF2B5EF4-FFF2-40B4-BE49-F238E27FC236}">
                <a16:creationId xmlns:a16="http://schemas.microsoft.com/office/drawing/2014/main" id="{AB8AAA68-5D8D-4FD3-B68D-E34B04E38C91}"/>
              </a:ext>
            </a:extLst>
          </p:cNvPr>
          <p:cNvSpPr>
            <a:spLocks noGrp="1"/>
          </p:cNvSpPr>
          <p:nvPr>
            <p:ph type="ftr" sz="quarter" idx="11"/>
          </p:nvPr>
        </p:nvSpPr>
        <p:spPr>
          <a:xfrm>
            <a:off x="2933700" y="6308505"/>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51206" name="Picture 2" descr="KL Deemed to be University Logo">
            <a:extLst>
              <a:ext uri="{FF2B5EF4-FFF2-40B4-BE49-F238E27FC236}">
                <a16:creationId xmlns:a16="http://schemas.microsoft.com/office/drawing/2014/main" id="{3A0BBD41-118C-4D15-B4D9-0706EF9103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7" name="Content Placeholder 2">
            <a:extLst>
              <a:ext uri="{FF2B5EF4-FFF2-40B4-BE49-F238E27FC236}">
                <a16:creationId xmlns:a16="http://schemas.microsoft.com/office/drawing/2014/main" id="{44814ECF-0AD2-425E-B704-3337327054EB}"/>
              </a:ext>
            </a:extLst>
          </p:cNvPr>
          <p:cNvSpPr>
            <a:spLocks noGrp="1" noChangeArrowheads="1"/>
          </p:cNvSpPr>
          <p:nvPr>
            <p:ph idx="1"/>
          </p:nvPr>
        </p:nvSpPr>
        <p:spPr bwMode="auto">
          <a:xfrm>
            <a:off x="1104900" y="1355996"/>
            <a:ext cx="10247728" cy="4455571"/>
          </a:xfrm>
        </p:spPr>
        <p:txBody>
          <a:bodyPr wrap="square" numCol="1" anchor="t" anchorCtr="0" compatLnSpc="1">
            <a:prstTxWarp prst="textNoShape">
              <a:avLst/>
            </a:prstTxWarp>
            <a:normAutofit/>
          </a:bodyPr>
          <a:lstStyle/>
          <a:p>
            <a:pPr marL="0" indent="0">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8.	Z, X, S, I, R, R, ?, ?</a:t>
            </a:r>
          </a:p>
          <a:p>
            <a:pPr marL="0" indent="0">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	a. G, I 			b. J, I			c. J,K			d. K,M</a:t>
            </a:r>
          </a:p>
        </p:txBody>
      </p:sp>
      <p:sp>
        <p:nvSpPr>
          <p:cNvPr id="51209" name="Slide Number Placeholder 3">
            <a:extLst>
              <a:ext uri="{FF2B5EF4-FFF2-40B4-BE49-F238E27FC236}">
                <a16:creationId xmlns:a16="http://schemas.microsoft.com/office/drawing/2014/main" id="{33ADE50F-14CB-4A23-9D7D-09D7BB239FF1}"/>
              </a:ext>
            </a:extLst>
          </p:cNvPr>
          <p:cNvSpPr>
            <a:spLocks noGrp="1" noChangeArrowheads="1"/>
          </p:cNvSpPr>
          <p:nvPr>
            <p:ph type="sldNum" sz="quarter" idx="12"/>
          </p:nvPr>
        </p:nvSpPr>
        <p:spPr bwMode="auto">
          <a:xfrm>
            <a:off x="10025856" y="6338887"/>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47B07129-68E0-4ED0-9961-CD8C809F49C7}" type="slidenum">
              <a:rPr lang="en-US" altLang="en-US" sz="1200" smtClean="0">
                <a:solidFill>
                  <a:srgbClr val="FF0000"/>
                </a:solidFill>
              </a:rPr>
              <a:pPr>
                <a:lnSpc>
                  <a:spcPct val="100000"/>
                </a:lnSpc>
                <a:spcBef>
                  <a:spcPct val="0"/>
                </a:spcBef>
                <a:buFontTx/>
                <a:buNone/>
              </a:pPr>
              <a:t>15</a:t>
            </a:fld>
            <a:endParaRPr lang="en-US" altLang="en-US" sz="1200" dirty="0">
              <a:solidFill>
                <a:srgbClr val="FF0000"/>
              </a:solidFill>
            </a:endParaRPr>
          </a:p>
        </p:txBody>
      </p:sp>
      <p:sp>
        <p:nvSpPr>
          <p:cNvPr id="10" name="Rectangle 2">
            <a:extLst>
              <a:ext uri="{FF2B5EF4-FFF2-40B4-BE49-F238E27FC236}">
                <a16:creationId xmlns:a16="http://schemas.microsoft.com/office/drawing/2014/main" id="{30244796-ACA9-4136-B7CA-06EEE54E031B}"/>
              </a:ext>
            </a:extLst>
          </p:cNvPr>
          <p:cNvSpPr>
            <a:spLocks noGrp="1"/>
          </p:cNvSpPr>
          <p:nvPr>
            <p:ph type="title"/>
          </p:nvPr>
        </p:nvSpPr>
        <p:spPr>
          <a:xfrm>
            <a:off x="1526901" y="84408"/>
            <a:ext cx="9369425" cy="1189038"/>
          </a:xfrm>
        </p:spPr>
        <p:txBody>
          <a:bodyPr/>
          <a:lstStyle/>
          <a:p>
            <a:pPr eaLnBrk="1" hangingPunct="1"/>
            <a:r>
              <a:rPr lang="en-US" altLang="en-US" sz="3200" b="1" dirty="0">
                <a:solidFill>
                  <a:srgbClr val="FF0000"/>
                </a:solidFill>
                <a:latin typeface="Times New Roman" panose="02020603050405020304" pitchFamily="18" charset="0"/>
                <a:cs typeface="Times New Roman" panose="02020603050405020304" pitchFamily="18" charset="0"/>
              </a:rPr>
              <a:t>			LETTER SERIES</a:t>
            </a:r>
          </a:p>
        </p:txBody>
      </p:sp>
      <p:sp>
        <p:nvSpPr>
          <p:cNvPr id="2" name="Date Placeholder 1">
            <a:extLst>
              <a:ext uri="{FF2B5EF4-FFF2-40B4-BE49-F238E27FC236}">
                <a16:creationId xmlns:a16="http://schemas.microsoft.com/office/drawing/2014/main" id="{CBEF33D8-EEF4-1DA3-E30B-97F465ECAA71}"/>
              </a:ext>
            </a:extLst>
          </p:cNvPr>
          <p:cNvSpPr>
            <a:spLocks noGrp="1"/>
          </p:cNvSpPr>
          <p:nvPr>
            <p:ph type="dt" sz="half" idx="10"/>
          </p:nvPr>
        </p:nvSpPr>
        <p:spPr>
          <a:xfrm>
            <a:off x="317109" y="6356350"/>
            <a:ext cx="1828800" cy="365125"/>
          </a:xfrm>
        </p:spPr>
        <p:txBody>
          <a:bodyPr/>
          <a:lstStyle/>
          <a:p>
            <a:pPr>
              <a:defRPr/>
            </a:pPr>
            <a:fld id="{CFA96847-F40F-4DAE-8E7C-BE738118B086}" type="datetime1">
              <a:rPr lang="en-US" smtClean="0">
                <a:solidFill>
                  <a:srgbClr val="FF0000"/>
                </a:solidFill>
              </a:rPr>
              <a:t>12/3/2022</a:t>
            </a:fld>
            <a:endParaRPr lang="en-US" dirty="0">
              <a:solidFill>
                <a:srgbClr val="FF0000"/>
              </a:solidFill>
            </a:endParaRP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528142AD-77EA-4FFB-AA37-B088FCD8E091}"/>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AE4F6B74-C2E3-4DD5-AA1D-12CBC58D6036}"/>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Footer Placeholder 7">
            <a:extLst>
              <a:ext uri="{FF2B5EF4-FFF2-40B4-BE49-F238E27FC236}">
                <a16:creationId xmlns:a16="http://schemas.microsoft.com/office/drawing/2014/main" id="{52959F00-243C-45DB-8852-619BE0BDF7C3}"/>
              </a:ext>
            </a:extLst>
          </p:cNvPr>
          <p:cNvSpPr>
            <a:spLocks noGrp="1"/>
          </p:cNvSpPr>
          <p:nvPr>
            <p:ph type="ftr" sz="quarter" idx="11"/>
          </p:nvPr>
        </p:nvSpPr>
        <p:spPr>
          <a:xfrm>
            <a:off x="2933700" y="6339888"/>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53254" name="Picture 2" descr="KL Deemed to be University Logo">
            <a:extLst>
              <a:ext uri="{FF2B5EF4-FFF2-40B4-BE49-F238E27FC236}">
                <a16:creationId xmlns:a16="http://schemas.microsoft.com/office/drawing/2014/main" id="{77FB4C4D-7B54-4B38-B5BC-4B7AED80FF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5" name="Content Placeholder 2">
            <a:extLst>
              <a:ext uri="{FF2B5EF4-FFF2-40B4-BE49-F238E27FC236}">
                <a16:creationId xmlns:a16="http://schemas.microsoft.com/office/drawing/2014/main" id="{72BE2945-4C9B-4732-B001-09AD4FA43F24}"/>
              </a:ext>
            </a:extLst>
          </p:cNvPr>
          <p:cNvSpPr>
            <a:spLocks noGrp="1" noChangeArrowheads="1"/>
          </p:cNvSpPr>
          <p:nvPr>
            <p:ph idx="1"/>
          </p:nvPr>
        </p:nvSpPr>
        <p:spPr bwMode="auto">
          <a:xfrm>
            <a:off x="1104899" y="1600200"/>
            <a:ext cx="10191457" cy="4533314"/>
          </a:xfrm>
        </p:spPr>
        <p:txBody>
          <a:bodyPr wrap="square" numCol="1" anchor="t" anchorCtr="0" compatLnSpc="1">
            <a:prstTxWarp prst="textNoShape">
              <a:avLst/>
            </a:prstTxWarp>
            <a:normAutofit/>
          </a:bodyPr>
          <a:lstStyle/>
          <a:p>
            <a:pPr marL="0" indent="0">
              <a:buFont typeface="Wingdings" panose="05000000000000000000" pitchFamily="2" charset="2"/>
              <a:buNone/>
            </a:pPr>
            <a:r>
              <a:rPr lang="pt-BR" altLang="en-US" sz="2400" dirty="0">
                <a:solidFill>
                  <a:schemeClr val="tx2"/>
                </a:solidFill>
                <a:latin typeface="Times New Roman" panose="02020603050405020304" pitchFamily="18" charset="0"/>
                <a:cs typeface="Times New Roman" panose="02020603050405020304" pitchFamily="18" charset="0"/>
              </a:rPr>
              <a:t>9.	A, B, B, D, C, F, D; H, E, ?, ?</a:t>
            </a:r>
          </a:p>
          <a:p>
            <a:pPr marL="0" indent="0">
              <a:buFont typeface="Wingdings" panose="05000000000000000000" pitchFamily="2" charset="2"/>
              <a:buNone/>
            </a:pPr>
            <a:r>
              <a:rPr lang="pt-BR" altLang="en-US" sz="2400" dirty="0">
                <a:solidFill>
                  <a:schemeClr val="tx2"/>
                </a:solidFill>
                <a:latin typeface="Times New Roman" panose="02020603050405020304" pitchFamily="18" charset="0"/>
                <a:cs typeface="Times New Roman" panose="02020603050405020304" pitchFamily="18" charset="0"/>
              </a:rPr>
              <a:t>	a. E, F 			b. F, G			c. F, I			d. J, F</a:t>
            </a:r>
          </a:p>
        </p:txBody>
      </p:sp>
      <p:sp>
        <p:nvSpPr>
          <p:cNvPr id="53257" name="Slide Number Placeholder 3">
            <a:extLst>
              <a:ext uri="{FF2B5EF4-FFF2-40B4-BE49-F238E27FC236}">
                <a16:creationId xmlns:a16="http://schemas.microsoft.com/office/drawing/2014/main" id="{7B7DE20D-4D1B-4D65-837E-043C7B3CF16E}"/>
              </a:ext>
            </a:extLst>
          </p:cNvPr>
          <p:cNvSpPr>
            <a:spLocks noGrp="1" noChangeArrowheads="1"/>
          </p:cNvSpPr>
          <p:nvPr>
            <p:ph type="sldNum" sz="quarter" idx="12"/>
          </p:nvPr>
        </p:nvSpPr>
        <p:spPr bwMode="auto">
          <a:xfrm>
            <a:off x="9981926" y="6356350"/>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692EEB3C-92E9-4583-81B8-245464A2EB99}" type="slidenum">
              <a:rPr lang="en-US" altLang="en-US" sz="1200" smtClean="0">
                <a:solidFill>
                  <a:srgbClr val="FF0000"/>
                </a:solidFill>
              </a:rPr>
              <a:pPr>
                <a:lnSpc>
                  <a:spcPct val="100000"/>
                </a:lnSpc>
                <a:spcBef>
                  <a:spcPct val="0"/>
                </a:spcBef>
                <a:buFontTx/>
                <a:buNone/>
              </a:pPr>
              <a:t>16</a:t>
            </a:fld>
            <a:endParaRPr lang="en-US" altLang="en-US" sz="1200" dirty="0">
              <a:solidFill>
                <a:srgbClr val="FF0000"/>
              </a:solidFill>
            </a:endParaRPr>
          </a:p>
        </p:txBody>
      </p:sp>
      <p:sp>
        <p:nvSpPr>
          <p:cNvPr id="10" name="Rectangle 2">
            <a:extLst>
              <a:ext uri="{FF2B5EF4-FFF2-40B4-BE49-F238E27FC236}">
                <a16:creationId xmlns:a16="http://schemas.microsoft.com/office/drawing/2014/main" id="{98A40B9B-F649-4FC3-961F-08BA70E079D2}"/>
              </a:ext>
            </a:extLst>
          </p:cNvPr>
          <p:cNvSpPr>
            <a:spLocks noGrp="1"/>
          </p:cNvSpPr>
          <p:nvPr>
            <p:ph type="title"/>
          </p:nvPr>
        </p:nvSpPr>
        <p:spPr>
          <a:xfrm>
            <a:off x="1526901" y="22225"/>
            <a:ext cx="9369425" cy="1189038"/>
          </a:xfrm>
        </p:spPr>
        <p:txBody>
          <a:bodyPr/>
          <a:lstStyle/>
          <a:p>
            <a:pPr eaLnBrk="1" hangingPunct="1"/>
            <a:r>
              <a:rPr lang="en-US" altLang="en-US" sz="3200" b="1" dirty="0">
                <a:solidFill>
                  <a:srgbClr val="FF0000"/>
                </a:solidFill>
                <a:latin typeface="Times New Roman" panose="02020603050405020304" pitchFamily="18" charset="0"/>
                <a:cs typeface="Times New Roman" panose="02020603050405020304" pitchFamily="18" charset="0"/>
              </a:rPr>
              <a:t>			LETTER SERIES</a:t>
            </a:r>
          </a:p>
        </p:txBody>
      </p:sp>
      <p:sp>
        <p:nvSpPr>
          <p:cNvPr id="2" name="Date Placeholder 1">
            <a:extLst>
              <a:ext uri="{FF2B5EF4-FFF2-40B4-BE49-F238E27FC236}">
                <a16:creationId xmlns:a16="http://schemas.microsoft.com/office/drawing/2014/main" id="{17050BEA-6EE8-ED35-8527-44A95518EFAF}"/>
              </a:ext>
            </a:extLst>
          </p:cNvPr>
          <p:cNvSpPr>
            <a:spLocks noGrp="1"/>
          </p:cNvSpPr>
          <p:nvPr>
            <p:ph type="dt" sz="half" idx="10"/>
          </p:nvPr>
        </p:nvSpPr>
        <p:spPr>
          <a:xfrm>
            <a:off x="190499" y="6356350"/>
            <a:ext cx="1828800" cy="365125"/>
          </a:xfrm>
        </p:spPr>
        <p:txBody>
          <a:bodyPr/>
          <a:lstStyle/>
          <a:p>
            <a:pPr>
              <a:defRPr/>
            </a:pPr>
            <a:fld id="{D9FEF4CD-DACD-470B-92AC-1801114F5571}" type="datetime1">
              <a:rPr lang="en-US" smtClean="0">
                <a:solidFill>
                  <a:srgbClr val="FF0000"/>
                </a:solidFill>
              </a:rPr>
              <a:t>12/3/2022</a:t>
            </a:fld>
            <a:endParaRPr lang="en-US" dirty="0">
              <a:solidFill>
                <a:srgbClr val="FF0000"/>
              </a:solidFill>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3994C8D9-91F3-4FDB-BB3C-FCFA255C4E63}"/>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878A054D-7BA7-4729-86E8-EB7E1EB56AD0}"/>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Footer Placeholder 7">
            <a:extLst>
              <a:ext uri="{FF2B5EF4-FFF2-40B4-BE49-F238E27FC236}">
                <a16:creationId xmlns:a16="http://schemas.microsoft.com/office/drawing/2014/main" id="{874EAA2A-9F53-4232-989D-FB348312900C}"/>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55302" name="Picture 2" descr="KL Deemed to be University Logo">
            <a:extLst>
              <a:ext uri="{FF2B5EF4-FFF2-40B4-BE49-F238E27FC236}">
                <a16:creationId xmlns:a16="http://schemas.microsoft.com/office/drawing/2014/main" id="{ACEB0D3A-AB3C-420C-A0E0-C4FD40F423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Content Placeholder 2">
            <a:extLst>
              <a:ext uri="{FF2B5EF4-FFF2-40B4-BE49-F238E27FC236}">
                <a16:creationId xmlns:a16="http://schemas.microsoft.com/office/drawing/2014/main" id="{0230B9BD-DA85-4DF1-B9A8-6A0EBAAE91D9}"/>
              </a:ext>
            </a:extLst>
          </p:cNvPr>
          <p:cNvSpPr>
            <a:spLocks noGrp="1" noChangeArrowheads="1"/>
          </p:cNvSpPr>
          <p:nvPr>
            <p:ph idx="1"/>
          </p:nvPr>
        </p:nvSpPr>
        <p:spPr bwMode="auto"/>
        <p:txBody>
          <a:bodyPr wrap="square" numCol="1" anchor="t" anchorCtr="0" compatLnSpc="1">
            <a:prstTxWarp prst="textNoShape">
              <a:avLst/>
            </a:prstTxWarp>
          </a:bodyPr>
          <a:lstStyle/>
          <a:p>
            <a:pPr>
              <a:buFont typeface="Wingdings" panose="05000000000000000000" pitchFamily="2" charset="2"/>
              <a:buChar char="v"/>
              <a:defRPr/>
            </a:pPr>
            <a:r>
              <a:rPr lang="en-IN" altLang="en-US" dirty="0">
                <a:solidFill>
                  <a:schemeClr val="tx2"/>
                </a:solidFill>
                <a:latin typeface="Times New Roman" panose="02020603050405020304" pitchFamily="18" charset="0"/>
                <a:cs typeface="Times New Roman" panose="02020603050405020304" pitchFamily="18" charset="0"/>
              </a:rPr>
              <a:t> </a:t>
            </a:r>
            <a:r>
              <a:rPr lang="en-US" altLang="en-US" sz="3200" b="1" dirty="0">
                <a:solidFill>
                  <a:schemeClr val="tx2"/>
                </a:solidFill>
                <a:latin typeface="Times New Roman" panose="02020603050405020304" pitchFamily="18" charset="0"/>
                <a:cs typeface="Times New Roman" panose="02020603050405020304" pitchFamily="18" charset="0"/>
              </a:rPr>
              <a:t>Analogy</a:t>
            </a:r>
            <a:r>
              <a:rPr lang="en-US" altLang="en-US" sz="3200" dirty="0">
                <a:solidFill>
                  <a:schemeClr val="tx2"/>
                </a:solidFill>
                <a:latin typeface="Times New Roman" panose="02020603050405020304" pitchFamily="18" charset="0"/>
                <a:cs typeface="Times New Roman" panose="02020603050405020304" pitchFamily="18" charset="0"/>
              </a:rPr>
              <a:t> means correspondence. </a:t>
            </a:r>
          </a:p>
          <a:p>
            <a:pPr>
              <a:buFont typeface="Wingdings" panose="05000000000000000000" pitchFamily="2" charset="2"/>
              <a:buChar char="v"/>
              <a:defRPr/>
            </a:pPr>
            <a:r>
              <a:rPr lang="en-US" altLang="en-US" sz="3200" dirty="0">
                <a:solidFill>
                  <a:schemeClr val="tx2"/>
                </a:solidFill>
                <a:latin typeface="Times New Roman" panose="02020603050405020304" pitchFamily="18" charset="0"/>
                <a:cs typeface="Times New Roman" panose="02020603050405020304" pitchFamily="18" charset="0"/>
              </a:rPr>
              <a:t> In question based on analogy, a particular relationship is given, and another similar relation ship has to be identified from the alternatives provided.</a:t>
            </a:r>
          </a:p>
          <a:p>
            <a:pPr marL="0" indent="0">
              <a:buFont typeface="Wingdings" panose="05000000000000000000" pitchFamily="2" charset="2"/>
              <a:buNone/>
              <a:defRPr/>
            </a:pPr>
            <a:endParaRPr lang="en-US" altLang="en-US" sz="3200" dirty="0">
              <a:solidFill>
                <a:schemeClr val="tx2"/>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defRPr/>
            </a:pPr>
            <a:endParaRPr lang="en-IN" altLang="en-US" dirty="0">
              <a:solidFill>
                <a:srgbClr val="FF0000"/>
              </a:solidFill>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90237EBA-3C11-4598-B47E-E2BA34AA31EF}"/>
              </a:ext>
            </a:extLst>
          </p:cNvPr>
          <p:cNvSpPr>
            <a:spLocks noGrp="1"/>
          </p:cNvSpPr>
          <p:nvPr>
            <p:ph type="dt" sz="quarter" idx="10"/>
          </p:nvPr>
        </p:nvSpPr>
        <p:spPr>
          <a:xfrm>
            <a:off x="190500" y="6356350"/>
            <a:ext cx="1828800" cy="365125"/>
          </a:xfrm>
        </p:spPr>
        <p:txBody>
          <a:bodyPr/>
          <a:lstStyle/>
          <a:p>
            <a:pPr>
              <a:defRPr/>
            </a:pPr>
            <a:fld id="{F09F8E6F-3A74-4F38-9C2D-D602BF693A9C}" type="datetime1">
              <a:rPr lang="en-US" smtClean="0">
                <a:solidFill>
                  <a:srgbClr val="FF0000"/>
                </a:solidFill>
              </a:rPr>
              <a:t>12/3/2022</a:t>
            </a:fld>
            <a:endParaRPr lang="en-US" dirty="0">
              <a:solidFill>
                <a:srgbClr val="FF0000"/>
              </a:solidFill>
            </a:endParaRPr>
          </a:p>
        </p:txBody>
      </p:sp>
      <p:sp>
        <p:nvSpPr>
          <p:cNvPr id="55305" name="Slide Number Placeholder 3">
            <a:extLst>
              <a:ext uri="{FF2B5EF4-FFF2-40B4-BE49-F238E27FC236}">
                <a16:creationId xmlns:a16="http://schemas.microsoft.com/office/drawing/2014/main" id="{30B6F6B9-4C46-43B2-9007-232E8FA95D0B}"/>
              </a:ext>
            </a:extLst>
          </p:cNvPr>
          <p:cNvSpPr>
            <a:spLocks noGrp="1" noChangeArrowheads="1"/>
          </p:cNvSpPr>
          <p:nvPr>
            <p:ph type="sldNum" sz="quarter" idx="12"/>
          </p:nvPr>
        </p:nvSpPr>
        <p:spPr bwMode="auto">
          <a:xfrm>
            <a:off x="10025856" y="6356350"/>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A2CE57D5-3189-44C0-8445-E5C8403F6A95}" type="slidenum">
              <a:rPr lang="en-US" altLang="en-US" sz="1200" smtClean="0">
                <a:solidFill>
                  <a:srgbClr val="FF0000"/>
                </a:solidFill>
              </a:rPr>
              <a:pPr>
                <a:lnSpc>
                  <a:spcPct val="100000"/>
                </a:lnSpc>
                <a:spcBef>
                  <a:spcPct val="0"/>
                </a:spcBef>
                <a:buFontTx/>
                <a:buNone/>
              </a:pPr>
              <a:t>17</a:t>
            </a:fld>
            <a:endParaRPr lang="en-US" altLang="en-US" sz="1200" dirty="0">
              <a:solidFill>
                <a:srgbClr val="FF0000"/>
              </a:solidFill>
            </a:endParaRPr>
          </a:p>
        </p:txBody>
      </p:sp>
      <p:sp>
        <p:nvSpPr>
          <p:cNvPr id="12" name="Title 1">
            <a:extLst>
              <a:ext uri="{FF2B5EF4-FFF2-40B4-BE49-F238E27FC236}">
                <a16:creationId xmlns:a16="http://schemas.microsoft.com/office/drawing/2014/main" id="{AA2C8DF0-0AD3-4D3A-A26E-0C5000C6CF64}"/>
              </a:ext>
            </a:extLst>
          </p:cNvPr>
          <p:cNvSpPr>
            <a:spLocks noGrp="1"/>
          </p:cNvSpPr>
          <p:nvPr>
            <p:ph type="title"/>
          </p:nvPr>
        </p:nvSpPr>
        <p:spPr>
          <a:xfrm>
            <a:off x="973138" y="610290"/>
            <a:ext cx="9980613" cy="1098276"/>
          </a:xfrm>
        </p:spPr>
        <p:txBody>
          <a:bodyPr/>
          <a:lstStyle/>
          <a:p>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r>
              <a:rPr lang="en-IN" altLang="en-US" sz="3600" b="1" dirty="0">
                <a:solidFill>
                  <a:srgbClr val="0070C0"/>
                </a:solidFill>
              </a:rPr>
              <a:t> 		NUMBER AND LETTER ANALOGY</a:t>
            </a:r>
            <a:br>
              <a:rPr lang="en-IN" altLang="en-US" sz="3600" b="1" dirty="0">
                <a:solidFill>
                  <a:srgbClr val="0070C0"/>
                </a:solidFill>
              </a:rPr>
            </a:br>
            <a:endParaRPr lang="en-IN" altLang="en-US" sz="3600" dirty="0">
              <a:solidFill>
                <a:srgbClr val="0070C0"/>
              </a:solidFill>
            </a:endParaRP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E694BE8A-6B49-4B3D-9B79-EDB6D8280F8C}"/>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295A31BC-9AAF-4A44-B91D-4F6D7B37F48B}"/>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6325" name="Rectangle 3">
            <a:extLst>
              <a:ext uri="{FF2B5EF4-FFF2-40B4-BE49-F238E27FC236}">
                <a16:creationId xmlns:a16="http://schemas.microsoft.com/office/drawing/2014/main" id="{6A30CB49-F414-4DB4-A2D7-8C3C1020D987}"/>
              </a:ext>
            </a:extLst>
          </p:cNvPr>
          <p:cNvSpPr>
            <a:spLocks noGrp="1" noChangeArrowheads="1"/>
          </p:cNvSpPr>
          <p:nvPr>
            <p:ph idx="1"/>
          </p:nvPr>
        </p:nvSpPr>
        <p:spPr bwMode="auto">
          <a:xfrm>
            <a:off x="1121435" y="1368718"/>
            <a:ext cx="10360025" cy="4525963"/>
          </a:xfrm>
        </p:spPr>
        <p:txBody>
          <a:bodyPr wrap="square" numCol="1" anchor="t" anchorCtr="0" compatLnSpc="1">
            <a:prstTxWarp prst="textNoShape">
              <a:avLst/>
            </a:prstTxWarp>
          </a:bodyPr>
          <a:lstStyle/>
          <a:p>
            <a:pPr marL="0" indent="0">
              <a:spcBef>
                <a:spcPct val="0"/>
              </a:spcBef>
              <a:buFont typeface="Wingdings" panose="05000000000000000000" pitchFamily="2" charset="2"/>
              <a:buNone/>
            </a:pPr>
            <a:r>
              <a:rPr lang="en-US" altLang="en-US" sz="2400" dirty="0">
                <a:solidFill>
                  <a:schemeClr val="tx2"/>
                </a:solidFill>
                <a:latin typeface="Times New Roman" panose="02020603050405020304" pitchFamily="18" charset="0"/>
                <a:cs typeface="Times New Roman" panose="02020603050405020304" pitchFamily="18" charset="0"/>
              </a:rPr>
              <a:t> 10.	</a:t>
            </a:r>
            <a:r>
              <a:rPr lang="pt-BR" altLang="en-US" sz="2800" dirty="0">
                <a:solidFill>
                  <a:schemeClr val="tx2"/>
                </a:solidFill>
                <a:latin typeface="Times New Roman" panose="02020603050405020304" pitchFamily="18" charset="0"/>
                <a:cs typeface="Times New Roman" panose="02020603050405020304" pitchFamily="18" charset="0"/>
              </a:rPr>
              <a:t>47 : 121 :: 89 : ________</a:t>
            </a:r>
          </a:p>
          <a:p>
            <a:pPr marL="0" indent="0">
              <a:spcBef>
                <a:spcPct val="0"/>
              </a:spcBef>
              <a:buFont typeface="Wingdings" panose="05000000000000000000" pitchFamily="2" charset="2"/>
              <a:buNone/>
            </a:pPr>
            <a:endParaRPr lang="pt-BR" altLang="en-US" sz="28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r>
              <a:rPr lang="pt-BR" altLang="en-US" sz="2800" dirty="0">
                <a:solidFill>
                  <a:schemeClr val="tx2"/>
                </a:solidFill>
                <a:latin typeface="Times New Roman" panose="02020603050405020304" pitchFamily="18" charset="0"/>
                <a:cs typeface="Times New Roman" panose="02020603050405020304" pitchFamily="18" charset="0"/>
              </a:rPr>
              <a:t>	a. 183			b. 187			c. 193			d. 195</a:t>
            </a:r>
          </a:p>
          <a:p>
            <a:pPr marL="0" indent="0">
              <a:spcBef>
                <a:spcPct val="0"/>
              </a:spcBef>
              <a:buFont typeface="Wingdings" panose="05000000000000000000" pitchFamily="2" charset="2"/>
              <a:buNone/>
            </a:pPr>
            <a:endParaRPr lang="pt-BR" altLang="en-US" sz="28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endParaRPr lang="pt-BR" altLang="en-US" sz="28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endParaRPr lang="en-IN" altLang="en-US" sz="5400" dirty="0">
              <a:solidFill>
                <a:schemeClr val="tx2"/>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pPr>
            <a:endParaRPr lang="en-US" altLang="en-US" dirty="0">
              <a:solidFill>
                <a:schemeClr val="tx2"/>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10B06D50-77F6-47A8-8629-0F93D376C465}"/>
              </a:ext>
            </a:extLst>
          </p:cNvPr>
          <p:cNvSpPr>
            <a:spLocks noGrp="1"/>
          </p:cNvSpPr>
          <p:nvPr>
            <p:ph type="ftr" sz="quarter" idx="11"/>
          </p:nvPr>
        </p:nvSpPr>
        <p:spPr>
          <a:xfrm>
            <a:off x="3139147" y="6434723"/>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56327" name="Picture 2" descr="KL Deemed to be University Logo">
            <a:extLst>
              <a:ext uri="{FF2B5EF4-FFF2-40B4-BE49-F238E27FC236}">
                <a16:creationId xmlns:a16="http://schemas.microsoft.com/office/drawing/2014/main" id="{F11F42D1-2F17-4246-84A8-65BA2D0D22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27ABA162-8FB5-4A68-B8B9-D5588AB3D30B}"/>
              </a:ext>
            </a:extLst>
          </p:cNvPr>
          <p:cNvSpPr>
            <a:spLocks noGrp="1"/>
          </p:cNvSpPr>
          <p:nvPr>
            <p:ph type="dt" sz="quarter" idx="10"/>
          </p:nvPr>
        </p:nvSpPr>
        <p:spPr>
          <a:xfrm>
            <a:off x="345245" y="6382238"/>
            <a:ext cx="1828800" cy="365125"/>
          </a:xfrm>
        </p:spPr>
        <p:txBody>
          <a:bodyPr/>
          <a:lstStyle/>
          <a:p>
            <a:pPr>
              <a:defRPr/>
            </a:pPr>
            <a:fld id="{0C2E4F1E-50F1-4CEF-8D06-2AC53A00D906}" type="datetime1">
              <a:rPr lang="en-US" smtClean="0">
                <a:solidFill>
                  <a:srgbClr val="FF0000"/>
                </a:solidFill>
              </a:rPr>
              <a:t>12/3/2022</a:t>
            </a:fld>
            <a:endParaRPr lang="en-US" dirty="0">
              <a:solidFill>
                <a:srgbClr val="FF0000"/>
              </a:solidFill>
            </a:endParaRPr>
          </a:p>
        </p:txBody>
      </p:sp>
      <p:sp>
        <p:nvSpPr>
          <p:cNvPr id="56329" name="Slide Number Placeholder 2">
            <a:extLst>
              <a:ext uri="{FF2B5EF4-FFF2-40B4-BE49-F238E27FC236}">
                <a16:creationId xmlns:a16="http://schemas.microsoft.com/office/drawing/2014/main" id="{FB6EB154-AEB0-475B-8174-B61A433BDB08}"/>
              </a:ext>
            </a:extLst>
          </p:cNvPr>
          <p:cNvSpPr>
            <a:spLocks noGrp="1" noChangeArrowheads="1"/>
          </p:cNvSpPr>
          <p:nvPr>
            <p:ph type="sldNum" sz="quarter" idx="12"/>
          </p:nvPr>
        </p:nvSpPr>
        <p:spPr bwMode="auto">
          <a:xfrm>
            <a:off x="10039351" y="6363041"/>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4C9FE9A2-6D9A-4D41-9ABE-2889684A27C7}" type="slidenum">
              <a:rPr lang="en-US" altLang="en-US" sz="1200" smtClean="0">
                <a:solidFill>
                  <a:srgbClr val="FF0000"/>
                </a:solidFill>
              </a:rPr>
              <a:pPr>
                <a:lnSpc>
                  <a:spcPct val="100000"/>
                </a:lnSpc>
                <a:spcBef>
                  <a:spcPct val="0"/>
                </a:spcBef>
                <a:buFontTx/>
                <a:buNone/>
              </a:pPr>
              <a:t>18</a:t>
            </a:fld>
            <a:endParaRPr lang="en-US" altLang="en-US" sz="1200" dirty="0">
              <a:solidFill>
                <a:srgbClr val="FF0000"/>
              </a:solidFill>
            </a:endParaRPr>
          </a:p>
        </p:txBody>
      </p:sp>
      <p:sp>
        <p:nvSpPr>
          <p:cNvPr id="14" name="Title 1">
            <a:extLst>
              <a:ext uri="{FF2B5EF4-FFF2-40B4-BE49-F238E27FC236}">
                <a16:creationId xmlns:a16="http://schemas.microsoft.com/office/drawing/2014/main" id="{C05B6042-849F-4D0C-A2D1-D4146BDD18E3}"/>
              </a:ext>
            </a:extLst>
          </p:cNvPr>
          <p:cNvSpPr>
            <a:spLocks noGrp="1"/>
          </p:cNvSpPr>
          <p:nvPr>
            <p:ph type="title"/>
          </p:nvPr>
        </p:nvSpPr>
        <p:spPr>
          <a:xfrm>
            <a:off x="973138" y="610290"/>
            <a:ext cx="9980613" cy="1098276"/>
          </a:xfrm>
        </p:spPr>
        <p:txBody>
          <a:bodyPr/>
          <a:lstStyle/>
          <a:p>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r>
              <a:rPr lang="en-IN" altLang="en-US" sz="3600" b="1" dirty="0">
                <a:solidFill>
                  <a:srgbClr val="0070C0"/>
                </a:solidFill>
              </a:rPr>
              <a:t> 		NUMBER AND LETTER ANALOGY</a:t>
            </a:r>
            <a:br>
              <a:rPr lang="en-IN" altLang="en-US" sz="3600" b="1" dirty="0">
                <a:solidFill>
                  <a:srgbClr val="0070C0"/>
                </a:solidFill>
              </a:rPr>
            </a:br>
            <a:endParaRPr lang="en-IN" altLang="en-US" sz="3600" dirty="0">
              <a:solidFill>
                <a:srgbClr val="0070C0"/>
              </a:solidFill>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AF139496-A11E-4C57-9C3B-322DEA34D45C}"/>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160A5DBF-6E85-41AD-9DCE-C38AD07EB4D6}"/>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8373" name="Rectangle 3">
            <a:extLst>
              <a:ext uri="{FF2B5EF4-FFF2-40B4-BE49-F238E27FC236}">
                <a16:creationId xmlns:a16="http://schemas.microsoft.com/office/drawing/2014/main" id="{FC4EFA5F-4494-46B6-8936-1BB931897999}"/>
              </a:ext>
            </a:extLst>
          </p:cNvPr>
          <p:cNvSpPr>
            <a:spLocks noGrp="1" noChangeArrowheads="1"/>
          </p:cNvSpPr>
          <p:nvPr>
            <p:ph idx="1"/>
          </p:nvPr>
        </p:nvSpPr>
        <p:spPr bwMode="auto">
          <a:xfrm>
            <a:off x="1163638" y="1410921"/>
            <a:ext cx="10360025" cy="4525963"/>
          </a:xfrm>
        </p:spPr>
        <p:txBody>
          <a:bodyPr wrap="square" numCol="1" anchor="t" anchorCtr="0" compatLnSpc="1">
            <a:prstTxWarp prst="textNoShape">
              <a:avLst/>
            </a:prstTxWarp>
            <a:normAutofit/>
          </a:bodyPr>
          <a:lstStyle/>
          <a:p>
            <a:pPr marL="0" indent="0">
              <a:spcBef>
                <a:spcPct val="0"/>
              </a:spcBef>
              <a:buFont typeface="Wingdings" panose="05000000000000000000" pitchFamily="2" charset="2"/>
              <a:buNone/>
            </a:pPr>
            <a:r>
              <a:rPr lang="en-US" altLang="en-US" sz="2400" dirty="0">
                <a:solidFill>
                  <a:schemeClr val="tx2"/>
                </a:solidFill>
                <a:latin typeface="Times New Roman" panose="02020603050405020304" pitchFamily="18" charset="0"/>
                <a:cs typeface="Times New Roman" panose="02020603050405020304" pitchFamily="18" charset="0"/>
              </a:rPr>
              <a:t> 11. 	</a:t>
            </a:r>
            <a:r>
              <a:rPr lang="pt-BR" altLang="en-US" sz="2400" dirty="0">
                <a:solidFill>
                  <a:schemeClr val="tx2"/>
                </a:solidFill>
                <a:latin typeface="Times New Roman" panose="02020603050405020304" pitchFamily="18" charset="0"/>
                <a:cs typeface="Times New Roman" panose="02020603050405020304" pitchFamily="18" charset="0"/>
              </a:rPr>
              <a:t>5 : 20 :: 8 : _______</a:t>
            </a:r>
          </a:p>
          <a:p>
            <a:pPr marL="0" indent="0">
              <a:spcBef>
                <a:spcPct val="0"/>
              </a:spcBef>
              <a:buFont typeface="Wingdings" panose="05000000000000000000" pitchFamily="2" charset="2"/>
              <a:buNone/>
            </a:pPr>
            <a:r>
              <a:rPr lang="pt-BR" altLang="en-US" sz="2400" dirty="0">
                <a:solidFill>
                  <a:schemeClr val="tx2"/>
                </a:solidFill>
                <a:latin typeface="Times New Roman" panose="02020603050405020304" pitchFamily="18" charset="0"/>
                <a:cs typeface="Times New Roman" panose="02020603050405020304" pitchFamily="18" charset="0"/>
              </a:rPr>
              <a:t>	</a:t>
            </a:r>
          </a:p>
          <a:p>
            <a:pPr marL="0" indent="0">
              <a:spcBef>
                <a:spcPct val="0"/>
              </a:spcBef>
              <a:buFont typeface="Wingdings" panose="05000000000000000000" pitchFamily="2" charset="2"/>
              <a:buNone/>
            </a:pPr>
            <a:r>
              <a:rPr lang="pt-BR" altLang="en-US" sz="2400" dirty="0">
                <a:solidFill>
                  <a:schemeClr val="tx2"/>
                </a:solidFill>
                <a:latin typeface="Times New Roman" panose="02020603050405020304" pitchFamily="18" charset="0"/>
                <a:cs typeface="Times New Roman" panose="02020603050405020304" pitchFamily="18" charset="0"/>
              </a:rPr>
              <a:t>	 a. 52			b. 54			c. 56			d. 58</a:t>
            </a:r>
          </a:p>
          <a:p>
            <a:pPr marL="0" indent="0">
              <a:spcBef>
                <a:spcPct val="0"/>
              </a:spcBef>
              <a:buFont typeface="Wingdings" panose="05000000000000000000" pitchFamily="2" charset="2"/>
              <a:buNone/>
            </a:pPr>
            <a:endParaRPr lang="pt-BR"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endParaRPr lang="pt-BR"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endParaRPr lang="pt-BR"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endParaRPr lang="pt-BR"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endParaRPr lang="pt-BR"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endParaRPr lang="en-IN" altLang="en-US" sz="2400" dirty="0">
              <a:solidFill>
                <a:schemeClr val="tx2"/>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pPr>
            <a:endParaRPr lang="en-US" altLang="en-US" sz="2400" dirty="0">
              <a:solidFill>
                <a:schemeClr val="tx2"/>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2D55397B-6F07-4665-BB38-8F386F93178F}"/>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58375" name="Picture 2" descr="KL Deemed to be University Logo">
            <a:extLst>
              <a:ext uri="{FF2B5EF4-FFF2-40B4-BE49-F238E27FC236}">
                <a16:creationId xmlns:a16="http://schemas.microsoft.com/office/drawing/2014/main" id="{202F7755-99CC-4135-963B-D3DBC17A35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35D22527-0D09-4561-9787-94BCA4BF5B0C}"/>
              </a:ext>
            </a:extLst>
          </p:cNvPr>
          <p:cNvSpPr>
            <a:spLocks noGrp="1"/>
          </p:cNvSpPr>
          <p:nvPr>
            <p:ph type="dt" sz="quarter" idx="10"/>
          </p:nvPr>
        </p:nvSpPr>
        <p:spPr>
          <a:xfrm>
            <a:off x="249238" y="6320252"/>
            <a:ext cx="1828800" cy="365125"/>
          </a:xfrm>
        </p:spPr>
        <p:txBody>
          <a:bodyPr/>
          <a:lstStyle/>
          <a:p>
            <a:pPr>
              <a:defRPr/>
            </a:pPr>
            <a:fld id="{D47E0CA1-F666-4C30-9CDB-79D48C7EDADA}" type="datetime1">
              <a:rPr lang="en-US" smtClean="0">
                <a:solidFill>
                  <a:srgbClr val="FF0000"/>
                </a:solidFill>
              </a:rPr>
              <a:t>12/3/2022</a:t>
            </a:fld>
            <a:endParaRPr lang="en-US" dirty="0">
              <a:solidFill>
                <a:srgbClr val="FF0000"/>
              </a:solidFill>
            </a:endParaRPr>
          </a:p>
        </p:txBody>
      </p:sp>
      <p:sp>
        <p:nvSpPr>
          <p:cNvPr id="58377" name="Slide Number Placeholder 2">
            <a:extLst>
              <a:ext uri="{FF2B5EF4-FFF2-40B4-BE49-F238E27FC236}">
                <a16:creationId xmlns:a16="http://schemas.microsoft.com/office/drawing/2014/main" id="{D2D7C5F6-2ABF-4964-88E4-5297DF7C30DF}"/>
              </a:ext>
            </a:extLst>
          </p:cNvPr>
          <p:cNvSpPr>
            <a:spLocks noGrp="1" noChangeArrowheads="1"/>
          </p:cNvSpPr>
          <p:nvPr>
            <p:ph type="sldNum" sz="quarter" idx="12"/>
          </p:nvPr>
        </p:nvSpPr>
        <p:spPr bwMode="auto">
          <a:xfrm>
            <a:off x="10025856" y="6373235"/>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5C423866-1D74-40D3-8C41-0ED8131DBBE1}" type="slidenum">
              <a:rPr lang="en-US" altLang="en-US" sz="1200" smtClean="0">
                <a:solidFill>
                  <a:srgbClr val="FF0000"/>
                </a:solidFill>
              </a:rPr>
              <a:pPr>
                <a:lnSpc>
                  <a:spcPct val="100000"/>
                </a:lnSpc>
                <a:spcBef>
                  <a:spcPct val="0"/>
                </a:spcBef>
                <a:buFontTx/>
                <a:buNone/>
              </a:pPr>
              <a:t>19</a:t>
            </a:fld>
            <a:endParaRPr lang="en-US" altLang="en-US" sz="1200" dirty="0">
              <a:solidFill>
                <a:srgbClr val="FF0000"/>
              </a:solidFill>
            </a:endParaRPr>
          </a:p>
        </p:txBody>
      </p:sp>
      <p:sp>
        <p:nvSpPr>
          <p:cNvPr id="11" name="Title 1">
            <a:extLst>
              <a:ext uri="{FF2B5EF4-FFF2-40B4-BE49-F238E27FC236}">
                <a16:creationId xmlns:a16="http://schemas.microsoft.com/office/drawing/2014/main" id="{07F125CE-EE7D-41A1-A11B-6021F333F46A}"/>
              </a:ext>
            </a:extLst>
          </p:cNvPr>
          <p:cNvSpPr>
            <a:spLocks noGrp="1"/>
          </p:cNvSpPr>
          <p:nvPr>
            <p:ph type="title"/>
          </p:nvPr>
        </p:nvSpPr>
        <p:spPr>
          <a:xfrm>
            <a:off x="1104900" y="96975"/>
            <a:ext cx="9980613" cy="1098276"/>
          </a:xfrm>
        </p:spPr>
        <p:txBody>
          <a:bodyPr/>
          <a:lstStyle/>
          <a:p>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r>
              <a:rPr lang="en-IN" altLang="en-US" sz="3600" b="1" dirty="0">
                <a:solidFill>
                  <a:srgbClr val="0070C0"/>
                </a:solidFill>
              </a:rPr>
              <a:t> 		NUMBER AND LETTER ANALOGY</a:t>
            </a:r>
            <a:endParaRPr lang="en-IN" altLang="en-US" sz="3600" dirty="0">
              <a:solidFill>
                <a:srgbClr val="0070C0"/>
              </a:solidFill>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C6E17B35-882B-4A0E-8887-637CAC81F477}"/>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986802C0-BFEF-4F78-A819-B4CDDA5FD1B7}"/>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0421" name="Rectangle 3">
            <a:extLst>
              <a:ext uri="{FF2B5EF4-FFF2-40B4-BE49-F238E27FC236}">
                <a16:creationId xmlns:a16="http://schemas.microsoft.com/office/drawing/2014/main" id="{5DB8A968-1158-471A-93C6-39E9427C4C91}"/>
              </a:ext>
            </a:extLst>
          </p:cNvPr>
          <p:cNvSpPr>
            <a:spLocks noGrp="1" noChangeArrowheads="1"/>
          </p:cNvSpPr>
          <p:nvPr>
            <p:ph idx="1"/>
          </p:nvPr>
        </p:nvSpPr>
        <p:spPr bwMode="auto">
          <a:xfrm>
            <a:off x="1104900" y="1424989"/>
            <a:ext cx="10360025" cy="4525963"/>
          </a:xfrm>
        </p:spPr>
        <p:txBody>
          <a:bodyPr wrap="square" numCol="1" anchor="t" anchorCtr="0" compatLnSpc="1">
            <a:prstTxWarp prst="textNoShape">
              <a:avLst/>
            </a:prstTxWarp>
            <a:normAutofit/>
          </a:bodyPr>
          <a:lstStyle/>
          <a:p>
            <a:pPr marL="0" indent="0">
              <a:spcBef>
                <a:spcPct val="0"/>
              </a:spcBef>
              <a:buFont typeface="Wingdings" panose="05000000000000000000" pitchFamily="2" charset="2"/>
              <a:buNone/>
            </a:pPr>
            <a:r>
              <a:rPr lang="en-US" altLang="en-US" sz="2400" dirty="0">
                <a:solidFill>
                  <a:schemeClr val="tx2"/>
                </a:solidFill>
                <a:latin typeface="Times New Roman" panose="02020603050405020304" pitchFamily="18" charset="0"/>
                <a:cs typeface="Times New Roman" panose="02020603050405020304" pitchFamily="18" charset="0"/>
              </a:rPr>
              <a:t> 12. 	</a:t>
            </a:r>
            <a:r>
              <a:rPr lang="pt-BR" altLang="en-US" sz="2400" dirty="0">
                <a:solidFill>
                  <a:schemeClr val="tx2"/>
                </a:solidFill>
                <a:latin typeface="Times New Roman" panose="02020603050405020304" pitchFamily="18" charset="0"/>
                <a:cs typeface="Times New Roman" panose="02020603050405020304" pitchFamily="18" charset="0"/>
              </a:rPr>
              <a:t>13 : 221 ::19 :_______</a:t>
            </a:r>
          </a:p>
          <a:p>
            <a:pPr marL="0" indent="0">
              <a:spcBef>
                <a:spcPct val="0"/>
              </a:spcBef>
              <a:buFont typeface="Wingdings" panose="05000000000000000000" pitchFamily="2" charset="2"/>
              <a:buNone/>
            </a:pPr>
            <a:endParaRPr lang="pt-BR"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r>
              <a:rPr lang="pt-BR" altLang="en-US" sz="2400" dirty="0">
                <a:solidFill>
                  <a:schemeClr val="tx2"/>
                </a:solidFill>
                <a:latin typeface="Times New Roman" panose="02020603050405020304" pitchFamily="18" charset="0"/>
                <a:cs typeface="Times New Roman" panose="02020603050405020304" pitchFamily="18" charset="0"/>
              </a:rPr>
              <a:t> 	a.443			b. 450			c. 420			d. 437</a:t>
            </a:r>
          </a:p>
          <a:p>
            <a:pPr marL="0" indent="0">
              <a:spcBef>
                <a:spcPct val="0"/>
              </a:spcBef>
              <a:buFont typeface="Wingdings" panose="05000000000000000000" pitchFamily="2" charset="2"/>
              <a:buNone/>
            </a:pPr>
            <a:endParaRPr lang="pt-BR"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endParaRPr lang="en-IN" altLang="en-US" sz="2400" dirty="0">
              <a:solidFill>
                <a:schemeClr val="tx2"/>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pPr>
            <a:endParaRPr lang="en-US" altLang="en-US" sz="2400" dirty="0">
              <a:solidFill>
                <a:schemeClr val="tx2"/>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480E49C4-8C24-48F4-8E51-396E938576FB}"/>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60423" name="Picture 2" descr="KL Deemed to be University Logo">
            <a:extLst>
              <a:ext uri="{FF2B5EF4-FFF2-40B4-BE49-F238E27FC236}">
                <a16:creationId xmlns:a16="http://schemas.microsoft.com/office/drawing/2014/main" id="{8B9EA326-9990-46CC-99EC-166547BF66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2E9F9594-B4A8-4690-93C5-A8B82EBAE662}"/>
              </a:ext>
            </a:extLst>
          </p:cNvPr>
          <p:cNvSpPr>
            <a:spLocks noGrp="1"/>
          </p:cNvSpPr>
          <p:nvPr>
            <p:ph type="dt" sz="quarter" idx="10"/>
          </p:nvPr>
        </p:nvSpPr>
        <p:spPr>
          <a:xfrm>
            <a:off x="190500" y="6356349"/>
            <a:ext cx="1828800" cy="365125"/>
          </a:xfrm>
        </p:spPr>
        <p:txBody>
          <a:bodyPr/>
          <a:lstStyle/>
          <a:p>
            <a:pPr>
              <a:defRPr/>
            </a:pPr>
            <a:fld id="{C16387CF-7E8B-4DFD-ACC1-A3A9B83570B4}" type="datetime1">
              <a:rPr lang="en-US" smtClean="0">
                <a:solidFill>
                  <a:srgbClr val="FF0000"/>
                </a:solidFill>
              </a:rPr>
              <a:t>12/3/2022</a:t>
            </a:fld>
            <a:endParaRPr lang="en-US" dirty="0">
              <a:solidFill>
                <a:srgbClr val="FF0000"/>
              </a:solidFill>
            </a:endParaRPr>
          </a:p>
        </p:txBody>
      </p:sp>
      <p:sp>
        <p:nvSpPr>
          <p:cNvPr id="60425" name="Slide Number Placeholder 2">
            <a:extLst>
              <a:ext uri="{FF2B5EF4-FFF2-40B4-BE49-F238E27FC236}">
                <a16:creationId xmlns:a16="http://schemas.microsoft.com/office/drawing/2014/main" id="{0FF2A25B-CD8B-4E2B-8FD2-81DED6F73D6C}"/>
              </a:ext>
            </a:extLst>
          </p:cNvPr>
          <p:cNvSpPr>
            <a:spLocks noGrp="1" noChangeArrowheads="1"/>
          </p:cNvSpPr>
          <p:nvPr>
            <p:ph type="sldNum" sz="quarter" idx="12"/>
          </p:nvPr>
        </p:nvSpPr>
        <p:spPr bwMode="auto">
          <a:xfrm>
            <a:off x="10025856" y="6364703"/>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1E0D69D3-A06E-4DA5-9716-101F1FDA6F2E}" type="slidenum">
              <a:rPr lang="en-US" altLang="en-US" sz="1200" smtClean="0">
                <a:solidFill>
                  <a:srgbClr val="FF0000"/>
                </a:solidFill>
              </a:rPr>
              <a:pPr>
                <a:lnSpc>
                  <a:spcPct val="100000"/>
                </a:lnSpc>
                <a:spcBef>
                  <a:spcPct val="0"/>
                </a:spcBef>
                <a:buFontTx/>
                <a:buNone/>
              </a:pPr>
              <a:t>20</a:t>
            </a:fld>
            <a:endParaRPr lang="en-US" altLang="en-US" sz="1200" dirty="0">
              <a:solidFill>
                <a:srgbClr val="FF0000"/>
              </a:solidFill>
            </a:endParaRPr>
          </a:p>
        </p:txBody>
      </p:sp>
      <p:sp>
        <p:nvSpPr>
          <p:cNvPr id="11" name="Title 1">
            <a:extLst>
              <a:ext uri="{FF2B5EF4-FFF2-40B4-BE49-F238E27FC236}">
                <a16:creationId xmlns:a16="http://schemas.microsoft.com/office/drawing/2014/main" id="{A3781288-0378-47A1-B35E-1EC82875EA68}"/>
              </a:ext>
            </a:extLst>
          </p:cNvPr>
          <p:cNvSpPr>
            <a:spLocks noGrp="1"/>
          </p:cNvSpPr>
          <p:nvPr>
            <p:ph type="title"/>
          </p:nvPr>
        </p:nvSpPr>
        <p:spPr>
          <a:xfrm>
            <a:off x="1104900" y="193363"/>
            <a:ext cx="9980613" cy="1098276"/>
          </a:xfrm>
        </p:spPr>
        <p:txBody>
          <a:bodyPr/>
          <a:lstStyle/>
          <a:p>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r>
              <a:rPr lang="en-IN" altLang="en-US" sz="3600" b="1" dirty="0">
                <a:solidFill>
                  <a:srgbClr val="0070C0"/>
                </a:solidFill>
              </a:rPr>
              <a:t> 		NUMBER AND LETTER ANALOG	</a:t>
            </a:r>
            <a:endParaRPr lang="en-IN" altLang="en-US" sz="3600" dirty="0">
              <a:solidFill>
                <a:srgbClr val="0070C0"/>
              </a:solidFill>
            </a:endParaRP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071991AF-C338-4845-AD15-09B069C603DE}"/>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88F56D8A-4D00-4357-AD8B-449C07158307}"/>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5365" name="Rectangle 3">
            <a:extLst>
              <a:ext uri="{FF2B5EF4-FFF2-40B4-BE49-F238E27FC236}">
                <a16:creationId xmlns:a16="http://schemas.microsoft.com/office/drawing/2014/main" id="{28F5B2D4-33E2-4655-955E-E11A798E7DF0}"/>
              </a:ext>
            </a:extLst>
          </p:cNvPr>
          <p:cNvSpPr>
            <a:spLocks noGrp="1" noChangeArrowheads="1"/>
          </p:cNvSpPr>
          <p:nvPr>
            <p:ph idx="1"/>
          </p:nvPr>
        </p:nvSpPr>
        <p:spPr bwMode="auto">
          <a:xfrm>
            <a:off x="1167120" y="1312675"/>
            <a:ext cx="10360025" cy="4525963"/>
          </a:xfrm>
        </p:spPr>
        <p:txBody>
          <a:bodyPr wrap="square" numCol="1" anchor="t" anchorCtr="0" compatLnSpc="1">
            <a:prstTxWarp prst="textNoShape">
              <a:avLst/>
            </a:prstTxWarp>
            <a:normAutofit/>
          </a:bodyPr>
          <a:lstStyle/>
          <a:p>
            <a:pPr marL="0" indent="0">
              <a:buFont typeface="Wingdings" panose="05000000000000000000" pitchFamily="2" charset="2"/>
              <a:buNone/>
              <a:defRPr/>
            </a:pPr>
            <a:r>
              <a:rPr lang="en-US" sz="2400" dirty="0">
                <a:solidFill>
                  <a:schemeClr val="tx2"/>
                </a:solidFill>
                <a:latin typeface="Times New Roman" panose="02020603050405020304" pitchFamily="18" charset="0"/>
                <a:cs typeface="Times New Roman" panose="02020603050405020304" pitchFamily="18" charset="0"/>
              </a:rPr>
              <a:t>13. 	9 : 0.111 :: 4:_______</a:t>
            </a:r>
          </a:p>
          <a:p>
            <a:pPr marL="0" indent="0">
              <a:buFont typeface="Wingdings" panose="05000000000000000000" pitchFamily="2" charset="2"/>
              <a:buNone/>
              <a:defRPr/>
            </a:pPr>
            <a:r>
              <a:rPr lang="en-US" sz="2400" dirty="0">
                <a:solidFill>
                  <a:schemeClr val="tx2"/>
                </a:solidFill>
                <a:latin typeface="Times New Roman" panose="02020603050405020304" pitchFamily="18" charset="0"/>
                <a:cs typeface="Times New Roman" panose="02020603050405020304" pitchFamily="18" charset="0"/>
              </a:rPr>
              <a:t>	a. 0.5			b. 0.3			c. 0.35	      		d. 0.25</a:t>
            </a:r>
          </a:p>
          <a:p>
            <a:pPr marL="514350" indent="-514350">
              <a:buFont typeface="Wingdings" panose="05000000000000000000" pitchFamily="2" charset="2"/>
              <a:buAutoNum type="alphaLcParenR"/>
              <a:defRPr/>
            </a:pPr>
            <a:endParaRPr lang="en-US" sz="2400" dirty="0">
              <a:solidFill>
                <a:schemeClr val="tx2"/>
              </a:solidFill>
            </a:endParaRPr>
          </a:p>
          <a:p>
            <a:pPr marL="0" indent="0">
              <a:spcBef>
                <a:spcPts val="0"/>
              </a:spcBef>
              <a:spcAft>
                <a:spcPts val="0"/>
              </a:spcAft>
              <a:buFont typeface="Wingdings" panose="05000000000000000000" pitchFamily="2" charset="2"/>
              <a:buNone/>
              <a:defRPr/>
            </a:pPr>
            <a:endParaRPr lang="en-IN" sz="2400" dirty="0">
              <a:solidFill>
                <a:schemeClr val="tx2"/>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defRPr/>
            </a:pPr>
            <a:endParaRPr lang="en-US" altLang="en-US" sz="2400" dirty="0">
              <a:solidFill>
                <a:schemeClr val="tx2"/>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15171CA1-7869-4304-85FD-932BD936E69C}"/>
              </a:ext>
            </a:extLst>
          </p:cNvPr>
          <p:cNvSpPr>
            <a:spLocks noGrp="1"/>
          </p:cNvSpPr>
          <p:nvPr>
            <p:ph type="ftr" sz="quarter" idx="11"/>
          </p:nvPr>
        </p:nvSpPr>
        <p:spPr>
          <a:xfrm>
            <a:off x="2932906" y="6373852"/>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62471" name="Picture 2" descr="KL Deemed to be University Logo">
            <a:extLst>
              <a:ext uri="{FF2B5EF4-FFF2-40B4-BE49-F238E27FC236}">
                <a16:creationId xmlns:a16="http://schemas.microsoft.com/office/drawing/2014/main" id="{976A471F-CF32-4F47-9458-A45050A341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61A63AA2-F142-497F-8676-BB313AF9E3FD}"/>
              </a:ext>
            </a:extLst>
          </p:cNvPr>
          <p:cNvSpPr>
            <a:spLocks noGrp="1"/>
          </p:cNvSpPr>
          <p:nvPr>
            <p:ph type="dt" sz="quarter" idx="10"/>
          </p:nvPr>
        </p:nvSpPr>
        <p:spPr>
          <a:xfrm>
            <a:off x="252720" y="6356350"/>
            <a:ext cx="1828800" cy="365125"/>
          </a:xfrm>
        </p:spPr>
        <p:txBody>
          <a:bodyPr/>
          <a:lstStyle/>
          <a:p>
            <a:pPr>
              <a:defRPr/>
            </a:pPr>
            <a:fld id="{7E362CFE-DEF3-45F2-B407-4C35CBDED006}" type="datetime1">
              <a:rPr lang="en-US" smtClean="0">
                <a:solidFill>
                  <a:srgbClr val="FF0000"/>
                </a:solidFill>
              </a:rPr>
              <a:t>12/3/2022</a:t>
            </a:fld>
            <a:endParaRPr lang="en-US" dirty="0">
              <a:solidFill>
                <a:srgbClr val="FF0000"/>
              </a:solidFill>
            </a:endParaRPr>
          </a:p>
        </p:txBody>
      </p:sp>
      <p:sp>
        <p:nvSpPr>
          <p:cNvPr id="62473" name="Slide Number Placeholder 2">
            <a:extLst>
              <a:ext uri="{FF2B5EF4-FFF2-40B4-BE49-F238E27FC236}">
                <a16:creationId xmlns:a16="http://schemas.microsoft.com/office/drawing/2014/main" id="{DE301059-352E-4855-923B-F674A53DD732}"/>
              </a:ext>
            </a:extLst>
          </p:cNvPr>
          <p:cNvSpPr>
            <a:spLocks noGrp="1" noChangeArrowheads="1"/>
          </p:cNvSpPr>
          <p:nvPr>
            <p:ph type="sldNum" sz="quarter" idx="12"/>
          </p:nvPr>
        </p:nvSpPr>
        <p:spPr bwMode="auto">
          <a:xfrm>
            <a:off x="10089246" y="6373852"/>
            <a:ext cx="1702019"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F9DBDDE8-72C2-405C-A13C-D25E7751DD6F}" type="slidenum">
              <a:rPr lang="en-US" altLang="en-US" sz="1200" smtClean="0">
                <a:solidFill>
                  <a:srgbClr val="FF0000"/>
                </a:solidFill>
              </a:rPr>
              <a:pPr>
                <a:lnSpc>
                  <a:spcPct val="100000"/>
                </a:lnSpc>
                <a:spcBef>
                  <a:spcPct val="0"/>
                </a:spcBef>
                <a:buFontTx/>
                <a:buNone/>
              </a:pPr>
              <a:t>21</a:t>
            </a:fld>
            <a:endParaRPr lang="en-US" altLang="en-US" sz="1200" dirty="0">
              <a:solidFill>
                <a:srgbClr val="FF0000"/>
              </a:solidFill>
            </a:endParaRPr>
          </a:p>
        </p:txBody>
      </p:sp>
      <p:sp>
        <p:nvSpPr>
          <p:cNvPr id="11" name="Title 1">
            <a:extLst>
              <a:ext uri="{FF2B5EF4-FFF2-40B4-BE49-F238E27FC236}">
                <a16:creationId xmlns:a16="http://schemas.microsoft.com/office/drawing/2014/main" id="{DAE6C69F-5961-4198-BF8E-A1FDF6BF11E0}"/>
              </a:ext>
            </a:extLst>
          </p:cNvPr>
          <p:cNvSpPr>
            <a:spLocks noGrp="1"/>
          </p:cNvSpPr>
          <p:nvPr>
            <p:ph type="title"/>
          </p:nvPr>
        </p:nvSpPr>
        <p:spPr>
          <a:xfrm>
            <a:off x="1104900" y="153085"/>
            <a:ext cx="9980613" cy="1098276"/>
          </a:xfrm>
        </p:spPr>
        <p:txBody>
          <a:bodyPr/>
          <a:lstStyle/>
          <a:p>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r>
              <a:rPr lang="en-IN" altLang="en-US" sz="3600" b="1" dirty="0">
                <a:solidFill>
                  <a:srgbClr val="0070C0"/>
                </a:solidFill>
              </a:rPr>
              <a:t> 		NUMBER AND LETTER ANALOGY</a:t>
            </a:r>
            <a:endParaRPr lang="en-IN" altLang="en-US" sz="3600" dirty="0">
              <a:solidFill>
                <a:srgbClr val="0070C0"/>
              </a:solidFill>
            </a:endParaRP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1D9636A1-3521-4862-92F1-69FA8C13E8C1}"/>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839A968C-817B-4C64-8FB5-A77630D7A715}"/>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4517" name="Rectangle 3">
            <a:extLst>
              <a:ext uri="{FF2B5EF4-FFF2-40B4-BE49-F238E27FC236}">
                <a16:creationId xmlns:a16="http://schemas.microsoft.com/office/drawing/2014/main" id="{910EE6BE-3510-4BB3-B277-50255A854B12}"/>
              </a:ext>
            </a:extLst>
          </p:cNvPr>
          <p:cNvSpPr>
            <a:spLocks noGrp="1" noChangeArrowheads="1"/>
          </p:cNvSpPr>
          <p:nvPr>
            <p:ph idx="1"/>
          </p:nvPr>
        </p:nvSpPr>
        <p:spPr bwMode="auto">
          <a:xfrm>
            <a:off x="1104900" y="1360351"/>
            <a:ext cx="10360025" cy="4525963"/>
          </a:xfrm>
        </p:spPr>
        <p:txBody>
          <a:bodyPr wrap="square" numCol="1" anchor="t" anchorCtr="0" compatLnSpc="1">
            <a:prstTxWarp prst="textNoShape">
              <a:avLst/>
            </a:prstTxWarp>
            <a:normAutofit/>
          </a:bodyPr>
          <a:lstStyle/>
          <a:p>
            <a:pPr marL="0" indent="0">
              <a:spcBef>
                <a:spcPct val="0"/>
              </a:spcBef>
              <a:buFont typeface="Wingdings" panose="05000000000000000000" pitchFamily="2" charset="2"/>
              <a:buNone/>
            </a:pPr>
            <a:r>
              <a:rPr lang="pt-BR" altLang="en-US" sz="2400" dirty="0">
                <a:solidFill>
                  <a:schemeClr val="tx2"/>
                </a:solidFill>
                <a:latin typeface="Times New Roman" panose="02020603050405020304" pitchFamily="18" charset="0"/>
                <a:cs typeface="Times New Roman" panose="02020603050405020304" pitchFamily="18" charset="0"/>
              </a:rPr>
              <a:t>14. 	28 : 60 :: 59:_______</a:t>
            </a:r>
          </a:p>
          <a:p>
            <a:pPr marL="0" indent="0">
              <a:spcBef>
                <a:spcPct val="0"/>
              </a:spcBef>
              <a:buFont typeface="Wingdings" panose="05000000000000000000" pitchFamily="2" charset="2"/>
              <a:buNone/>
            </a:pPr>
            <a:endParaRPr lang="pt-BR"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r>
              <a:rPr lang="pt-BR" altLang="en-US" sz="2400" dirty="0">
                <a:solidFill>
                  <a:schemeClr val="tx2"/>
                </a:solidFill>
                <a:latin typeface="Times New Roman" panose="02020603050405020304" pitchFamily="18" charset="0"/>
                <a:cs typeface="Times New Roman" panose="02020603050405020304" pitchFamily="18" charset="0"/>
              </a:rPr>
              <a:t>	a. 42			b. 46			c. 76			d. 56</a:t>
            </a:r>
          </a:p>
          <a:p>
            <a:pPr marL="0" indent="0">
              <a:spcBef>
                <a:spcPct val="0"/>
              </a:spcBef>
              <a:buFont typeface="Wingdings" panose="05000000000000000000" pitchFamily="2" charset="2"/>
              <a:buNone/>
            </a:pPr>
            <a:endParaRPr lang="pt-BR"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endParaRPr lang="pt-BR"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endParaRPr lang="en-IN" altLang="en-US" sz="2400" dirty="0">
              <a:solidFill>
                <a:schemeClr val="tx2"/>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pPr>
            <a:endParaRPr lang="en-US" altLang="en-US" sz="2400" dirty="0">
              <a:solidFill>
                <a:schemeClr val="tx2"/>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69F9CF48-8B86-4955-ADAE-B021CF3C7649}"/>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64519" name="Picture 2" descr="KL Deemed to be University Logo">
            <a:extLst>
              <a:ext uri="{FF2B5EF4-FFF2-40B4-BE49-F238E27FC236}">
                <a16:creationId xmlns:a16="http://schemas.microsoft.com/office/drawing/2014/main" id="{54F61FB8-9C76-4386-A459-93DD90929C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BAB66D45-FCC4-42A7-AA36-41ECB8910B39}"/>
              </a:ext>
            </a:extLst>
          </p:cNvPr>
          <p:cNvSpPr>
            <a:spLocks noGrp="1"/>
          </p:cNvSpPr>
          <p:nvPr>
            <p:ph type="dt" sz="quarter" idx="10"/>
          </p:nvPr>
        </p:nvSpPr>
        <p:spPr>
          <a:xfrm>
            <a:off x="190500" y="6356349"/>
            <a:ext cx="1828800" cy="365125"/>
          </a:xfrm>
        </p:spPr>
        <p:txBody>
          <a:bodyPr/>
          <a:lstStyle/>
          <a:p>
            <a:pPr>
              <a:defRPr/>
            </a:pPr>
            <a:fld id="{AAEB4A93-84CA-40E4-AB99-52B7AD795BE6}" type="datetime1">
              <a:rPr lang="en-US" smtClean="0">
                <a:solidFill>
                  <a:srgbClr val="FF0000"/>
                </a:solidFill>
              </a:rPr>
              <a:t>12/3/2022</a:t>
            </a:fld>
            <a:endParaRPr lang="en-US" dirty="0">
              <a:solidFill>
                <a:srgbClr val="FF0000"/>
              </a:solidFill>
            </a:endParaRPr>
          </a:p>
        </p:txBody>
      </p:sp>
      <p:sp>
        <p:nvSpPr>
          <p:cNvPr id="64521" name="Slide Number Placeholder 2">
            <a:extLst>
              <a:ext uri="{FF2B5EF4-FFF2-40B4-BE49-F238E27FC236}">
                <a16:creationId xmlns:a16="http://schemas.microsoft.com/office/drawing/2014/main" id="{1408A64A-8D28-450D-BF39-ACE4F2B80598}"/>
              </a:ext>
            </a:extLst>
          </p:cNvPr>
          <p:cNvSpPr>
            <a:spLocks noGrp="1" noChangeArrowheads="1"/>
          </p:cNvSpPr>
          <p:nvPr>
            <p:ph type="sldNum" sz="quarter" idx="12"/>
          </p:nvPr>
        </p:nvSpPr>
        <p:spPr bwMode="auto">
          <a:xfrm>
            <a:off x="10025856" y="6325331"/>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D446EE06-FD0F-4D2B-9A90-D20D7FBCD35F}" type="slidenum">
              <a:rPr lang="en-US" altLang="en-US" sz="1200" smtClean="0">
                <a:solidFill>
                  <a:srgbClr val="FF0000"/>
                </a:solidFill>
              </a:rPr>
              <a:pPr>
                <a:lnSpc>
                  <a:spcPct val="100000"/>
                </a:lnSpc>
                <a:spcBef>
                  <a:spcPct val="0"/>
                </a:spcBef>
                <a:buFontTx/>
                <a:buNone/>
              </a:pPr>
              <a:t>22</a:t>
            </a:fld>
            <a:endParaRPr lang="en-US" altLang="en-US" sz="1200" dirty="0">
              <a:solidFill>
                <a:srgbClr val="FF0000"/>
              </a:solidFill>
            </a:endParaRPr>
          </a:p>
        </p:txBody>
      </p:sp>
      <p:sp>
        <p:nvSpPr>
          <p:cNvPr id="11" name="Title 1">
            <a:extLst>
              <a:ext uri="{FF2B5EF4-FFF2-40B4-BE49-F238E27FC236}">
                <a16:creationId xmlns:a16="http://schemas.microsoft.com/office/drawing/2014/main" id="{15ECD526-A298-4567-B523-7EE8A7BEA55D}"/>
              </a:ext>
            </a:extLst>
          </p:cNvPr>
          <p:cNvSpPr>
            <a:spLocks noGrp="1"/>
          </p:cNvSpPr>
          <p:nvPr>
            <p:ph type="title"/>
          </p:nvPr>
        </p:nvSpPr>
        <p:spPr>
          <a:xfrm>
            <a:off x="1104900" y="179525"/>
            <a:ext cx="9980613" cy="1098276"/>
          </a:xfrm>
        </p:spPr>
        <p:txBody>
          <a:bodyPr/>
          <a:lstStyle/>
          <a:p>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r>
              <a:rPr lang="en-IN" altLang="en-US" sz="3600" b="1" dirty="0">
                <a:solidFill>
                  <a:srgbClr val="0070C0"/>
                </a:solidFill>
              </a:rPr>
              <a:t> 		NUMBER AND LETTER ANALOGY</a:t>
            </a:r>
            <a:endParaRPr lang="en-IN" altLang="en-US" sz="3600" dirty="0">
              <a:solidFill>
                <a:srgbClr val="0070C0"/>
              </a:solidFill>
            </a:endParaRP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B0419185-1BEB-4AB9-988A-E6CC2DFEB613}"/>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29A01F0E-2F45-436B-9BBD-E3098B1B2289}"/>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6565" name="Rectangle 3">
            <a:extLst>
              <a:ext uri="{FF2B5EF4-FFF2-40B4-BE49-F238E27FC236}">
                <a16:creationId xmlns:a16="http://schemas.microsoft.com/office/drawing/2014/main" id="{9FF94732-DD37-4BDD-8F89-C50C8E3A87C1}"/>
              </a:ext>
            </a:extLst>
          </p:cNvPr>
          <p:cNvSpPr>
            <a:spLocks noGrp="1" noChangeArrowheads="1"/>
          </p:cNvSpPr>
          <p:nvPr>
            <p:ph idx="1"/>
          </p:nvPr>
        </p:nvSpPr>
        <p:spPr bwMode="auto">
          <a:xfrm>
            <a:off x="1126588" y="1368718"/>
            <a:ext cx="10360025" cy="4525963"/>
          </a:xfrm>
        </p:spPr>
        <p:txBody>
          <a:bodyPr wrap="square" numCol="1" anchor="t" anchorCtr="0" compatLnSpc="1">
            <a:prstTxWarp prst="textNoShape">
              <a:avLst/>
            </a:prstTxWarp>
            <a:normAutofit/>
          </a:bodyPr>
          <a:lstStyle/>
          <a:p>
            <a:pPr marL="0" indent="0">
              <a:spcBef>
                <a:spcPct val="0"/>
              </a:spcBef>
              <a:buFont typeface="Wingdings" panose="05000000000000000000" pitchFamily="2" charset="2"/>
              <a:buNone/>
            </a:pPr>
            <a:r>
              <a:rPr lang="en-US" altLang="en-US" sz="2400" dirty="0">
                <a:solidFill>
                  <a:schemeClr val="tx2"/>
                </a:solidFill>
                <a:latin typeface="Times New Roman" panose="02020603050405020304" pitchFamily="18" charset="0"/>
                <a:cs typeface="Times New Roman" panose="02020603050405020304" pitchFamily="18" charset="0"/>
              </a:rPr>
              <a:t>15. 	29 : 23 :: 43 ______</a:t>
            </a:r>
          </a:p>
          <a:p>
            <a:pPr marL="0" indent="0">
              <a:spcBef>
                <a:spcPct val="0"/>
              </a:spcBef>
              <a:buFont typeface="Wingdings" panose="05000000000000000000" pitchFamily="2" charset="2"/>
              <a:buNone/>
            </a:pPr>
            <a:endParaRPr lang="en-US"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r>
              <a:rPr lang="en-US" altLang="en-US" sz="2400" dirty="0">
                <a:solidFill>
                  <a:schemeClr val="tx2"/>
                </a:solidFill>
                <a:latin typeface="Times New Roman" panose="02020603050405020304" pitchFamily="18" charset="0"/>
                <a:cs typeface="Times New Roman" panose="02020603050405020304" pitchFamily="18" charset="0"/>
              </a:rPr>
              <a:t>      a. 37			b. 31		  	   c. 39     		 d. 41</a:t>
            </a:r>
          </a:p>
          <a:p>
            <a:pPr marL="0" indent="0">
              <a:spcBef>
                <a:spcPct val="0"/>
              </a:spcBef>
              <a:buFont typeface="Wingdings" panose="05000000000000000000" pitchFamily="2" charset="2"/>
              <a:buNone/>
            </a:pPr>
            <a:endParaRPr lang="en-US" altLang="en-US" sz="2400" dirty="0">
              <a:solidFill>
                <a:schemeClr val="tx2"/>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pPr>
            <a:endParaRPr lang="en-US" altLang="en-US" sz="2400" dirty="0">
              <a:solidFill>
                <a:schemeClr val="tx2"/>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05F237DF-D3CA-4A04-AC72-E422B795BEBA}"/>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66567" name="Picture 2" descr="KL Deemed to be University Logo">
            <a:extLst>
              <a:ext uri="{FF2B5EF4-FFF2-40B4-BE49-F238E27FC236}">
                <a16:creationId xmlns:a16="http://schemas.microsoft.com/office/drawing/2014/main" id="{15A2C6B5-2F3A-4F3F-8AA8-DFBA8F5D20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F97E2AA0-B1A9-4B88-88D8-8C2F1E11328A}"/>
              </a:ext>
            </a:extLst>
          </p:cNvPr>
          <p:cNvSpPr>
            <a:spLocks noGrp="1"/>
          </p:cNvSpPr>
          <p:nvPr>
            <p:ph type="dt" sz="quarter" idx="10"/>
          </p:nvPr>
        </p:nvSpPr>
        <p:spPr>
          <a:xfrm>
            <a:off x="212188" y="6354103"/>
            <a:ext cx="1828800" cy="365125"/>
          </a:xfrm>
        </p:spPr>
        <p:txBody>
          <a:bodyPr/>
          <a:lstStyle/>
          <a:p>
            <a:pPr>
              <a:defRPr/>
            </a:pPr>
            <a:fld id="{3B66CB58-E175-4CDB-A075-601D11E31A89}" type="datetime1">
              <a:rPr lang="en-US" smtClean="0">
                <a:solidFill>
                  <a:srgbClr val="FF0000"/>
                </a:solidFill>
              </a:rPr>
              <a:t>12/3/2022</a:t>
            </a:fld>
            <a:endParaRPr lang="en-US" dirty="0">
              <a:solidFill>
                <a:srgbClr val="FF0000"/>
              </a:solidFill>
            </a:endParaRPr>
          </a:p>
        </p:txBody>
      </p:sp>
      <p:sp>
        <p:nvSpPr>
          <p:cNvPr id="66569" name="Slide Number Placeholder 2">
            <a:extLst>
              <a:ext uri="{FF2B5EF4-FFF2-40B4-BE49-F238E27FC236}">
                <a16:creationId xmlns:a16="http://schemas.microsoft.com/office/drawing/2014/main" id="{BB6DA840-3723-446D-A2BF-67098A72C4D9}"/>
              </a:ext>
            </a:extLst>
          </p:cNvPr>
          <p:cNvSpPr>
            <a:spLocks noGrp="1" noChangeArrowheads="1"/>
          </p:cNvSpPr>
          <p:nvPr>
            <p:ph type="sldNum" sz="quarter" idx="12"/>
          </p:nvPr>
        </p:nvSpPr>
        <p:spPr bwMode="auto">
          <a:xfrm>
            <a:off x="10039351" y="6354103"/>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34ADA86F-84E1-4F35-9D5D-8B7449E99E92}" type="slidenum">
              <a:rPr lang="en-US" altLang="en-US" sz="1200" smtClean="0">
                <a:solidFill>
                  <a:srgbClr val="FF0000"/>
                </a:solidFill>
              </a:rPr>
              <a:pPr>
                <a:lnSpc>
                  <a:spcPct val="100000"/>
                </a:lnSpc>
                <a:spcBef>
                  <a:spcPct val="0"/>
                </a:spcBef>
                <a:buFontTx/>
                <a:buNone/>
              </a:pPr>
              <a:t>23</a:t>
            </a:fld>
            <a:endParaRPr lang="en-US" altLang="en-US" sz="1200" dirty="0">
              <a:solidFill>
                <a:srgbClr val="FF0000"/>
              </a:solidFill>
            </a:endParaRPr>
          </a:p>
        </p:txBody>
      </p:sp>
      <p:sp>
        <p:nvSpPr>
          <p:cNvPr id="11" name="Title 1">
            <a:extLst>
              <a:ext uri="{FF2B5EF4-FFF2-40B4-BE49-F238E27FC236}">
                <a16:creationId xmlns:a16="http://schemas.microsoft.com/office/drawing/2014/main" id="{28C5C348-7617-4765-9D41-A552DF5EDE18}"/>
              </a:ext>
            </a:extLst>
          </p:cNvPr>
          <p:cNvSpPr>
            <a:spLocks noGrp="1"/>
          </p:cNvSpPr>
          <p:nvPr>
            <p:ph type="title"/>
          </p:nvPr>
        </p:nvSpPr>
        <p:spPr>
          <a:xfrm>
            <a:off x="973138" y="163650"/>
            <a:ext cx="9980613" cy="1098276"/>
          </a:xfrm>
        </p:spPr>
        <p:txBody>
          <a:bodyPr/>
          <a:lstStyle/>
          <a:p>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r>
              <a:rPr lang="en-IN" altLang="en-US" sz="3600" b="1" dirty="0">
                <a:solidFill>
                  <a:srgbClr val="0070C0"/>
                </a:solidFill>
              </a:rPr>
              <a:t> 		NUMBER AND LETTER ANALOGY</a:t>
            </a:r>
            <a:endParaRPr lang="en-IN" altLang="en-US" sz="3600" dirty="0">
              <a:solidFill>
                <a:srgbClr val="0070C0"/>
              </a:solidFill>
            </a:endParaRP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DE4A61E9-B6EC-475E-97F9-85876BA5C6C3}"/>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D5AC6D3D-DAE6-4DA7-83E2-28B05721EB38}"/>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7589" name="Rectangle 3">
            <a:extLst>
              <a:ext uri="{FF2B5EF4-FFF2-40B4-BE49-F238E27FC236}">
                <a16:creationId xmlns:a16="http://schemas.microsoft.com/office/drawing/2014/main" id="{36099F09-29EF-47B3-8892-5FF12E4C5738}"/>
              </a:ext>
            </a:extLst>
          </p:cNvPr>
          <p:cNvSpPr>
            <a:spLocks noGrp="1" noChangeArrowheads="1"/>
          </p:cNvSpPr>
          <p:nvPr>
            <p:ph idx="1"/>
          </p:nvPr>
        </p:nvSpPr>
        <p:spPr bwMode="auto">
          <a:xfrm>
            <a:off x="1104900" y="1279158"/>
            <a:ext cx="10360025" cy="4525963"/>
          </a:xfrm>
        </p:spPr>
        <p:txBody>
          <a:bodyPr wrap="square" numCol="1" anchor="t" anchorCtr="0" compatLnSpc="1">
            <a:prstTxWarp prst="textNoShape">
              <a:avLst/>
            </a:prstTxWarp>
            <a:normAutofit/>
          </a:bodyPr>
          <a:lstStyle/>
          <a:p>
            <a:pPr marL="0" indent="0">
              <a:spcBef>
                <a:spcPct val="0"/>
              </a:spcBef>
              <a:buFont typeface="Wingdings" panose="05000000000000000000" pitchFamily="2" charset="2"/>
              <a:buNone/>
            </a:pPr>
            <a:r>
              <a:rPr lang="en-US" altLang="en-US" sz="2400" dirty="0">
                <a:solidFill>
                  <a:schemeClr val="tx2"/>
                </a:solidFill>
                <a:latin typeface="Times New Roman" panose="02020603050405020304" pitchFamily="18" charset="0"/>
                <a:cs typeface="Times New Roman" panose="02020603050405020304" pitchFamily="18" charset="0"/>
              </a:rPr>
              <a:t>16. 	</a:t>
            </a:r>
            <a:r>
              <a:rPr lang="pt-BR" altLang="en-US" sz="2400" dirty="0">
                <a:solidFill>
                  <a:schemeClr val="tx2"/>
                </a:solidFill>
                <a:latin typeface="Times New Roman" panose="02020603050405020304" pitchFamily="18" charset="0"/>
                <a:cs typeface="Times New Roman" panose="02020603050405020304" pitchFamily="18" charset="0"/>
              </a:rPr>
              <a:t>248 :  1090 : : ________ : 1029</a:t>
            </a:r>
          </a:p>
          <a:p>
            <a:pPr marL="0" indent="0">
              <a:spcBef>
                <a:spcPct val="0"/>
              </a:spcBef>
              <a:buFont typeface="Wingdings" panose="05000000000000000000" pitchFamily="2" charset="2"/>
              <a:buNone/>
            </a:pPr>
            <a:endParaRPr lang="pt-BR"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r>
              <a:rPr lang="pt-BR" altLang="en-US" sz="2400" dirty="0">
                <a:solidFill>
                  <a:schemeClr val="tx2"/>
                </a:solidFill>
                <a:latin typeface="Times New Roman" panose="02020603050405020304" pitchFamily="18" charset="0"/>
                <a:cs typeface="Times New Roman" panose="02020603050405020304" pitchFamily="18" charset="0"/>
              </a:rPr>
              <a:t>	a. 366             	 	b. 377      	        c. 562         		d. 287</a:t>
            </a:r>
          </a:p>
          <a:p>
            <a:pPr marL="0" indent="0">
              <a:spcBef>
                <a:spcPct val="0"/>
              </a:spcBef>
              <a:buFont typeface="Wingdings" panose="05000000000000000000" pitchFamily="2" charset="2"/>
              <a:buNone/>
            </a:pPr>
            <a:endParaRPr lang="pt-BR"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endParaRPr lang="en-US" altLang="en-US" sz="2400" dirty="0">
              <a:solidFill>
                <a:srgbClr val="FF0000"/>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pPr>
            <a:endParaRPr lang="en-US" altLang="en-US" sz="2400"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C1B9AE6A-BCA2-40FE-82FF-AEDBBB4F06F0}"/>
              </a:ext>
            </a:extLst>
          </p:cNvPr>
          <p:cNvSpPr>
            <a:spLocks noGrp="1"/>
          </p:cNvSpPr>
          <p:nvPr>
            <p:ph type="ftr" sz="quarter" idx="11"/>
          </p:nvPr>
        </p:nvSpPr>
        <p:spPr>
          <a:xfrm>
            <a:off x="2933700" y="6438166"/>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67591" name="Picture 2" descr="KL Deemed to be University Logo">
            <a:extLst>
              <a:ext uri="{FF2B5EF4-FFF2-40B4-BE49-F238E27FC236}">
                <a16:creationId xmlns:a16="http://schemas.microsoft.com/office/drawing/2014/main" id="{A5640BE9-2A5A-45A2-94B9-156D87F20B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AADF0CC2-2887-47EE-97E7-9B6E3D9781F6}"/>
              </a:ext>
            </a:extLst>
          </p:cNvPr>
          <p:cNvSpPr>
            <a:spLocks noGrp="1"/>
          </p:cNvSpPr>
          <p:nvPr>
            <p:ph type="dt" sz="quarter" idx="10"/>
          </p:nvPr>
        </p:nvSpPr>
        <p:spPr>
          <a:xfrm>
            <a:off x="190500" y="6345824"/>
            <a:ext cx="1828800" cy="365125"/>
          </a:xfrm>
        </p:spPr>
        <p:txBody>
          <a:bodyPr/>
          <a:lstStyle/>
          <a:p>
            <a:pPr>
              <a:defRPr/>
            </a:pPr>
            <a:fld id="{96C7043D-18AB-438A-89CF-AF0C37582E4A}" type="datetime1">
              <a:rPr lang="en-US" smtClean="0">
                <a:solidFill>
                  <a:srgbClr val="FF0000"/>
                </a:solidFill>
              </a:rPr>
              <a:t>12/3/2022</a:t>
            </a:fld>
            <a:endParaRPr lang="en-US" dirty="0">
              <a:solidFill>
                <a:srgbClr val="FF0000"/>
              </a:solidFill>
            </a:endParaRPr>
          </a:p>
        </p:txBody>
      </p:sp>
      <p:sp>
        <p:nvSpPr>
          <p:cNvPr id="67593" name="Slide Number Placeholder 2">
            <a:extLst>
              <a:ext uri="{FF2B5EF4-FFF2-40B4-BE49-F238E27FC236}">
                <a16:creationId xmlns:a16="http://schemas.microsoft.com/office/drawing/2014/main" id="{C79F13E8-EC03-409D-B524-494D7538C020}"/>
              </a:ext>
            </a:extLst>
          </p:cNvPr>
          <p:cNvSpPr>
            <a:spLocks noGrp="1" noChangeArrowheads="1"/>
          </p:cNvSpPr>
          <p:nvPr>
            <p:ph type="sldNum" sz="quarter" idx="12"/>
          </p:nvPr>
        </p:nvSpPr>
        <p:spPr bwMode="auto">
          <a:xfrm>
            <a:off x="10039351" y="6346484"/>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9F1A525A-9343-4F89-BCD2-7C05C7B1327B}" type="slidenum">
              <a:rPr lang="en-US" altLang="en-US" sz="1200" smtClean="0">
                <a:solidFill>
                  <a:srgbClr val="FF0000"/>
                </a:solidFill>
              </a:rPr>
              <a:pPr>
                <a:lnSpc>
                  <a:spcPct val="100000"/>
                </a:lnSpc>
                <a:spcBef>
                  <a:spcPct val="0"/>
                </a:spcBef>
                <a:buFontTx/>
                <a:buNone/>
              </a:pPr>
              <a:t>24</a:t>
            </a:fld>
            <a:endParaRPr lang="en-US" altLang="en-US" sz="1200" dirty="0">
              <a:solidFill>
                <a:srgbClr val="FF0000"/>
              </a:solidFill>
            </a:endParaRPr>
          </a:p>
        </p:txBody>
      </p:sp>
      <p:sp>
        <p:nvSpPr>
          <p:cNvPr id="11" name="Title 1">
            <a:extLst>
              <a:ext uri="{FF2B5EF4-FFF2-40B4-BE49-F238E27FC236}">
                <a16:creationId xmlns:a16="http://schemas.microsoft.com/office/drawing/2014/main" id="{643C7AC6-EF87-4539-B0CD-CB1C2D87E54D}"/>
              </a:ext>
            </a:extLst>
          </p:cNvPr>
          <p:cNvSpPr>
            <a:spLocks noGrp="1"/>
          </p:cNvSpPr>
          <p:nvPr>
            <p:ph type="title"/>
          </p:nvPr>
        </p:nvSpPr>
        <p:spPr>
          <a:xfrm>
            <a:off x="973138" y="144804"/>
            <a:ext cx="9980613" cy="1098276"/>
          </a:xfrm>
        </p:spPr>
        <p:txBody>
          <a:bodyPr/>
          <a:lstStyle/>
          <a:p>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r>
              <a:rPr lang="en-IN" altLang="en-US" sz="3600" b="1" dirty="0">
                <a:solidFill>
                  <a:srgbClr val="0070C0"/>
                </a:solidFill>
              </a:rPr>
              <a:t> 		NUMBER AND LETTER ANALOGY</a:t>
            </a:r>
            <a:endParaRPr lang="en-IN" altLang="en-US" sz="3600" dirty="0">
              <a:solidFill>
                <a:srgbClr val="0070C0"/>
              </a:solidFill>
            </a:endParaRP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B3A813C2-8B01-4464-A255-5E28CA9A0FEB}"/>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6507EFAF-6333-4F7A-A0F1-CC90050D8E3B}"/>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8613" name="Rectangle 3">
            <a:extLst>
              <a:ext uri="{FF2B5EF4-FFF2-40B4-BE49-F238E27FC236}">
                <a16:creationId xmlns:a16="http://schemas.microsoft.com/office/drawing/2014/main" id="{8459CAA4-DB28-45A7-8490-4F04B23A138E}"/>
              </a:ext>
            </a:extLst>
          </p:cNvPr>
          <p:cNvSpPr>
            <a:spLocks noGrp="1" noChangeArrowheads="1"/>
          </p:cNvSpPr>
          <p:nvPr>
            <p:ph idx="1"/>
          </p:nvPr>
        </p:nvSpPr>
        <p:spPr bwMode="auto">
          <a:xfrm>
            <a:off x="1104900" y="1382785"/>
            <a:ext cx="10360025" cy="4525963"/>
          </a:xfrm>
        </p:spPr>
        <p:txBody>
          <a:bodyPr wrap="square" numCol="1" anchor="t" anchorCtr="0" compatLnSpc="1">
            <a:prstTxWarp prst="textNoShape">
              <a:avLst/>
            </a:prstTxWarp>
            <a:normAutofit/>
          </a:bodyPr>
          <a:lstStyle/>
          <a:p>
            <a:pPr marL="0" indent="0">
              <a:spcBef>
                <a:spcPct val="0"/>
              </a:spcBef>
              <a:buFont typeface="Wingdings" panose="05000000000000000000" pitchFamily="2" charset="2"/>
              <a:buNone/>
            </a:pPr>
            <a:r>
              <a:rPr lang="en-US" altLang="en-US" sz="2400" dirty="0">
                <a:solidFill>
                  <a:schemeClr val="tx2"/>
                </a:solidFill>
                <a:latin typeface="Times New Roman" panose="02020603050405020304" pitchFamily="18" charset="0"/>
                <a:cs typeface="Times New Roman" panose="02020603050405020304" pitchFamily="18" charset="0"/>
              </a:rPr>
              <a:t>17. 	</a:t>
            </a:r>
            <a:r>
              <a:rPr lang="pt-BR" altLang="en-US" sz="2400" dirty="0">
                <a:solidFill>
                  <a:schemeClr val="tx2"/>
                </a:solidFill>
                <a:latin typeface="Times New Roman" panose="02020603050405020304" pitchFamily="18" charset="0"/>
                <a:cs typeface="Times New Roman" panose="02020603050405020304" pitchFamily="18" charset="0"/>
              </a:rPr>
              <a:t>208 :  1010 : : ________ : 1130</a:t>
            </a:r>
          </a:p>
          <a:p>
            <a:pPr marL="0" indent="0">
              <a:spcBef>
                <a:spcPct val="0"/>
              </a:spcBef>
              <a:buFont typeface="Wingdings" panose="05000000000000000000" pitchFamily="2" charset="2"/>
              <a:buNone/>
            </a:pPr>
            <a:r>
              <a:rPr lang="pt-BR" altLang="en-US" sz="2400" dirty="0">
                <a:solidFill>
                  <a:schemeClr val="tx2"/>
                </a:solidFill>
                <a:latin typeface="Times New Roman" panose="02020603050405020304" pitchFamily="18" charset="0"/>
                <a:cs typeface="Times New Roman" panose="02020603050405020304" pitchFamily="18" charset="0"/>
              </a:rPr>
              <a:t>	</a:t>
            </a:r>
          </a:p>
          <a:p>
            <a:pPr marL="0" indent="0">
              <a:spcBef>
                <a:spcPct val="0"/>
              </a:spcBef>
              <a:buFont typeface="Wingdings" panose="05000000000000000000" pitchFamily="2" charset="2"/>
              <a:buNone/>
            </a:pPr>
            <a:r>
              <a:rPr lang="pt-BR" altLang="en-US" sz="2400" dirty="0">
                <a:solidFill>
                  <a:schemeClr val="tx2"/>
                </a:solidFill>
                <a:latin typeface="Times New Roman" panose="02020603050405020304" pitchFamily="18" charset="0"/>
                <a:cs typeface="Times New Roman" panose="02020603050405020304" pitchFamily="18" charset="0"/>
              </a:rPr>
              <a:t>		a. 366            	 	b. 377      	        c. 567    	    	d. 763</a:t>
            </a:r>
          </a:p>
          <a:p>
            <a:pPr marL="0" indent="0">
              <a:spcBef>
                <a:spcPct val="0"/>
              </a:spcBef>
              <a:buFont typeface="Wingdings" panose="05000000000000000000" pitchFamily="2" charset="2"/>
              <a:buNone/>
            </a:pPr>
            <a:endParaRPr lang="pt-BR"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r>
              <a:rPr lang="pt-BR" altLang="en-US" sz="2400" dirty="0">
                <a:solidFill>
                  <a:schemeClr val="tx2"/>
                </a:solidFill>
                <a:latin typeface="Times New Roman" panose="02020603050405020304" pitchFamily="18" charset="0"/>
                <a:cs typeface="Times New Roman" panose="02020603050405020304" pitchFamily="18" charset="0"/>
              </a:rPr>
              <a:t> </a:t>
            </a:r>
          </a:p>
          <a:p>
            <a:pPr marL="0" indent="0">
              <a:spcBef>
                <a:spcPct val="0"/>
              </a:spcBef>
              <a:buFont typeface="Wingdings" panose="05000000000000000000" pitchFamily="2" charset="2"/>
              <a:buNone/>
            </a:pPr>
            <a:endParaRPr lang="en-US" altLang="en-US" sz="2400" dirty="0">
              <a:solidFill>
                <a:schemeClr val="tx2"/>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pPr>
            <a:endParaRPr lang="en-US" altLang="en-US" sz="2400" dirty="0">
              <a:solidFill>
                <a:schemeClr val="tx2"/>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E4A712A3-C51E-4A35-A6A5-778619BF4FDE}"/>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68615" name="Picture 2" descr="KL Deemed to be University Logo">
            <a:extLst>
              <a:ext uri="{FF2B5EF4-FFF2-40B4-BE49-F238E27FC236}">
                <a16:creationId xmlns:a16="http://schemas.microsoft.com/office/drawing/2014/main" id="{E0440673-BA71-4A09-9259-35DAEA4858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84794392-E386-47B1-85C5-C5E3998CE536}"/>
              </a:ext>
            </a:extLst>
          </p:cNvPr>
          <p:cNvSpPr>
            <a:spLocks noGrp="1"/>
          </p:cNvSpPr>
          <p:nvPr>
            <p:ph type="dt" sz="quarter" idx="10"/>
          </p:nvPr>
        </p:nvSpPr>
        <p:spPr>
          <a:xfrm>
            <a:off x="190500" y="6356349"/>
            <a:ext cx="1828800" cy="365125"/>
          </a:xfrm>
        </p:spPr>
        <p:txBody>
          <a:bodyPr/>
          <a:lstStyle/>
          <a:p>
            <a:pPr>
              <a:defRPr/>
            </a:pPr>
            <a:fld id="{B0EE9A22-5284-4333-84F7-6B5904A41B1B}" type="datetime1">
              <a:rPr lang="en-US" smtClean="0">
                <a:solidFill>
                  <a:srgbClr val="FF0000"/>
                </a:solidFill>
              </a:rPr>
              <a:t>12/3/2022</a:t>
            </a:fld>
            <a:endParaRPr lang="en-US" dirty="0">
              <a:solidFill>
                <a:srgbClr val="FF0000"/>
              </a:solidFill>
            </a:endParaRPr>
          </a:p>
        </p:txBody>
      </p:sp>
      <p:sp>
        <p:nvSpPr>
          <p:cNvPr id="68617" name="Slide Number Placeholder 2">
            <a:extLst>
              <a:ext uri="{FF2B5EF4-FFF2-40B4-BE49-F238E27FC236}">
                <a16:creationId xmlns:a16="http://schemas.microsoft.com/office/drawing/2014/main" id="{F4CC1372-22CB-41BE-9D4A-B859AE5CC8B2}"/>
              </a:ext>
            </a:extLst>
          </p:cNvPr>
          <p:cNvSpPr>
            <a:spLocks noGrp="1" noChangeArrowheads="1"/>
          </p:cNvSpPr>
          <p:nvPr>
            <p:ph type="sldNum" sz="quarter" idx="12"/>
          </p:nvPr>
        </p:nvSpPr>
        <p:spPr bwMode="auto">
          <a:xfrm>
            <a:off x="10025856" y="6399963"/>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FFD7EC3F-2EC0-42BD-A0A3-9DCFC46A3DE3}" type="slidenum">
              <a:rPr lang="en-US" altLang="en-US" sz="1200" smtClean="0">
                <a:solidFill>
                  <a:srgbClr val="FF0000"/>
                </a:solidFill>
              </a:rPr>
              <a:pPr>
                <a:lnSpc>
                  <a:spcPct val="100000"/>
                </a:lnSpc>
                <a:spcBef>
                  <a:spcPct val="0"/>
                </a:spcBef>
                <a:buFontTx/>
                <a:buNone/>
              </a:pPr>
              <a:t>25</a:t>
            </a:fld>
            <a:endParaRPr lang="en-US" altLang="en-US" sz="1200" dirty="0">
              <a:solidFill>
                <a:srgbClr val="FF0000"/>
              </a:solidFill>
            </a:endParaRPr>
          </a:p>
        </p:txBody>
      </p:sp>
      <p:sp>
        <p:nvSpPr>
          <p:cNvPr id="11" name="Title 1">
            <a:extLst>
              <a:ext uri="{FF2B5EF4-FFF2-40B4-BE49-F238E27FC236}">
                <a16:creationId xmlns:a16="http://schemas.microsoft.com/office/drawing/2014/main" id="{1A549BE1-4A21-45B9-82D3-F836AB1D0F42}"/>
              </a:ext>
            </a:extLst>
          </p:cNvPr>
          <p:cNvSpPr>
            <a:spLocks noGrp="1"/>
          </p:cNvSpPr>
          <p:nvPr>
            <p:ph type="title"/>
          </p:nvPr>
        </p:nvSpPr>
        <p:spPr>
          <a:xfrm>
            <a:off x="1105693" y="92912"/>
            <a:ext cx="9980613" cy="1098276"/>
          </a:xfrm>
        </p:spPr>
        <p:txBody>
          <a:bodyPr/>
          <a:lstStyle/>
          <a:p>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r>
              <a:rPr lang="en-IN" altLang="en-US" sz="3600" b="1" dirty="0">
                <a:solidFill>
                  <a:srgbClr val="0070C0"/>
                </a:solidFill>
              </a:rPr>
              <a:t> 		NUMBER AND LETTER ANALOGY</a:t>
            </a:r>
            <a:endParaRPr lang="en-IN" altLang="en-US" sz="3600" dirty="0">
              <a:solidFill>
                <a:srgbClr val="0070C0"/>
              </a:solidFill>
            </a:endParaRPr>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516AD77B-DE9C-41F8-8078-2EF42D0D8730}"/>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B1A57F26-CCA3-49BA-B93D-D1915309701E}"/>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9637" name="Rectangle 3">
            <a:extLst>
              <a:ext uri="{FF2B5EF4-FFF2-40B4-BE49-F238E27FC236}">
                <a16:creationId xmlns:a16="http://schemas.microsoft.com/office/drawing/2014/main" id="{2E62A235-4B28-41A3-8F6E-2AE0B0405662}"/>
              </a:ext>
            </a:extLst>
          </p:cNvPr>
          <p:cNvSpPr>
            <a:spLocks noGrp="1" noChangeArrowheads="1"/>
          </p:cNvSpPr>
          <p:nvPr>
            <p:ph idx="1"/>
          </p:nvPr>
        </p:nvSpPr>
        <p:spPr bwMode="auto">
          <a:xfrm>
            <a:off x="1104900" y="1382786"/>
            <a:ext cx="10360025" cy="4525963"/>
          </a:xfrm>
        </p:spPr>
        <p:txBody>
          <a:bodyPr wrap="square" numCol="1" anchor="t" anchorCtr="0" compatLnSpc="1">
            <a:prstTxWarp prst="textNoShape">
              <a:avLst/>
            </a:prstTxWarp>
            <a:normAutofit/>
          </a:bodyPr>
          <a:lstStyle/>
          <a:p>
            <a:pPr marL="0" indent="0">
              <a:spcBef>
                <a:spcPct val="0"/>
              </a:spcBef>
              <a:buFont typeface="Wingdings" panose="05000000000000000000" pitchFamily="2" charset="2"/>
              <a:buNone/>
            </a:pPr>
            <a:r>
              <a:rPr lang="pt-BR" altLang="en-US" sz="2400" dirty="0">
                <a:solidFill>
                  <a:schemeClr val="tx2"/>
                </a:solidFill>
                <a:latin typeface="Times New Roman" panose="02020603050405020304" pitchFamily="18" charset="0"/>
                <a:cs typeface="Times New Roman" panose="02020603050405020304" pitchFamily="18" charset="0"/>
              </a:rPr>
              <a:t>18. 	49 : 169 : : _______ : 100</a:t>
            </a:r>
          </a:p>
          <a:p>
            <a:pPr marL="0" indent="0">
              <a:spcBef>
                <a:spcPct val="0"/>
              </a:spcBef>
              <a:buFont typeface="Wingdings" panose="05000000000000000000" pitchFamily="2" charset="2"/>
              <a:buNone/>
            </a:pPr>
            <a:endParaRPr lang="pt-BR"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r>
              <a:rPr lang="pt-BR" altLang="en-US" sz="2400" dirty="0">
                <a:solidFill>
                  <a:schemeClr val="tx2"/>
                </a:solidFill>
                <a:latin typeface="Times New Roman" panose="02020603050405020304" pitchFamily="18" charset="0"/>
                <a:cs typeface="Times New Roman" panose="02020603050405020304" pitchFamily="18" charset="0"/>
              </a:rPr>
              <a:t>		a. 25    	                    b. 85     	                   c. 64        		 d. 36</a:t>
            </a:r>
          </a:p>
          <a:p>
            <a:pPr marL="0" indent="0">
              <a:spcBef>
                <a:spcPct val="0"/>
              </a:spcBef>
              <a:buFont typeface="Wingdings" panose="05000000000000000000" pitchFamily="2" charset="2"/>
              <a:buNone/>
            </a:pPr>
            <a:endParaRPr lang="en-US" altLang="en-US" sz="2400" dirty="0">
              <a:solidFill>
                <a:schemeClr val="tx2"/>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pPr>
            <a:endParaRPr lang="en-US" altLang="en-US" sz="2400" dirty="0">
              <a:solidFill>
                <a:schemeClr val="tx2"/>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65CC7326-B65D-4F04-92B7-F7DFFFAD5088}"/>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69639" name="Picture 2" descr="KL Deemed to be University Logo">
            <a:extLst>
              <a:ext uri="{FF2B5EF4-FFF2-40B4-BE49-F238E27FC236}">
                <a16:creationId xmlns:a16="http://schemas.microsoft.com/office/drawing/2014/main" id="{526F5F7D-F90F-4336-9F09-17BB988CF5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8C5D4ECC-B26E-4B46-B5E9-8D54386C48CD}"/>
              </a:ext>
            </a:extLst>
          </p:cNvPr>
          <p:cNvSpPr>
            <a:spLocks noGrp="1"/>
          </p:cNvSpPr>
          <p:nvPr>
            <p:ph type="dt" sz="quarter" idx="10"/>
          </p:nvPr>
        </p:nvSpPr>
        <p:spPr>
          <a:xfrm>
            <a:off x="190500" y="6356350"/>
            <a:ext cx="1828800" cy="365125"/>
          </a:xfrm>
        </p:spPr>
        <p:txBody>
          <a:bodyPr/>
          <a:lstStyle/>
          <a:p>
            <a:pPr>
              <a:defRPr/>
            </a:pPr>
            <a:fld id="{EBB7401E-2E71-4588-8FB1-3DB610170CC5}" type="datetime1">
              <a:rPr lang="en-US" smtClean="0">
                <a:solidFill>
                  <a:srgbClr val="FF0000"/>
                </a:solidFill>
              </a:rPr>
              <a:t>12/3/2022</a:t>
            </a:fld>
            <a:endParaRPr lang="en-US" dirty="0">
              <a:solidFill>
                <a:srgbClr val="FF0000"/>
              </a:solidFill>
            </a:endParaRPr>
          </a:p>
        </p:txBody>
      </p:sp>
      <p:sp>
        <p:nvSpPr>
          <p:cNvPr id="69641" name="Slide Number Placeholder 2">
            <a:extLst>
              <a:ext uri="{FF2B5EF4-FFF2-40B4-BE49-F238E27FC236}">
                <a16:creationId xmlns:a16="http://schemas.microsoft.com/office/drawing/2014/main" id="{91E09C1C-5F11-4C21-88B6-AA03DC575780}"/>
              </a:ext>
            </a:extLst>
          </p:cNvPr>
          <p:cNvSpPr>
            <a:spLocks noGrp="1" noChangeArrowheads="1"/>
          </p:cNvSpPr>
          <p:nvPr>
            <p:ph type="sldNum" sz="quarter" idx="12"/>
          </p:nvPr>
        </p:nvSpPr>
        <p:spPr bwMode="auto">
          <a:xfrm>
            <a:off x="10025856" y="6354103"/>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182A279-5707-4E2B-8AC7-B1A607048219}" type="slidenum">
              <a:rPr lang="en-US" altLang="en-US" sz="1200" smtClean="0">
                <a:solidFill>
                  <a:srgbClr val="FF0000"/>
                </a:solidFill>
              </a:rPr>
              <a:pPr>
                <a:lnSpc>
                  <a:spcPct val="100000"/>
                </a:lnSpc>
                <a:spcBef>
                  <a:spcPct val="0"/>
                </a:spcBef>
                <a:buFontTx/>
                <a:buNone/>
              </a:pPr>
              <a:t>26</a:t>
            </a:fld>
            <a:endParaRPr lang="en-US" altLang="en-US" sz="1200" dirty="0">
              <a:solidFill>
                <a:srgbClr val="FF0000"/>
              </a:solidFill>
            </a:endParaRPr>
          </a:p>
        </p:txBody>
      </p:sp>
      <p:sp>
        <p:nvSpPr>
          <p:cNvPr id="11" name="Title 1">
            <a:extLst>
              <a:ext uri="{FF2B5EF4-FFF2-40B4-BE49-F238E27FC236}">
                <a16:creationId xmlns:a16="http://schemas.microsoft.com/office/drawing/2014/main" id="{E5912ACE-7737-4691-8DC4-C068CE26A079}"/>
              </a:ext>
            </a:extLst>
          </p:cNvPr>
          <p:cNvSpPr>
            <a:spLocks noGrp="1"/>
          </p:cNvSpPr>
          <p:nvPr>
            <p:ph type="title"/>
          </p:nvPr>
        </p:nvSpPr>
        <p:spPr>
          <a:xfrm>
            <a:off x="1104900" y="201960"/>
            <a:ext cx="9980613" cy="1098276"/>
          </a:xfrm>
        </p:spPr>
        <p:txBody>
          <a:bodyPr/>
          <a:lstStyle/>
          <a:p>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r>
              <a:rPr lang="en-IN" altLang="en-US" sz="3600" b="1" dirty="0">
                <a:solidFill>
                  <a:srgbClr val="0070C0"/>
                </a:solidFill>
              </a:rPr>
              <a:t> 		NUMBER AND LETTER ANALOGY</a:t>
            </a:r>
            <a:endParaRPr lang="en-IN" altLang="en-US" sz="3600" dirty="0">
              <a:solidFill>
                <a:srgbClr val="0070C0"/>
              </a:solidFill>
            </a:endParaRPr>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6994A83B-3F0A-4581-8F51-3AC6653BF9C6}"/>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FDDEFE61-88EF-4E5F-8F1E-3F125E9F68FB}"/>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0661" name="Rectangle 3">
            <a:extLst>
              <a:ext uri="{FF2B5EF4-FFF2-40B4-BE49-F238E27FC236}">
                <a16:creationId xmlns:a16="http://schemas.microsoft.com/office/drawing/2014/main" id="{B6A120AB-4938-4322-BF3C-33530ED86901}"/>
              </a:ext>
            </a:extLst>
          </p:cNvPr>
          <p:cNvSpPr>
            <a:spLocks noGrp="1" noChangeArrowheads="1"/>
          </p:cNvSpPr>
          <p:nvPr>
            <p:ph idx="1"/>
          </p:nvPr>
        </p:nvSpPr>
        <p:spPr bwMode="auto">
          <a:xfrm>
            <a:off x="1155426" y="1329927"/>
            <a:ext cx="10360025" cy="4525963"/>
          </a:xfrm>
        </p:spPr>
        <p:txBody>
          <a:bodyPr wrap="square" numCol="1" anchor="t" anchorCtr="0" compatLnSpc="1">
            <a:prstTxWarp prst="textNoShape">
              <a:avLst/>
            </a:prstTxWarp>
          </a:bodyPr>
          <a:lstStyle/>
          <a:p>
            <a:pPr marL="0" indent="0">
              <a:spcBef>
                <a:spcPct val="0"/>
              </a:spcBef>
              <a:buFont typeface="Wingdings" panose="05000000000000000000" pitchFamily="2" charset="2"/>
              <a:buNone/>
            </a:pPr>
            <a:r>
              <a:rPr lang="en-US" altLang="en-US" sz="2800" dirty="0">
                <a:solidFill>
                  <a:schemeClr val="tx2"/>
                </a:solidFill>
                <a:latin typeface="Times New Roman" panose="02020603050405020304" pitchFamily="18" charset="0"/>
                <a:cs typeface="Times New Roman" panose="02020603050405020304" pitchFamily="18" charset="0"/>
              </a:rPr>
              <a:t>19. 	2</a:t>
            </a:r>
            <a:r>
              <a:rPr lang="pt-BR" altLang="en-US" sz="2800" dirty="0">
                <a:solidFill>
                  <a:schemeClr val="tx2"/>
                </a:solidFill>
                <a:latin typeface="Times New Roman" panose="02020603050405020304" pitchFamily="18" charset="0"/>
                <a:cs typeface="Times New Roman" panose="02020603050405020304" pitchFamily="18" charset="0"/>
              </a:rPr>
              <a:t>4 : 36 : : _______ : 121</a:t>
            </a:r>
          </a:p>
          <a:p>
            <a:pPr marL="0" indent="0">
              <a:spcBef>
                <a:spcPct val="0"/>
              </a:spcBef>
              <a:buFont typeface="Wingdings" panose="05000000000000000000" pitchFamily="2" charset="2"/>
              <a:buNone/>
            </a:pPr>
            <a:endParaRPr lang="pt-BR" altLang="en-US" sz="28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r>
              <a:rPr lang="pt-BR" altLang="en-US" sz="2800" dirty="0">
                <a:solidFill>
                  <a:schemeClr val="tx2"/>
                </a:solidFill>
                <a:latin typeface="Times New Roman" panose="02020603050405020304" pitchFamily="18" charset="0"/>
                <a:cs typeface="Times New Roman" panose="02020603050405020304" pitchFamily="18" charset="0"/>
              </a:rPr>
              <a:t>		a. 25         	       b. 85        	         c. 64      	     d. 36</a:t>
            </a:r>
          </a:p>
          <a:p>
            <a:pPr marL="0" indent="0">
              <a:spcBef>
                <a:spcPct val="0"/>
              </a:spcBef>
              <a:buFont typeface="Wingdings" panose="05000000000000000000" pitchFamily="2" charset="2"/>
              <a:buNone/>
            </a:pPr>
            <a:endParaRPr lang="en-US" altLang="en-US" sz="5400" dirty="0">
              <a:solidFill>
                <a:srgbClr val="FF0000"/>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72A022BD-852E-4BEE-ACE4-EEEFF64EB582}"/>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70663" name="Picture 2" descr="KL Deemed to be University Logo">
            <a:extLst>
              <a:ext uri="{FF2B5EF4-FFF2-40B4-BE49-F238E27FC236}">
                <a16:creationId xmlns:a16="http://schemas.microsoft.com/office/drawing/2014/main" id="{D2F69138-81DD-4628-9195-0E4CF97A0E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FB87F36B-239E-4EE8-BE40-5646A3328F2E}"/>
              </a:ext>
            </a:extLst>
          </p:cNvPr>
          <p:cNvSpPr>
            <a:spLocks noGrp="1"/>
          </p:cNvSpPr>
          <p:nvPr>
            <p:ph type="dt" sz="quarter" idx="10"/>
          </p:nvPr>
        </p:nvSpPr>
        <p:spPr>
          <a:xfrm>
            <a:off x="241026" y="6356349"/>
            <a:ext cx="1828800" cy="365125"/>
          </a:xfrm>
        </p:spPr>
        <p:txBody>
          <a:bodyPr/>
          <a:lstStyle/>
          <a:p>
            <a:pPr>
              <a:defRPr/>
            </a:pPr>
            <a:fld id="{EFF52E31-BE98-4FD2-B0FC-EFDA25F1251B}" type="datetime1">
              <a:rPr lang="en-US" smtClean="0">
                <a:solidFill>
                  <a:srgbClr val="FF0000"/>
                </a:solidFill>
              </a:rPr>
              <a:t>12/3/2022</a:t>
            </a:fld>
            <a:endParaRPr lang="en-US" dirty="0">
              <a:solidFill>
                <a:srgbClr val="FF0000"/>
              </a:solidFill>
            </a:endParaRPr>
          </a:p>
        </p:txBody>
      </p:sp>
      <p:sp>
        <p:nvSpPr>
          <p:cNvPr id="70665" name="Slide Number Placeholder 2">
            <a:extLst>
              <a:ext uri="{FF2B5EF4-FFF2-40B4-BE49-F238E27FC236}">
                <a16:creationId xmlns:a16="http://schemas.microsoft.com/office/drawing/2014/main" id="{BEA437DC-D907-4358-8306-F9A2F2375C92}"/>
              </a:ext>
            </a:extLst>
          </p:cNvPr>
          <p:cNvSpPr>
            <a:spLocks noGrp="1" noChangeArrowheads="1"/>
          </p:cNvSpPr>
          <p:nvPr>
            <p:ph type="sldNum" sz="quarter" idx="12"/>
          </p:nvPr>
        </p:nvSpPr>
        <p:spPr bwMode="auto">
          <a:xfrm>
            <a:off x="10025856" y="6379746"/>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B5CA4EFF-2BF7-443C-94CF-C98FE1B3CD46}" type="slidenum">
              <a:rPr lang="en-US" altLang="en-US" sz="1200" smtClean="0">
                <a:solidFill>
                  <a:srgbClr val="FF0000"/>
                </a:solidFill>
              </a:rPr>
              <a:pPr>
                <a:lnSpc>
                  <a:spcPct val="100000"/>
                </a:lnSpc>
                <a:spcBef>
                  <a:spcPct val="0"/>
                </a:spcBef>
                <a:buFontTx/>
                <a:buNone/>
              </a:pPr>
              <a:t>27</a:t>
            </a:fld>
            <a:endParaRPr lang="en-US" altLang="en-US" sz="1200" dirty="0">
              <a:solidFill>
                <a:srgbClr val="FF0000"/>
              </a:solidFill>
            </a:endParaRPr>
          </a:p>
        </p:txBody>
      </p:sp>
      <p:sp>
        <p:nvSpPr>
          <p:cNvPr id="11" name="Title 1">
            <a:extLst>
              <a:ext uri="{FF2B5EF4-FFF2-40B4-BE49-F238E27FC236}">
                <a16:creationId xmlns:a16="http://schemas.microsoft.com/office/drawing/2014/main" id="{54D5EE0F-50F8-4435-B972-6DAF8BC4D5EF}"/>
              </a:ext>
            </a:extLst>
          </p:cNvPr>
          <p:cNvSpPr>
            <a:spLocks noGrp="1"/>
          </p:cNvSpPr>
          <p:nvPr>
            <p:ph type="title"/>
          </p:nvPr>
        </p:nvSpPr>
        <p:spPr>
          <a:xfrm>
            <a:off x="1051986" y="130847"/>
            <a:ext cx="9980613" cy="1098276"/>
          </a:xfrm>
        </p:spPr>
        <p:txBody>
          <a:bodyPr/>
          <a:lstStyle/>
          <a:p>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r>
              <a:rPr lang="en-IN" altLang="en-US" sz="3600" b="1" dirty="0">
                <a:solidFill>
                  <a:srgbClr val="0070C0"/>
                </a:solidFill>
              </a:rPr>
              <a:t> 		NUMBER AND LETTER ANALOGY</a:t>
            </a:r>
            <a:endParaRPr lang="en-IN" altLang="en-US" sz="3600" dirty="0">
              <a:solidFill>
                <a:srgbClr val="0070C0"/>
              </a:solidFill>
            </a:endParaRPr>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09C8C5B6-5B3C-47B7-956C-B1986254A3A1}"/>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BABC802E-D43D-4DD9-9014-6DE976BB0585}"/>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1685" name="Rectangle 3">
            <a:extLst>
              <a:ext uri="{FF2B5EF4-FFF2-40B4-BE49-F238E27FC236}">
                <a16:creationId xmlns:a16="http://schemas.microsoft.com/office/drawing/2014/main" id="{31D30FA0-CFDC-4814-80C7-B605F0B02372}"/>
              </a:ext>
            </a:extLst>
          </p:cNvPr>
          <p:cNvSpPr>
            <a:spLocks noGrp="1" noChangeArrowheads="1"/>
          </p:cNvSpPr>
          <p:nvPr>
            <p:ph idx="1"/>
          </p:nvPr>
        </p:nvSpPr>
        <p:spPr bwMode="auto">
          <a:xfrm>
            <a:off x="1107367" y="1382786"/>
            <a:ext cx="10360025" cy="4525963"/>
          </a:xfrm>
        </p:spPr>
        <p:txBody>
          <a:bodyPr wrap="square" numCol="1" anchor="t" anchorCtr="0" compatLnSpc="1">
            <a:prstTxWarp prst="textNoShape">
              <a:avLst/>
            </a:prstTxWarp>
            <a:normAutofit/>
          </a:bodyPr>
          <a:lstStyle/>
          <a:p>
            <a:pPr marL="0" indent="0">
              <a:spcBef>
                <a:spcPct val="0"/>
              </a:spcBef>
              <a:buFont typeface="Wingdings" panose="05000000000000000000" pitchFamily="2" charset="2"/>
              <a:buNone/>
            </a:pPr>
            <a:r>
              <a:rPr lang="pt-BR" altLang="en-US" sz="2400" dirty="0">
                <a:solidFill>
                  <a:schemeClr val="tx2"/>
                </a:solidFill>
                <a:latin typeface="Times New Roman" panose="02020603050405020304" pitchFamily="18" charset="0"/>
                <a:cs typeface="Times New Roman" panose="02020603050405020304" pitchFamily="18" charset="0"/>
              </a:rPr>
              <a:t>20. 	KDSTF : OEUUI : : TYSEL : _______</a:t>
            </a:r>
          </a:p>
          <a:p>
            <a:pPr marL="0" indent="0">
              <a:spcBef>
                <a:spcPct val="0"/>
              </a:spcBef>
              <a:buFont typeface="Wingdings" panose="05000000000000000000" pitchFamily="2" charset="2"/>
              <a:buNone/>
            </a:pPr>
            <a:endParaRPr lang="pt-BR"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r>
              <a:rPr lang="pt-BR" altLang="en-US" sz="2400" dirty="0">
                <a:solidFill>
                  <a:schemeClr val="tx2"/>
                </a:solidFill>
                <a:latin typeface="Times New Roman" panose="02020603050405020304" pitchFamily="18" charset="0"/>
                <a:cs typeface="Times New Roman" panose="02020603050405020304" pitchFamily="18" charset="0"/>
              </a:rPr>
              <a:t>	a. UAUIO         	b. UUUIO        	c. UAAIO     	    d. UAUOO</a:t>
            </a:r>
          </a:p>
          <a:p>
            <a:pPr marL="0" indent="0">
              <a:spcBef>
                <a:spcPct val="0"/>
              </a:spcBef>
              <a:buFont typeface="Wingdings" panose="05000000000000000000" pitchFamily="2" charset="2"/>
              <a:buNone/>
            </a:pPr>
            <a:endParaRPr lang="pt-BR"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endParaRPr lang="pt-BR"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r>
              <a:rPr lang="en-US" altLang="en-US" sz="2400" dirty="0">
                <a:solidFill>
                  <a:schemeClr val="tx2"/>
                </a:solidFill>
                <a:latin typeface="Times New Roman" panose="02020603050405020304" pitchFamily="18" charset="0"/>
                <a:cs typeface="Times New Roman" panose="02020603050405020304" pitchFamily="18" charset="0"/>
              </a:rPr>
              <a:t> </a:t>
            </a:r>
          </a:p>
          <a:p>
            <a:pPr marL="0" indent="0">
              <a:buFont typeface="Wingdings" panose="05000000000000000000" pitchFamily="2" charset="2"/>
              <a:buNone/>
            </a:pPr>
            <a:endParaRPr lang="en-US" altLang="en-US" sz="2400" dirty="0">
              <a:solidFill>
                <a:schemeClr val="tx2"/>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02A3B420-66F6-440A-99BF-4076A6729D20}"/>
              </a:ext>
            </a:extLst>
          </p:cNvPr>
          <p:cNvSpPr>
            <a:spLocks noGrp="1"/>
          </p:cNvSpPr>
          <p:nvPr>
            <p:ph type="ftr" sz="quarter" idx="11"/>
          </p:nvPr>
        </p:nvSpPr>
        <p:spPr>
          <a:xfrm>
            <a:off x="2932906" y="6446178"/>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71687" name="Picture 2" descr="KL Deemed to be University Logo">
            <a:extLst>
              <a:ext uri="{FF2B5EF4-FFF2-40B4-BE49-F238E27FC236}">
                <a16:creationId xmlns:a16="http://schemas.microsoft.com/office/drawing/2014/main" id="{51ADCDD6-95C1-48F5-9F93-DB23239535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7481F0C1-E2E6-45C9-8D3A-173168723574}"/>
              </a:ext>
            </a:extLst>
          </p:cNvPr>
          <p:cNvSpPr>
            <a:spLocks noGrp="1"/>
          </p:cNvSpPr>
          <p:nvPr>
            <p:ph type="dt" sz="quarter" idx="10"/>
          </p:nvPr>
        </p:nvSpPr>
        <p:spPr>
          <a:xfrm>
            <a:off x="190500" y="6396306"/>
            <a:ext cx="1828800" cy="365125"/>
          </a:xfrm>
        </p:spPr>
        <p:txBody>
          <a:bodyPr/>
          <a:lstStyle/>
          <a:p>
            <a:pPr>
              <a:defRPr/>
            </a:pPr>
            <a:fld id="{C88FFF66-A852-4CB3-B3E9-35BA6865D83C}" type="datetime1">
              <a:rPr lang="en-US" smtClean="0">
                <a:solidFill>
                  <a:srgbClr val="FF0000"/>
                </a:solidFill>
              </a:rPr>
              <a:t>12/3/2022</a:t>
            </a:fld>
            <a:endParaRPr lang="en-US" dirty="0">
              <a:solidFill>
                <a:srgbClr val="FF0000"/>
              </a:solidFill>
            </a:endParaRPr>
          </a:p>
        </p:txBody>
      </p:sp>
      <p:sp>
        <p:nvSpPr>
          <p:cNvPr id="71689" name="Slide Number Placeholder 2">
            <a:extLst>
              <a:ext uri="{FF2B5EF4-FFF2-40B4-BE49-F238E27FC236}">
                <a16:creationId xmlns:a16="http://schemas.microsoft.com/office/drawing/2014/main" id="{C54A3599-B0B6-4C23-BFF9-845E48A5E9E2}"/>
              </a:ext>
            </a:extLst>
          </p:cNvPr>
          <p:cNvSpPr>
            <a:spLocks noGrp="1" noChangeArrowheads="1"/>
          </p:cNvSpPr>
          <p:nvPr>
            <p:ph type="sldNum" sz="quarter" idx="12"/>
          </p:nvPr>
        </p:nvSpPr>
        <p:spPr bwMode="auto">
          <a:xfrm>
            <a:off x="10025856" y="6396306"/>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F30EF148-A6E2-45CE-83EE-6950DFA29064}" type="slidenum">
              <a:rPr lang="en-US" altLang="en-US" sz="1200" smtClean="0">
                <a:solidFill>
                  <a:srgbClr val="FF0000"/>
                </a:solidFill>
              </a:rPr>
              <a:pPr>
                <a:lnSpc>
                  <a:spcPct val="100000"/>
                </a:lnSpc>
                <a:spcBef>
                  <a:spcPct val="0"/>
                </a:spcBef>
                <a:buFontTx/>
                <a:buNone/>
              </a:pPr>
              <a:t>28</a:t>
            </a:fld>
            <a:endParaRPr lang="en-US" altLang="en-US" sz="1200" dirty="0">
              <a:solidFill>
                <a:srgbClr val="FF0000"/>
              </a:solidFill>
            </a:endParaRPr>
          </a:p>
        </p:txBody>
      </p:sp>
      <p:sp>
        <p:nvSpPr>
          <p:cNvPr id="11" name="Title 1">
            <a:extLst>
              <a:ext uri="{FF2B5EF4-FFF2-40B4-BE49-F238E27FC236}">
                <a16:creationId xmlns:a16="http://schemas.microsoft.com/office/drawing/2014/main" id="{0105027A-C168-46DC-ACCB-CD7ACE5897B5}"/>
              </a:ext>
            </a:extLst>
          </p:cNvPr>
          <p:cNvSpPr>
            <a:spLocks noGrp="1"/>
          </p:cNvSpPr>
          <p:nvPr>
            <p:ph type="title"/>
          </p:nvPr>
        </p:nvSpPr>
        <p:spPr>
          <a:xfrm>
            <a:off x="1104900" y="163650"/>
            <a:ext cx="9980613" cy="1098276"/>
          </a:xfrm>
        </p:spPr>
        <p:txBody>
          <a:bodyPr/>
          <a:lstStyle/>
          <a:p>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r>
              <a:rPr lang="en-IN" altLang="en-US" sz="3600" b="1" dirty="0">
                <a:solidFill>
                  <a:srgbClr val="0070C0"/>
                </a:solidFill>
              </a:rPr>
              <a:t> 		NUMBER AND LETTER ANALOGY</a:t>
            </a:r>
            <a:endParaRPr lang="en-IN" altLang="en-US" sz="3600" dirty="0">
              <a:solidFill>
                <a:srgbClr val="0070C0"/>
              </a:solidFill>
            </a:endParaRPr>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3A1CEB39-D632-4477-B33D-79B3DEF11020}"/>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17130BF8-D2BF-41CA-9F88-B0BE1C2938A3}"/>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3733" name="Rectangle 3">
            <a:extLst>
              <a:ext uri="{FF2B5EF4-FFF2-40B4-BE49-F238E27FC236}">
                <a16:creationId xmlns:a16="http://schemas.microsoft.com/office/drawing/2014/main" id="{E7FDD03A-A714-497A-8771-18A6B2A29CBD}"/>
              </a:ext>
            </a:extLst>
          </p:cNvPr>
          <p:cNvSpPr>
            <a:spLocks noGrp="1" noChangeArrowheads="1"/>
          </p:cNvSpPr>
          <p:nvPr>
            <p:ph idx="1"/>
          </p:nvPr>
        </p:nvSpPr>
        <p:spPr bwMode="auto">
          <a:xfrm>
            <a:off x="1126588" y="1396854"/>
            <a:ext cx="10360025" cy="4525963"/>
          </a:xfrm>
        </p:spPr>
        <p:txBody>
          <a:bodyPr wrap="square" numCol="1" anchor="t" anchorCtr="0" compatLnSpc="1">
            <a:prstTxWarp prst="textNoShape">
              <a:avLst/>
            </a:prstTxWarp>
            <a:normAutofit/>
          </a:bodyPr>
          <a:lstStyle/>
          <a:p>
            <a:pPr marL="0" indent="0">
              <a:spcBef>
                <a:spcPct val="0"/>
              </a:spcBef>
              <a:buFont typeface="Wingdings" panose="05000000000000000000" pitchFamily="2" charset="2"/>
              <a:buNone/>
            </a:pPr>
            <a:r>
              <a:rPr lang="en-US" altLang="en-US" sz="2400" dirty="0">
                <a:solidFill>
                  <a:schemeClr val="tx2"/>
                </a:solidFill>
                <a:latin typeface="Times New Roman" panose="02020603050405020304" pitchFamily="18" charset="0"/>
                <a:cs typeface="Times New Roman" panose="02020603050405020304" pitchFamily="18" charset="0"/>
              </a:rPr>
              <a:t>21. 	NATURE : PEVASI :: ISOMERS :_______</a:t>
            </a:r>
          </a:p>
          <a:p>
            <a:pPr marL="0" indent="0">
              <a:spcBef>
                <a:spcPct val="0"/>
              </a:spcBef>
              <a:buFont typeface="Wingdings" panose="05000000000000000000" pitchFamily="2" charset="2"/>
              <a:buNone/>
            </a:pPr>
            <a:endParaRPr lang="en-US"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r>
              <a:rPr lang="en-US" altLang="en-US" sz="2400" dirty="0">
                <a:solidFill>
                  <a:schemeClr val="tx2"/>
                </a:solidFill>
                <a:latin typeface="Times New Roman" panose="02020603050405020304" pitchFamily="18" charset="0"/>
                <a:cs typeface="Times New Roman" panose="02020603050405020304" pitchFamily="18" charset="0"/>
              </a:rPr>
              <a:t>	a. OTUNJTV      b. OTUNIST	c. PUVNJST	d. OVTNJST</a:t>
            </a:r>
          </a:p>
          <a:p>
            <a:pPr marL="0" indent="0">
              <a:spcBef>
                <a:spcPct val="0"/>
              </a:spcBef>
              <a:buFont typeface="Wingdings" panose="05000000000000000000" pitchFamily="2" charset="2"/>
              <a:buNone/>
            </a:pPr>
            <a:endParaRPr lang="en-US"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endParaRPr lang="en-US" altLang="en-US" sz="2400" dirty="0">
              <a:solidFill>
                <a:srgbClr val="FF0000"/>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pPr>
            <a:endParaRPr lang="en-US" altLang="en-US" sz="2400"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31F84005-AAE6-44FE-945B-D8C50E63E06D}"/>
              </a:ext>
            </a:extLst>
          </p:cNvPr>
          <p:cNvSpPr>
            <a:spLocks noGrp="1"/>
          </p:cNvSpPr>
          <p:nvPr>
            <p:ph type="ftr" sz="quarter" idx="11"/>
          </p:nvPr>
        </p:nvSpPr>
        <p:spPr>
          <a:xfrm>
            <a:off x="2933700" y="633554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73735" name="Picture 2" descr="KL Deemed to be University Logo">
            <a:extLst>
              <a:ext uri="{FF2B5EF4-FFF2-40B4-BE49-F238E27FC236}">
                <a16:creationId xmlns:a16="http://schemas.microsoft.com/office/drawing/2014/main" id="{B575C2BC-DF3E-42DC-A858-5A850F1524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C40A3EFD-4C51-46EE-8C6D-237AFCB6D99F}"/>
              </a:ext>
            </a:extLst>
          </p:cNvPr>
          <p:cNvSpPr>
            <a:spLocks noGrp="1"/>
          </p:cNvSpPr>
          <p:nvPr>
            <p:ph type="dt" sz="quarter" idx="10"/>
          </p:nvPr>
        </p:nvSpPr>
        <p:spPr>
          <a:xfrm>
            <a:off x="212188" y="6354103"/>
            <a:ext cx="1828800" cy="365125"/>
          </a:xfrm>
        </p:spPr>
        <p:txBody>
          <a:bodyPr/>
          <a:lstStyle/>
          <a:p>
            <a:pPr>
              <a:defRPr/>
            </a:pPr>
            <a:fld id="{5EE477CC-F7B9-4475-AAE7-89A97E056298}" type="datetime1">
              <a:rPr lang="en-US" smtClean="0">
                <a:solidFill>
                  <a:srgbClr val="FF0000"/>
                </a:solidFill>
              </a:rPr>
              <a:t>12/3/2022</a:t>
            </a:fld>
            <a:endParaRPr lang="en-US" dirty="0">
              <a:solidFill>
                <a:srgbClr val="FF0000"/>
              </a:solidFill>
            </a:endParaRPr>
          </a:p>
        </p:txBody>
      </p:sp>
      <p:sp>
        <p:nvSpPr>
          <p:cNvPr id="73737" name="Slide Number Placeholder 2">
            <a:extLst>
              <a:ext uri="{FF2B5EF4-FFF2-40B4-BE49-F238E27FC236}">
                <a16:creationId xmlns:a16="http://schemas.microsoft.com/office/drawing/2014/main" id="{4CF1B8BC-2A24-4CC7-B677-1A9C51AD96D5}"/>
              </a:ext>
            </a:extLst>
          </p:cNvPr>
          <p:cNvSpPr>
            <a:spLocks noGrp="1" noChangeArrowheads="1"/>
          </p:cNvSpPr>
          <p:nvPr>
            <p:ph type="sldNum" sz="quarter" idx="12"/>
          </p:nvPr>
        </p:nvSpPr>
        <p:spPr bwMode="auto">
          <a:xfrm>
            <a:off x="10151012" y="6335541"/>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6C9D37D4-9BFE-4519-BFFC-293AF02BE27E}" type="slidenum">
              <a:rPr lang="en-US" altLang="en-US" sz="1200" smtClean="0">
                <a:solidFill>
                  <a:srgbClr val="FF0000"/>
                </a:solidFill>
              </a:rPr>
              <a:pPr>
                <a:lnSpc>
                  <a:spcPct val="100000"/>
                </a:lnSpc>
                <a:spcBef>
                  <a:spcPct val="0"/>
                </a:spcBef>
                <a:buFontTx/>
                <a:buNone/>
              </a:pPr>
              <a:t>29</a:t>
            </a:fld>
            <a:endParaRPr lang="en-US" altLang="en-US" sz="1200" dirty="0">
              <a:solidFill>
                <a:srgbClr val="FF0000"/>
              </a:solidFill>
            </a:endParaRPr>
          </a:p>
        </p:txBody>
      </p:sp>
      <p:sp>
        <p:nvSpPr>
          <p:cNvPr id="11" name="Title 1">
            <a:extLst>
              <a:ext uri="{FF2B5EF4-FFF2-40B4-BE49-F238E27FC236}">
                <a16:creationId xmlns:a16="http://schemas.microsoft.com/office/drawing/2014/main" id="{0B267C8E-60E8-434F-A90C-3BACF1306BFF}"/>
              </a:ext>
            </a:extLst>
          </p:cNvPr>
          <p:cNvSpPr>
            <a:spLocks noGrp="1"/>
          </p:cNvSpPr>
          <p:nvPr>
            <p:ph type="title"/>
          </p:nvPr>
        </p:nvSpPr>
        <p:spPr>
          <a:xfrm>
            <a:off x="1104900" y="119190"/>
            <a:ext cx="9980613" cy="1098276"/>
          </a:xfrm>
        </p:spPr>
        <p:txBody>
          <a:bodyPr/>
          <a:lstStyle/>
          <a:p>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r>
              <a:rPr lang="en-IN" altLang="en-US" sz="3600" b="1" dirty="0">
                <a:solidFill>
                  <a:srgbClr val="0070C0"/>
                </a:solidFill>
              </a:rPr>
              <a:t> 		NUMBER AND LETTER ANALOGY</a:t>
            </a:r>
            <a:endParaRPr lang="en-IN" altLang="en-US" sz="3600" dirty="0">
              <a:solidFill>
                <a:srgbClr val="0070C0"/>
              </a:solidFill>
            </a:endParaRPr>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281733D3-B0A0-4C09-ABC6-CCCA1153BC68}"/>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47D4DD99-82FA-4FA5-9C2E-11DE0D4954DC}"/>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5781" name="Rectangle 3">
            <a:extLst>
              <a:ext uri="{FF2B5EF4-FFF2-40B4-BE49-F238E27FC236}">
                <a16:creationId xmlns:a16="http://schemas.microsoft.com/office/drawing/2014/main" id="{A4B346E5-1B7B-42B5-AC1D-535D916704F9}"/>
              </a:ext>
            </a:extLst>
          </p:cNvPr>
          <p:cNvSpPr>
            <a:spLocks noGrp="1" noChangeArrowheads="1"/>
          </p:cNvSpPr>
          <p:nvPr>
            <p:ph idx="1"/>
          </p:nvPr>
        </p:nvSpPr>
        <p:spPr bwMode="auto">
          <a:xfrm>
            <a:off x="1104900" y="1387475"/>
            <a:ext cx="10675523" cy="4525963"/>
          </a:xfrm>
        </p:spPr>
        <p:txBody>
          <a:bodyPr wrap="square" numCol="1" anchor="t" anchorCtr="0" compatLnSpc="1">
            <a:prstTxWarp prst="textNoShape">
              <a:avLst/>
            </a:prstTxWarp>
            <a:normAutofit/>
          </a:bodyPr>
          <a:lstStyle/>
          <a:p>
            <a:pPr marL="0" indent="0">
              <a:spcBef>
                <a:spcPct val="0"/>
              </a:spcBef>
              <a:buFont typeface="Wingdings" panose="05000000000000000000" pitchFamily="2" charset="2"/>
              <a:buNone/>
            </a:pPr>
            <a:r>
              <a:rPr lang="en-US" altLang="en-US" sz="2400" dirty="0">
                <a:solidFill>
                  <a:schemeClr val="tx2"/>
                </a:solidFill>
                <a:latin typeface="Times New Roman" panose="02020603050405020304" pitchFamily="18" charset="0"/>
                <a:cs typeface="Times New Roman" panose="02020603050405020304" pitchFamily="18" charset="0"/>
              </a:rPr>
              <a:t>22. 	DELHI : EDMGJ : : COCHIN : ?  </a:t>
            </a:r>
          </a:p>
          <a:p>
            <a:pPr marL="0" indent="0">
              <a:spcBef>
                <a:spcPct val="0"/>
              </a:spcBef>
              <a:buFont typeface="Wingdings" panose="05000000000000000000" pitchFamily="2" charset="2"/>
              <a:buNone/>
            </a:pPr>
            <a:endParaRPr lang="en-US" altLang="en-US" sz="2400" dirty="0">
              <a:solidFill>
                <a:schemeClr val="tx2"/>
              </a:solidFill>
              <a:latin typeface="Times New Roman" panose="02020603050405020304" pitchFamily="18" charset="0"/>
              <a:cs typeface="Times New Roman" panose="02020603050405020304" pitchFamily="18" charset="0"/>
            </a:endParaRPr>
          </a:p>
          <a:p>
            <a:pPr marL="0" indent="0">
              <a:spcBef>
                <a:spcPct val="0"/>
              </a:spcBef>
              <a:buFont typeface="Wingdings" panose="05000000000000000000" pitchFamily="2" charset="2"/>
              <a:buNone/>
            </a:pPr>
            <a:r>
              <a:rPr lang="en-US" altLang="en-US" sz="2400" dirty="0">
                <a:solidFill>
                  <a:schemeClr val="tx2"/>
                </a:solidFill>
                <a:latin typeface="Times New Roman" panose="02020603050405020304" pitchFamily="18" charset="0"/>
                <a:cs typeface="Times New Roman" panose="02020603050405020304" pitchFamily="18" charset="0"/>
              </a:rPr>
              <a:t> 	a. DODIKO        	b. BPBIHM         	c. DNDGJM               d. BPBIJN</a:t>
            </a:r>
          </a:p>
          <a:p>
            <a:pPr marL="0" indent="0">
              <a:buFont typeface="Wingdings" panose="05000000000000000000" pitchFamily="2" charset="2"/>
              <a:buNone/>
            </a:pPr>
            <a:endParaRPr lang="en-US" altLang="en-US" sz="2400"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57710893-43E0-4E8A-A698-AEE54A4269CB}"/>
              </a:ext>
            </a:extLst>
          </p:cNvPr>
          <p:cNvSpPr>
            <a:spLocks noGrp="1"/>
          </p:cNvSpPr>
          <p:nvPr>
            <p:ph type="ftr" sz="quarter" idx="11"/>
          </p:nvPr>
        </p:nvSpPr>
        <p:spPr>
          <a:xfrm>
            <a:off x="2933700" y="6427586"/>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75783" name="Picture 2" descr="KL Deemed to be University Logo">
            <a:extLst>
              <a:ext uri="{FF2B5EF4-FFF2-40B4-BE49-F238E27FC236}">
                <a16:creationId xmlns:a16="http://schemas.microsoft.com/office/drawing/2014/main" id="{F6DEBB8F-11E0-4A91-A05A-8650808E45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01BE18DD-AAAB-4A74-B390-9F0C9FCD064C}"/>
              </a:ext>
            </a:extLst>
          </p:cNvPr>
          <p:cNvSpPr>
            <a:spLocks noGrp="1"/>
          </p:cNvSpPr>
          <p:nvPr>
            <p:ph type="dt" sz="quarter" idx="10"/>
          </p:nvPr>
        </p:nvSpPr>
        <p:spPr>
          <a:xfrm>
            <a:off x="190500" y="6356349"/>
            <a:ext cx="1828800" cy="365125"/>
          </a:xfrm>
        </p:spPr>
        <p:txBody>
          <a:bodyPr/>
          <a:lstStyle/>
          <a:p>
            <a:pPr>
              <a:defRPr/>
            </a:pPr>
            <a:fld id="{4991A07A-3C7B-40B3-BA67-6A491EBBE476}" type="datetime1">
              <a:rPr lang="en-US" smtClean="0">
                <a:solidFill>
                  <a:srgbClr val="FF0000"/>
                </a:solidFill>
              </a:rPr>
              <a:t>12/3/2022</a:t>
            </a:fld>
            <a:endParaRPr lang="en-US" dirty="0">
              <a:solidFill>
                <a:srgbClr val="FF0000"/>
              </a:solidFill>
            </a:endParaRPr>
          </a:p>
        </p:txBody>
      </p:sp>
      <p:sp>
        <p:nvSpPr>
          <p:cNvPr id="75785" name="Slide Number Placeholder 2">
            <a:extLst>
              <a:ext uri="{FF2B5EF4-FFF2-40B4-BE49-F238E27FC236}">
                <a16:creationId xmlns:a16="http://schemas.microsoft.com/office/drawing/2014/main" id="{E23FECAE-C28B-4678-88A7-B9E3332FD355}"/>
              </a:ext>
            </a:extLst>
          </p:cNvPr>
          <p:cNvSpPr>
            <a:spLocks noGrp="1" noChangeArrowheads="1"/>
          </p:cNvSpPr>
          <p:nvPr>
            <p:ph type="sldNum" sz="quarter" idx="12"/>
          </p:nvPr>
        </p:nvSpPr>
        <p:spPr bwMode="auto">
          <a:xfrm>
            <a:off x="10172700" y="6356349"/>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63554273-2A2C-46FE-AEAF-26FC815F6C20}" type="slidenum">
              <a:rPr lang="en-US" altLang="en-US" sz="1200" smtClean="0">
                <a:solidFill>
                  <a:srgbClr val="FF0000"/>
                </a:solidFill>
              </a:rPr>
              <a:pPr>
                <a:lnSpc>
                  <a:spcPct val="100000"/>
                </a:lnSpc>
                <a:spcBef>
                  <a:spcPct val="0"/>
                </a:spcBef>
                <a:buFontTx/>
                <a:buNone/>
              </a:pPr>
              <a:t>30</a:t>
            </a:fld>
            <a:endParaRPr lang="en-US" altLang="en-US" sz="1200" dirty="0">
              <a:solidFill>
                <a:srgbClr val="FF0000"/>
              </a:solidFill>
            </a:endParaRPr>
          </a:p>
        </p:txBody>
      </p:sp>
      <p:sp>
        <p:nvSpPr>
          <p:cNvPr id="11" name="Title 1">
            <a:extLst>
              <a:ext uri="{FF2B5EF4-FFF2-40B4-BE49-F238E27FC236}">
                <a16:creationId xmlns:a16="http://schemas.microsoft.com/office/drawing/2014/main" id="{FE016725-7C39-469C-ACBA-DAD282010109}"/>
              </a:ext>
            </a:extLst>
          </p:cNvPr>
          <p:cNvSpPr>
            <a:spLocks noGrp="1"/>
          </p:cNvSpPr>
          <p:nvPr>
            <p:ph type="title"/>
          </p:nvPr>
        </p:nvSpPr>
        <p:spPr>
          <a:xfrm>
            <a:off x="973138" y="247851"/>
            <a:ext cx="9980613" cy="1098276"/>
          </a:xfrm>
        </p:spPr>
        <p:txBody>
          <a:bodyPr/>
          <a:lstStyle/>
          <a:p>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r>
              <a:rPr lang="en-IN" altLang="en-US" sz="3600" b="1" dirty="0">
                <a:solidFill>
                  <a:srgbClr val="0070C0"/>
                </a:solidFill>
              </a:rPr>
              <a:t> 		NUMBER AND LETTER ANALOGY</a:t>
            </a:r>
            <a:endParaRPr lang="en-IN" altLang="en-US" sz="3600" dirty="0">
              <a:solidFill>
                <a:srgbClr val="0070C0"/>
              </a:solidFill>
            </a:endParaRPr>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06943BEF-372C-4201-B8E5-6DA5CA88F673}"/>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64711967-2EB5-4219-83EA-1B899408DC44}"/>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7829" name="Rectangle 3">
            <a:extLst>
              <a:ext uri="{FF2B5EF4-FFF2-40B4-BE49-F238E27FC236}">
                <a16:creationId xmlns:a16="http://schemas.microsoft.com/office/drawing/2014/main" id="{EA452D5F-136A-4F3A-912E-EB11649BD207}"/>
              </a:ext>
            </a:extLst>
          </p:cNvPr>
          <p:cNvSpPr>
            <a:spLocks noGrp="1" noChangeArrowheads="1"/>
          </p:cNvSpPr>
          <p:nvPr>
            <p:ph idx="1"/>
          </p:nvPr>
        </p:nvSpPr>
        <p:spPr bwMode="auto">
          <a:xfrm>
            <a:off x="1141768" y="1368718"/>
            <a:ext cx="10360025" cy="4525963"/>
          </a:xfrm>
        </p:spPr>
        <p:txBody>
          <a:bodyPr wrap="square" numCol="1" anchor="t" anchorCtr="0" compatLnSpc="1">
            <a:prstTxWarp prst="textNoShape">
              <a:avLst/>
            </a:prstTxWarp>
            <a:normAutofit/>
          </a:bodyPr>
          <a:lstStyle/>
          <a:p>
            <a:pPr marL="0" indent="0">
              <a:buFont typeface="Wingdings" panose="05000000000000000000" pitchFamily="2" charset="2"/>
              <a:buNone/>
            </a:pPr>
            <a:r>
              <a:rPr lang="nl-NL" altLang="en-US" sz="2400" dirty="0">
                <a:solidFill>
                  <a:schemeClr val="tx2"/>
                </a:solidFill>
                <a:latin typeface="Times New Roman" panose="02020603050405020304" pitchFamily="18" charset="0"/>
                <a:cs typeface="Times New Roman" panose="02020603050405020304" pitchFamily="18" charset="0"/>
              </a:rPr>
              <a:t>23. 	Hand : Fingers : : Leg : ________</a:t>
            </a:r>
          </a:p>
          <a:p>
            <a:pPr marL="0" indent="0">
              <a:buFont typeface="Wingdings" panose="05000000000000000000" pitchFamily="2" charset="2"/>
              <a:buNone/>
            </a:pPr>
            <a:r>
              <a:rPr lang="nl-NL" altLang="en-US" sz="2400" dirty="0">
                <a:solidFill>
                  <a:schemeClr val="tx2"/>
                </a:solidFill>
                <a:latin typeface="Times New Roman" panose="02020603050405020304" pitchFamily="18" charset="0"/>
                <a:cs typeface="Times New Roman" panose="02020603050405020304" pitchFamily="18" charset="0"/>
              </a:rPr>
              <a:t>	a. Knuckles      	b. Knee             	c. Toes           	d. Heel</a:t>
            </a:r>
          </a:p>
          <a:p>
            <a:pPr marL="0" indent="0">
              <a:buFont typeface="Wingdings" panose="05000000000000000000" pitchFamily="2" charset="2"/>
              <a:buNone/>
            </a:pPr>
            <a:endParaRPr lang="en-US" altLang="en-US" sz="1600" dirty="0">
              <a:solidFill>
                <a:schemeClr val="tx2"/>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669B4352-2EE9-4B56-A32D-7E8583267D5C}"/>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77831" name="Picture 2" descr="KL Deemed to be University Logo">
            <a:extLst>
              <a:ext uri="{FF2B5EF4-FFF2-40B4-BE49-F238E27FC236}">
                <a16:creationId xmlns:a16="http://schemas.microsoft.com/office/drawing/2014/main" id="{7F7447DB-B7DD-4AEF-B35A-27C21523F8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8371B416-CFBB-45CD-B506-A34895F33799}"/>
              </a:ext>
            </a:extLst>
          </p:cNvPr>
          <p:cNvSpPr>
            <a:spLocks noGrp="1"/>
          </p:cNvSpPr>
          <p:nvPr>
            <p:ph type="dt" sz="quarter" idx="10"/>
          </p:nvPr>
        </p:nvSpPr>
        <p:spPr>
          <a:xfrm>
            <a:off x="227368" y="6438900"/>
            <a:ext cx="1828800" cy="365125"/>
          </a:xfrm>
        </p:spPr>
        <p:txBody>
          <a:bodyPr/>
          <a:lstStyle/>
          <a:p>
            <a:pPr>
              <a:defRPr/>
            </a:pPr>
            <a:fld id="{A1C7913A-7DC4-4EFD-B311-ACCF6D119635}" type="datetime1">
              <a:rPr lang="en-US" smtClean="0">
                <a:solidFill>
                  <a:srgbClr val="FF0000"/>
                </a:solidFill>
              </a:rPr>
              <a:t>12/3/2022</a:t>
            </a:fld>
            <a:endParaRPr lang="en-US" dirty="0">
              <a:solidFill>
                <a:srgbClr val="FF0000"/>
              </a:solidFill>
            </a:endParaRPr>
          </a:p>
        </p:txBody>
      </p:sp>
      <p:sp>
        <p:nvSpPr>
          <p:cNvPr id="77833" name="Slide Number Placeholder 2">
            <a:extLst>
              <a:ext uri="{FF2B5EF4-FFF2-40B4-BE49-F238E27FC236}">
                <a16:creationId xmlns:a16="http://schemas.microsoft.com/office/drawing/2014/main" id="{508A5243-AA93-400A-A86A-7FBD9DA7D224}"/>
              </a:ext>
            </a:extLst>
          </p:cNvPr>
          <p:cNvSpPr>
            <a:spLocks noGrp="1" noChangeArrowheads="1"/>
          </p:cNvSpPr>
          <p:nvPr>
            <p:ph type="sldNum" sz="quarter" idx="12"/>
          </p:nvPr>
        </p:nvSpPr>
        <p:spPr bwMode="auto">
          <a:xfrm>
            <a:off x="10135832" y="6434723"/>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A7ADC055-0D2F-4225-BCEF-AB15AD9E7350}" type="slidenum">
              <a:rPr lang="en-US" altLang="en-US" sz="1200" smtClean="0">
                <a:solidFill>
                  <a:srgbClr val="FF0000"/>
                </a:solidFill>
              </a:rPr>
              <a:pPr>
                <a:lnSpc>
                  <a:spcPct val="100000"/>
                </a:lnSpc>
                <a:spcBef>
                  <a:spcPct val="0"/>
                </a:spcBef>
                <a:buFontTx/>
                <a:buNone/>
              </a:pPr>
              <a:t>31</a:t>
            </a:fld>
            <a:endParaRPr lang="en-US" altLang="en-US" sz="1200" dirty="0">
              <a:solidFill>
                <a:srgbClr val="FF0000"/>
              </a:solidFill>
            </a:endParaRPr>
          </a:p>
        </p:txBody>
      </p:sp>
      <p:sp>
        <p:nvSpPr>
          <p:cNvPr id="11" name="Title 1">
            <a:extLst>
              <a:ext uri="{FF2B5EF4-FFF2-40B4-BE49-F238E27FC236}">
                <a16:creationId xmlns:a16="http://schemas.microsoft.com/office/drawing/2014/main" id="{F9044281-3050-44B0-B0D5-90854BBA68E1}"/>
              </a:ext>
            </a:extLst>
          </p:cNvPr>
          <p:cNvSpPr>
            <a:spLocks noGrp="1"/>
          </p:cNvSpPr>
          <p:nvPr>
            <p:ph type="title"/>
          </p:nvPr>
        </p:nvSpPr>
        <p:spPr>
          <a:xfrm>
            <a:off x="1104900" y="190491"/>
            <a:ext cx="9980613" cy="1098276"/>
          </a:xfrm>
        </p:spPr>
        <p:txBody>
          <a:bodyPr/>
          <a:lstStyle/>
          <a:p>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br>
              <a:rPr lang="en-IN" altLang="en-US" sz="3600" b="1" dirty="0">
                <a:solidFill>
                  <a:srgbClr val="0070C0"/>
                </a:solidFill>
              </a:rPr>
            </a:br>
            <a:r>
              <a:rPr lang="en-IN" altLang="en-US" sz="3600" b="1" dirty="0">
                <a:solidFill>
                  <a:srgbClr val="0070C0"/>
                </a:solidFill>
              </a:rPr>
              <a:t> 		NUMBER AND LETTER ANALOGY</a:t>
            </a:r>
            <a:endParaRPr lang="en-IN" altLang="en-US" sz="3600" dirty="0">
              <a:solidFill>
                <a:srgbClr val="0070C0"/>
              </a:solidFill>
            </a:endParaRPr>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076A9C57-4B11-4A43-91B4-08FDD98E4D77}"/>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AB16790F-291D-44A3-8C70-67CE751D5786}"/>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9877" name="Rectangle 3">
            <a:extLst>
              <a:ext uri="{FF2B5EF4-FFF2-40B4-BE49-F238E27FC236}">
                <a16:creationId xmlns:a16="http://schemas.microsoft.com/office/drawing/2014/main" id="{C1B61A6A-F9F6-4A66-9C7D-994F8B603759}"/>
              </a:ext>
            </a:extLst>
          </p:cNvPr>
          <p:cNvSpPr>
            <a:spLocks noGrp="1" noChangeArrowheads="1"/>
          </p:cNvSpPr>
          <p:nvPr>
            <p:ph idx="1"/>
          </p:nvPr>
        </p:nvSpPr>
        <p:spPr bwMode="auto">
          <a:xfrm>
            <a:off x="1099750" y="1326512"/>
            <a:ext cx="10360025" cy="4525963"/>
          </a:xfrm>
        </p:spPr>
        <p:txBody>
          <a:bodyPr wrap="square" numCol="1" anchor="t" anchorCtr="0" compatLnSpc="1">
            <a:prstTxWarp prst="textNoShape">
              <a:avLst/>
            </a:prstTxWarp>
            <a:normAutofit/>
          </a:bodyPr>
          <a:lstStyle/>
          <a:p>
            <a:pPr marL="0" indent="0">
              <a:buFont typeface="Wingdings" panose="05000000000000000000" pitchFamily="2" charset="2"/>
              <a:buNone/>
            </a:pPr>
            <a:r>
              <a:rPr lang="en-US" altLang="en-US" sz="2400" dirty="0">
                <a:solidFill>
                  <a:schemeClr val="tx2"/>
                </a:solidFill>
                <a:latin typeface="Times New Roman" panose="02020603050405020304" pitchFamily="18" charset="0"/>
                <a:cs typeface="Times New Roman" panose="02020603050405020304" pitchFamily="18" charset="0"/>
              </a:rPr>
              <a:t>24. 	Nut : Shell : : Seed : _______</a:t>
            </a:r>
          </a:p>
          <a:p>
            <a:pPr marL="0" indent="0">
              <a:buFont typeface="Wingdings" panose="05000000000000000000" pitchFamily="2" charset="2"/>
              <a:buNone/>
            </a:pPr>
            <a:r>
              <a:rPr lang="en-US" altLang="en-US" sz="2400" dirty="0">
                <a:solidFill>
                  <a:schemeClr val="tx2"/>
                </a:solidFill>
                <a:latin typeface="Times New Roman" panose="02020603050405020304" pitchFamily="18" charset="0"/>
                <a:cs typeface="Times New Roman" panose="02020603050405020304" pitchFamily="18" charset="0"/>
              </a:rPr>
              <a:t>	a. Plant           		 b. Tree             	c. Fruit            	          d. Sapling</a:t>
            </a:r>
          </a:p>
          <a:p>
            <a:pPr marL="0" indent="0">
              <a:buFont typeface="Wingdings" panose="05000000000000000000" pitchFamily="2" charset="2"/>
              <a:buNone/>
            </a:pPr>
            <a:endParaRPr lang="en-US" altLang="en-US" sz="2400" dirty="0">
              <a:solidFill>
                <a:schemeClr val="tx2"/>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pPr>
            <a:endParaRPr lang="en-US" altLang="en-US" sz="2400" dirty="0">
              <a:solidFill>
                <a:schemeClr val="tx2"/>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701834A4-F8C4-4B70-B203-452ED6CE8F8A}"/>
              </a:ext>
            </a:extLst>
          </p:cNvPr>
          <p:cNvSpPr>
            <a:spLocks noGrp="1"/>
          </p:cNvSpPr>
          <p:nvPr>
            <p:ph type="ftr" sz="quarter" idx="11"/>
          </p:nvPr>
        </p:nvSpPr>
        <p:spPr>
          <a:xfrm>
            <a:off x="2931125" y="6350311"/>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79879" name="Picture 2" descr="KL Deemed to be University Logo">
            <a:extLst>
              <a:ext uri="{FF2B5EF4-FFF2-40B4-BE49-F238E27FC236}">
                <a16:creationId xmlns:a16="http://schemas.microsoft.com/office/drawing/2014/main" id="{DC6AD5F2-30A1-4D64-93CA-640193C15E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582182A3-7536-4F94-8AE4-56DB6FE1BD3D}"/>
              </a:ext>
            </a:extLst>
          </p:cNvPr>
          <p:cNvSpPr>
            <a:spLocks noGrp="1"/>
          </p:cNvSpPr>
          <p:nvPr>
            <p:ph type="dt" sz="quarter" idx="10"/>
          </p:nvPr>
        </p:nvSpPr>
        <p:spPr>
          <a:xfrm>
            <a:off x="192087" y="6350311"/>
            <a:ext cx="1828800" cy="365125"/>
          </a:xfrm>
        </p:spPr>
        <p:txBody>
          <a:bodyPr/>
          <a:lstStyle/>
          <a:p>
            <a:pPr>
              <a:defRPr/>
            </a:pPr>
            <a:fld id="{4D66BCFA-FE12-4210-B763-3CB7C7D05CA7}" type="datetime1">
              <a:rPr lang="en-US" smtClean="0">
                <a:solidFill>
                  <a:srgbClr val="FF0000"/>
                </a:solidFill>
              </a:rPr>
              <a:t>12/3/2022</a:t>
            </a:fld>
            <a:endParaRPr lang="en-US" dirty="0">
              <a:solidFill>
                <a:srgbClr val="FF0000"/>
              </a:solidFill>
            </a:endParaRPr>
          </a:p>
        </p:txBody>
      </p:sp>
      <p:sp>
        <p:nvSpPr>
          <p:cNvPr id="79881" name="Slide Number Placeholder 2">
            <a:extLst>
              <a:ext uri="{FF2B5EF4-FFF2-40B4-BE49-F238E27FC236}">
                <a16:creationId xmlns:a16="http://schemas.microsoft.com/office/drawing/2014/main" id="{413E840C-2C85-4933-B81E-2863B60B2CE2}"/>
              </a:ext>
            </a:extLst>
          </p:cNvPr>
          <p:cNvSpPr>
            <a:spLocks noGrp="1" noChangeArrowheads="1"/>
          </p:cNvSpPr>
          <p:nvPr>
            <p:ph type="sldNum" sz="quarter" idx="12"/>
          </p:nvPr>
        </p:nvSpPr>
        <p:spPr bwMode="auto">
          <a:xfrm>
            <a:off x="10165963" y="6401844"/>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8D3B44DF-311C-43D5-B036-04BEEF70F064}" type="slidenum">
              <a:rPr lang="en-US" altLang="en-US" sz="1200" smtClean="0">
                <a:solidFill>
                  <a:srgbClr val="FF0000"/>
                </a:solidFill>
              </a:rPr>
              <a:pPr>
                <a:lnSpc>
                  <a:spcPct val="100000"/>
                </a:lnSpc>
                <a:spcBef>
                  <a:spcPct val="0"/>
                </a:spcBef>
                <a:buFontTx/>
                <a:buNone/>
              </a:pPr>
              <a:t>32</a:t>
            </a:fld>
            <a:endParaRPr lang="en-US" altLang="en-US" sz="1200" dirty="0">
              <a:solidFill>
                <a:srgbClr val="FF0000"/>
              </a:solidFill>
            </a:endParaRPr>
          </a:p>
        </p:txBody>
      </p:sp>
      <p:sp>
        <p:nvSpPr>
          <p:cNvPr id="11" name="Title 1">
            <a:extLst>
              <a:ext uri="{FF2B5EF4-FFF2-40B4-BE49-F238E27FC236}">
                <a16:creationId xmlns:a16="http://schemas.microsoft.com/office/drawing/2014/main" id="{3CBB7A8D-D910-416B-99C1-42E9398E4A4D}"/>
              </a:ext>
            </a:extLst>
          </p:cNvPr>
          <p:cNvSpPr>
            <a:spLocks noGrp="1"/>
          </p:cNvSpPr>
          <p:nvPr>
            <p:ph type="title"/>
          </p:nvPr>
        </p:nvSpPr>
        <p:spPr>
          <a:xfrm>
            <a:off x="1099750" y="179525"/>
            <a:ext cx="9980613" cy="1098276"/>
          </a:xfrm>
        </p:spPr>
        <p:txBody>
          <a:bodyPr/>
          <a:lstStyle/>
          <a:p>
            <a:br>
              <a:rPr lang="en-IN" altLang="en-US" sz="3200" b="1" dirty="0">
                <a:solidFill>
                  <a:srgbClr val="0070C0"/>
                </a:solidFill>
                <a:latin typeface="Times New Roman" panose="02020603050405020304" pitchFamily="18" charset="0"/>
                <a:cs typeface="Times New Roman" panose="02020603050405020304" pitchFamily="18" charset="0"/>
              </a:rPr>
            </a:br>
            <a:br>
              <a:rPr lang="en-IN" altLang="en-US" sz="3200" b="1" dirty="0">
                <a:solidFill>
                  <a:srgbClr val="0070C0"/>
                </a:solidFill>
                <a:latin typeface="Times New Roman" panose="02020603050405020304" pitchFamily="18" charset="0"/>
                <a:cs typeface="Times New Roman" panose="02020603050405020304" pitchFamily="18" charset="0"/>
              </a:rPr>
            </a:br>
            <a:br>
              <a:rPr lang="en-IN" altLang="en-US" sz="3200" b="1" dirty="0">
                <a:solidFill>
                  <a:srgbClr val="0070C0"/>
                </a:solidFill>
                <a:latin typeface="Times New Roman" panose="02020603050405020304" pitchFamily="18" charset="0"/>
                <a:cs typeface="Times New Roman" panose="02020603050405020304" pitchFamily="18" charset="0"/>
              </a:rPr>
            </a:br>
            <a:br>
              <a:rPr lang="en-IN" altLang="en-US" sz="3200" b="1" dirty="0">
                <a:solidFill>
                  <a:srgbClr val="0070C0"/>
                </a:solidFill>
                <a:latin typeface="Times New Roman" panose="02020603050405020304" pitchFamily="18" charset="0"/>
                <a:cs typeface="Times New Roman" panose="02020603050405020304" pitchFamily="18" charset="0"/>
              </a:rPr>
            </a:br>
            <a:br>
              <a:rPr lang="en-IN" altLang="en-US" sz="3200" b="1" dirty="0">
                <a:solidFill>
                  <a:srgbClr val="0070C0"/>
                </a:solidFill>
                <a:latin typeface="Times New Roman" panose="02020603050405020304" pitchFamily="18" charset="0"/>
                <a:cs typeface="Times New Roman" panose="02020603050405020304" pitchFamily="18" charset="0"/>
              </a:rPr>
            </a:br>
            <a:br>
              <a:rPr lang="en-IN" altLang="en-US" sz="3200" b="1" dirty="0">
                <a:solidFill>
                  <a:srgbClr val="0070C0"/>
                </a:solidFill>
                <a:latin typeface="Times New Roman" panose="02020603050405020304" pitchFamily="18" charset="0"/>
                <a:cs typeface="Times New Roman" panose="02020603050405020304" pitchFamily="18" charset="0"/>
              </a:rPr>
            </a:br>
            <a:r>
              <a:rPr lang="en-IN" altLang="en-US" sz="3200" b="1" dirty="0">
                <a:solidFill>
                  <a:srgbClr val="0070C0"/>
                </a:solidFill>
                <a:latin typeface="Times New Roman" panose="02020603050405020304" pitchFamily="18" charset="0"/>
                <a:cs typeface="Times New Roman" panose="02020603050405020304" pitchFamily="18" charset="0"/>
              </a:rPr>
              <a:t> 		NUMBER AND LETTER ANALOGY</a:t>
            </a:r>
            <a:endParaRPr lang="en-IN" altLang="en-US" sz="3200"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E0F1C8CB-0EBD-41D0-988D-996D83D09F9B}"/>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DFC66437-5F89-4C9C-8131-2A653E312022}"/>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1925" name="Rectangle 3">
            <a:extLst>
              <a:ext uri="{FF2B5EF4-FFF2-40B4-BE49-F238E27FC236}">
                <a16:creationId xmlns:a16="http://schemas.microsoft.com/office/drawing/2014/main" id="{06E57C04-212B-4EAB-AE2B-447FA855A041}"/>
              </a:ext>
            </a:extLst>
          </p:cNvPr>
          <p:cNvSpPr>
            <a:spLocks noGrp="1" noChangeArrowheads="1"/>
          </p:cNvSpPr>
          <p:nvPr>
            <p:ph idx="1"/>
          </p:nvPr>
        </p:nvSpPr>
        <p:spPr bwMode="auto">
          <a:xfrm>
            <a:off x="1167815" y="1320058"/>
            <a:ext cx="10360025" cy="4525963"/>
          </a:xfrm>
        </p:spPr>
        <p:txBody>
          <a:bodyPr wrap="square" numCol="1" anchor="t" anchorCtr="0" compatLnSpc="1">
            <a:prstTxWarp prst="textNoShape">
              <a:avLst/>
            </a:prstTxWarp>
            <a:normAutofit/>
          </a:bodyPr>
          <a:lstStyle/>
          <a:p>
            <a:pPr marL="0" indent="0">
              <a:buFont typeface="Wingdings" panose="05000000000000000000" pitchFamily="2" charset="2"/>
              <a:buNone/>
            </a:pPr>
            <a:r>
              <a:rPr lang="en-US" altLang="en-US" sz="2400" dirty="0">
                <a:solidFill>
                  <a:schemeClr val="tx2"/>
                </a:solidFill>
                <a:latin typeface="Times New Roman" panose="02020603050405020304" pitchFamily="18" charset="0"/>
                <a:cs typeface="Times New Roman" panose="02020603050405020304" pitchFamily="18" charset="0"/>
              </a:rPr>
              <a:t> 25. 	Day : Night : : Spendthrift : _________</a:t>
            </a:r>
          </a:p>
          <a:p>
            <a:pPr marL="0" indent="0">
              <a:buFont typeface="Wingdings" panose="05000000000000000000" pitchFamily="2" charset="2"/>
              <a:buNone/>
            </a:pPr>
            <a:r>
              <a:rPr lang="en-US" altLang="en-US" sz="2400" dirty="0">
                <a:solidFill>
                  <a:schemeClr val="tx2"/>
                </a:solidFill>
                <a:latin typeface="Times New Roman" panose="02020603050405020304" pitchFamily="18" charset="0"/>
                <a:cs typeface="Times New Roman" panose="02020603050405020304" pitchFamily="18" charset="0"/>
              </a:rPr>
              <a:t>	a. Rich            b. Miser           c. Poor           	d. Pauper</a:t>
            </a:r>
          </a:p>
          <a:p>
            <a:pPr marL="0" indent="0">
              <a:buFont typeface="Wingdings" panose="05000000000000000000" pitchFamily="2" charset="2"/>
              <a:buNone/>
            </a:pPr>
            <a:endParaRPr lang="en-US" altLang="en-US" sz="2400" dirty="0">
              <a:solidFill>
                <a:schemeClr val="tx2"/>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88A46097-75D3-409C-8C28-4A11BFE08E3E}"/>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81927" name="Picture 2" descr="KL Deemed to be University Logo">
            <a:extLst>
              <a:ext uri="{FF2B5EF4-FFF2-40B4-BE49-F238E27FC236}">
                <a16:creationId xmlns:a16="http://schemas.microsoft.com/office/drawing/2014/main" id="{2AC1337C-B2DF-432A-9C7D-48BA5B0449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6A899A8E-30DB-46CE-8805-53FD8CB5EF96}"/>
              </a:ext>
            </a:extLst>
          </p:cNvPr>
          <p:cNvSpPr>
            <a:spLocks noGrp="1"/>
          </p:cNvSpPr>
          <p:nvPr>
            <p:ph type="dt" sz="quarter" idx="10"/>
          </p:nvPr>
        </p:nvSpPr>
        <p:spPr>
          <a:xfrm>
            <a:off x="253415" y="6406771"/>
            <a:ext cx="1828800" cy="365125"/>
          </a:xfrm>
        </p:spPr>
        <p:txBody>
          <a:bodyPr/>
          <a:lstStyle/>
          <a:p>
            <a:pPr>
              <a:defRPr/>
            </a:pPr>
            <a:fld id="{5013DBEE-A8E1-44AB-9FB3-BA929A703759}" type="datetime1">
              <a:rPr lang="en-US" smtClean="0">
                <a:solidFill>
                  <a:srgbClr val="FF0000"/>
                </a:solidFill>
              </a:rPr>
              <a:t>12/3/2022</a:t>
            </a:fld>
            <a:endParaRPr lang="en-US" dirty="0">
              <a:solidFill>
                <a:srgbClr val="FF0000"/>
              </a:solidFill>
            </a:endParaRPr>
          </a:p>
        </p:txBody>
      </p:sp>
      <p:sp>
        <p:nvSpPr>
          <p:cNvPr id="81929" name="Slide Number Placeholder 2">
            <a:extLst>
              <a:ext uri="{FF2B5EF4-FFF2-40B4-BE49-F238E27FC236}">
                <a16:creationId xmlns:a16="http://schemas.microsoft.com/office/drawing/2014/main" id="{6B3DB7FF-C4EB-49D0-BA50-19E8C7A778AD}"/>
              </a:ext>
            </a:extLst>
          </p:cNvPr>
          <p:cNvSpPr>
            <a:spLocks noGrp="1" noChangeArrowheads="1"/>
          </p:cNvSpPr>
          <p:nvPr>
            <p:ph type="sldNum" sz="quarter" idx="12"/>
          </p:nvPr>
        </p:nvSpPr>
        <p:spPr bwMode="auto">
          <a:xfrm>
            <a:off x="10025856" y="6406770"/>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41F94559-2B50-498C-AA10-723635756182}" type="slidenum">
              <a:rPr lang="en-US" altLang="en-US" sz="1200" smtClean="0">
                <a:solidFill>
                  <a:srgbClr val="FF0000"/>
                </a:solidFill>
              </a:rPr>
              <a:pPr>
                <a:lnSpc>
                  <a:spcPct val="100000"/>
                </a:lnSpc>
                <a:spcBef>
                  <a:spcPct val="0"/>
                </a:spcBef>
                <a:buFontTx/>
                <a:buNone/>
              </a:pPr>
              <a:t>33</a:t>
            </a:fld>
            <a:endParaRPr lang="en-US" altLang="en-US" sz="1200" dirty="0">
              <a:solidFill>
                <a:srgbClr val="FF0000"/>
              </a:solidFill>
            </a:endParaRPr>
          </a:p>
        </p:txBody>
      </p:sp>
      <p:sp>
        <p:nvSpPr>
          <p:cNvPr id="11" name="Title 1">
            <a:extLst>
              <a:ext uri="{FF2B5EF4-FFF2-40B4-BE49-F238E27FC236}">
                <a16:creationId xmlns:a16="http://schemas.microsoft.com/office/drawing/2014/main" id="{3D2E383C-AC1D-4FE2-AD32-DD0EF5DDEE17}"/>
              </a:ext>
            </a:extLst>
          </p:cNvPr>
          <p:cNvSpPr>
            <a:spLocks noGrp="1"/>
          </p:cNvSpPr>
          <p:nvPr>
            <p:ph type="title"/>
          </p:nvPr>
        </p:nvSpPr>
        <p:spPr>
          <a:xfrm>
            <a:off x="1104900" y="86104"/>
            <a:ext cx="9980613" cy="1098276"/>
          </a:xfrm>
        </p:spPr>
        <p:txBody>
          <a:bodyPr/>
          <a:lstStyle/>
          <a:p>
            <a:br>
              <a:rPr lang="en-IN" altLang="en-US" sz="3200" b="1" dirty="0">
                <a:solidFill>
                  <a:srgbClr val="0070C0"/>
                </a:solidFill>
                <a:latin typeface="Times New Roman" panose="02020603050405020304" pitchFamily="18" charset="0"/>
                <a:cs typeface="Times New Roman" panose="02020603050405020304" pitchFamily="18" charset="0"/>
              </a:rPr>
            </a:br>
            <a:br>
              <a:rPr lang="en-IN" altLang="en-US" sz="3200" b="1" dirty="0">
                <a:solidFill>
                  <a:srgbClr val="0070C0"/>
                </a:solidFill>
                <a:latin typeface="Times New Roman" panose="02020603050405020304" pitchFamily="18" charset="0"/>
                <a:cs typeface="Times New Roman" panose="02020603050405020304" pitchFamily="18" charset="0"/>
              </a:rPr>
            </a:br>
            <a:br>
              <a:rPr lang="en-IN" altLang="en-US" sz="3200" b="1" dirty="0">
                <a:solidFill>
                  <a:srgbClr val="0070C0"/>
                </a:solidFill>
                <a:latin typeface="Times New Roman" panose="02020603050405020304" pitchFamily="18" charset="0"/>
                <a:cs typeface="Times New Roman" panose="02020603050405020304" pitchFamily="18" charset="0"/>
              </a:rPr>
            </a:br>
            <a:br>
              <a:rPr lang="en-IN" altLang="en-US" sz="3200" b="1" dirty="0">
                <a:solidFill>
                  <a:srgbClr val="0070C0"/>
                </a:solidFill>
                <a:latin typeface="Times New Roman" panose="02020603050405020304" pitchFamily="18" charset="0"/>
                <a:cs typeface="Times New Roman" panose="02020603050405020304" pitchFamily="18" charset="0"/>
              </a:rPr>
            </a:br>
            <a:br>
              <a:rPr lang="en-IN" altLang="en-US" sz="3200" b="1" dirty="0">
                <a:solidFill>
                  <a:srgbClr val="0070C0"/>
                </a:solidFill>
                <a:latin typeface="Times New Roman" panose="02020603050405020304" pitchFamily="18" charset="0"/>
                <a:cs typeface="Times New Roman" panose="02020603050405020304" pitchFamily="18" charset="0"/>
              </a:rPr>
            </a:br>
            <a:br>
              <a:rPr lang="en-IN" altLang="en-US" sz="3200" b="1" dirty="0">
                <a:solidFill>
                  <a:srgbClr val="0070C0"/>
                </a:solidFill>
                <a:latin typeface="Times New Roman" panose="02020603050405020304" pitchFamily="18" charset="0"/>
                <a:cs typeface="Times New Roman" panose="02020603050405020304" pitchFamily="18" charset="0"/>
              </a:rPr>
            </a:br>
            <a:r>
              <a:rPr lang="en-IN" altLang="en-US" sz="3200" b="1" dirty="0">
                <a:solidFill>
                  <a:srgbClr val="0070C0"/>
                </a:solidFill>
                <a:latin typeface="Times New Roman" panose="02020603050405020304" pitchFamily="18" charset="0"/>
                <a:cs typeface="Times New Roman" panose="02020603050405020304" pitchFamily="18" charset="0"/>
              </a:rPr>
              <a:t> 		NUMBER AND LETTER ANALOGY</a:t>
            </a:r>
            <a:endParaRPr lang="en-IN" altLang="en-US" sz="3200"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9" name="Freeform: Shape 71">
            <a:extLst>
              <a:ext uri="{FF2B5EF4-FFF2-40B4-BE49-F238E27FC236}">
                <a16:creationId xmlns:a16="http://schemas.microsoft.com/office/drawing/2014/main" id="{AD2B0E26-F662-4456-942A-6071B89E05FE}"/>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4C8E7522-9C83-45C2-BA40-1F38ED9B3D6D}"/>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2949" name="Rectangle 3">
            <a:extLst>
              <a:ext uri="{FF2B5EF4-FFF2-40B4-BE49-F238E27FC236}">
                <a16:creationId xmlns:a16="http://schemas.microsoft.com/office/drawing/2014/main" id="{91CBD1D5-F871-4D48-800F-DAE0522ABF24}"/>
              </a:ext>
            </a:extLst>
          </p:cNvPr>
          <p:cNvSpPr>
            <a:spLocks noGrp="1" noChangeArrowheads="1"/>
          </p:cNvSpPr>
          <p:nvPr>
            <p:ph idx="1"/>
          </p:nvPr>
        </p:nvSpPr>
        <p:spPr bwMode="auto">
          <a:xfrm>
            <a:off x="1178720" y="1400727"/>
            <a:ext cx="10360025" cy="4525963"/>
          </a:xfrm>
        </p:spPr>
        <p:txBody>
          <a:bodyPr wrap="square" numCol="1" anchor="t" anchorCtr="0" compatLnSpc="1">
            <a:prstTxWarp prst="textNoShape">
              <a:avLst/>
            </a:prstTxWarp>
          </a:bodyPr>
          <a:lstStyle/>
          <a:p>
            <a:pPr marL="0" indent="0" algn="ctr">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 Answer Key</a:t>
            </a:r>
          </a:p>
          <a:p>
            <a:pPr marL="0" indent="0" algn="ctr">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DBBF7A65-75C8-482B-ACF4-9B766CCE1DA6}"/>
              </a:ext>
            </a:extLst>
          </p:cNvPr>
          <p:cNvSpPr>
            <a:spLocks noGrp="1"/>
          </p:cNvSpPr>
          <p:nvPr>
            <p:ph type="ftr" sz="quarter" idx="11"/>
          </p:nvPr>
        </p:nvSpPr>
        <p:spPr>
          <a:xfrm>
            <a:off x="2933700" y="6438900"/>
            <a:ext cx="6324600" cy="365125"/>
          </a:xfrm>
        </p:spPr>
        <p:txBody>
          <a:bodyPr/>
          <a:lstStyle/>
          <a:p>
            <a:pPr>
              <a:defRPr/>
            </a:pPr>
            <a:r>
              <a:rPr lang="en-IN" sz="1800" dirty="0">
                <a:solidFill>
                  <a:srgbClr val="FF0000"/>
                </a:solidFill>
              </a:rPr>
              <a:t>Q AND R DIVISION (C.S.S. DEPARTMENT)</a:t>
            </a:r>
            <a:endParaRPr lang="en-US" sz="1800" dirty="0">
              <a:solidFill>
                <a:srgbClr val="FF0000"/>
              </a:solidFill>
            </a:endParaRPr>
          </a:p>
        </p:txBody>
      </p:sp>
      <p:pic>
        <p:nvPicPr>
          <p:cNvPr id="82951" name="Picture 2" descr="KL Deemed to be University Logo">
            <a:extLst>
              <a:ext uri="{FF2B5EF4-FFF2-40B4-BE49-F238E27FC236}">
                <a16:creationId xmlns:a16="http://schemas.microsoft.com/office/drawing/2014/main" id="{1D7C845B-E351-4FEF-9974-0C3AE46B83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FCA2B5A3-39FA-42DF-A7EB-64DCD1EA9010}"/>
              </a:ext>
            </a:extLst>
          </p:cNvPr>
          <p:cNvSpPr>
            <a:spLocks noGrp="1"/>
          </p:cNvSpPr>
          <p:nvPr>
            <p:ph type="dt" sz="quarter" idx="10"/>
          </p:nvPr>
        </p:nvSpPr>
        <p:spPr>
          <a:xfrm>
            <a:off x="192087" y="6394181"/>
            <a:ext cx="1828800" cy="365125"/>
          </a:xfrm>
        </p:spPr>
        <p:txBody>
          <a:bodyPr/>
          <a:lstStyle/>
          <a:p>
            <a:pPr>
              <a:defRPr/>
            </a:pPr>
            <a:fld id="{1B548F4B-DEBF-4516-9FAC-7BD72254A6F3}" type="datetime1">
              <a:rPr lang="en-US" smtClean="0">
                <a:solidFill>
                  <a:srgbClr val="FF0000"/>
                </a:solidFill>
              </a:rPr>
              <a:t>12/3/2022</a:t>
            </a:fld>
            <a:endParaRPr lang="en-US" dirty="0">
              <a:solidFill>
                <a:srgbClr val="FF0000"/>
              </a:solidFill>
            </a:endParaRPr>
          </a:p>
        </p:txBody>
      </p:sp>
      <p:sp>
        <p:nvSpPr>
          <p:cNvPr id="82953" name="Slide Number Placeholder 2">
            <a:extLst>
              <a:ext uri="{FF2B5EF4-FFF2-40B4-BE49-F238E27FC236}">
                <a16:creationId xmlns:a16="http://schemas.microsoft.com/office/drawing/2014/main" id="{785A4A9B-4B73-4F53-967D-4DD05650154E}"/>
              </a:ext>
            </a:extLst>
          </p:cNvPr>
          <p:cNvSpPr>
            <a:spLocks noGrp="1" noChangeArrowheads="1"/>
          </p:cNvSpPr>
          <p:nvPr>
            <p:ph type="sldNum" sz="quarter" idx="12"/>
          </p:nvPr>
        </p:nvSpPr>
        <p:spPr bwMode="auto">
          <a:xfrm>
            <a:off x="10039351" y="6365831"/>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D8D3B9FD-9969-45FD-B6F5-79F3DDE5C76D}" type="slidenum">
              <a:rPr lang="en-US" altLang="en-US" sz="1200" smtClean="0">
                <a:solidFill>
                  <a:srgbClr val="FF0000"/>
                </a:solidFill>
              </a:rPr>
              <a:pPr>
                <a:lnSpc>
                  <a:spcPct val="100000"/>
                </a:lnSpc>
                <a:spcBef>
                  <a:spcPct val="0"/>
                </a:spcBef>
                <a:buFontTx/>
                <a:buNone/>
              </a:pPr>
              <a:t>34</a:t>
            </a:fld>
            <a:endParaRPr lang="en-US" altLang="en-US" sz="1200" dirty="0">
              <a:solidFill>
                <a:srgbClr val="FF0000"/>
              </a:solidFill>
            </a:endParaRPr>
          </a:p>
        </p:txBody>
      </p:sp>
      <p:sp>
        <p:nvSpPr>
          <p:cNvPr id="11" name="Title 1">
            <a:extLst>
              <a:ext uri="{FF2B5EF4-FFF2-40B4-BE49-F238E27FC236}">
                <a16:creationId xmlns:a16="http://schemas.microsoft.com/office/drawing/2014/main" id="{E46D1771-F07F-4823-8A3B-19BFA846A793}"/>
              </a:ext>
            </a:extLst>
          </p:cNvPr>
          <p:cNvSpPr>
            <a:spLocks noGrp="1"/>
          </p:cNvSpPr>
          <p:nvPr>
            <p:ph type="title"/>
          </p:nvPr>
        </p:nvSpPr>
        <p:spPr>
          <a:xfrm>
            <a:off x="973138" y="593999"/>
            <a:ext cx="9980613" cy="1098276"/>
          </a:xfrm>
        </p:spPr>
        <p:txBody>
          <a:bodyPr/>
          <a:lstStyle/>
          <a:p>
            <a:br>
              <a:rPr lang="en-IN" altLang="en-US" sz="3200" b="1" dirty="0">
                <a:solidFill>
                  <a:srgbClr val="0070C0"/>
                </a:solidFill>
                <a:latin typeface="Times New Roman" panose="02020603050405020304" pitchFamily="18" charset="0"/>
                <a:cs typeface="Times New Roman" panose="02020603050405020304" pitchFamily="18" charset="0"/>
              </a:rPr>
            </a:br>
            <a:br>
              <a:rPr lang="en-IN" altLang="en-US" sz="3200" b="1" dirty="0">
                <a:solidFill>
                  <a:srgbClr val="0070C0"/>
                </a:solidFill>
                <a:latin typeface="Times New Roman" panose="02020603050405020304" pitchFamily="18" charset="0"/>
                <a:cs typeface="Times New Roman" panose="02020603050405020304" pitchFamily="18" charset="0"/>
              </a:rPr>
            </a:br>
            <a:br>
              <a:rPr lang="en-IN" altLang="en-US" sz="3200" b="1" dirty="0">
                <a:solidFill>
                  <a:srgbClr val="0070C0"/>
                </a:solidFill>
                <a:latin typeface="Times New Roman" panose="02020603050405020304" pitchFamily="18" charset="0"/>
                <a:cs typeface="Times New Roman" panose="02020603050405020304" pitchFamily="18" charset="0"/>
              </a:rPr>
            </a:br>
            <a:br>
              <a:rPr lang="en-IN" altLang="en-US" sz="3200" b="1" dirty="0">
                <a:solidFill>
                  <a:srgbClr val="0070C0"/>
                </a:solidFill>
                <a:latin typeface="Times New Roman" panose="02020603050405020304" pitchFamily="18" charset="0"/>
                <a:cs typeface="Times New Roman" panose="02020603050405020304" pitchFamily="18" charset="0"/>
              </a:rPr>
            </a:br>
            <a:br>
              <a:rPr lang="en-IN" altLang="en-US" sz="3200" b="1" dirty="0">
                <a:solidFill>
                  <a:srgbClr val="0070C0"/>
                </a:solidFill>
                <a:latin typeface="Times New Roman" panose="02020603050405020304" pitchFamily="18" charset="0"/>
                <a:cs typeface="Times New Roman" panose="02020603050405020304" pitchFamily="18" charset="0"/>
              </a:rPr>
            </a:br>
            <a:br>
              <a:rPr lang="en-IN" altLang="en-US" sz="3200" b="1" dirty="0">
                <a:solidFill>
                  <a:srgbClr val="0070C0"/>
                </a:solidFill>
                <a:latin typeface="Times New Roman" panose="02020603050405020304" pitchFamily="18" charset="0"/>
                <a:cs typeface="Times New Roman" panose="02020603050405020304" pitchFamily="18" charset="0"/>
              </a:rPr>
            </a:br>
            <a:r>
              <a:rPr lang="en-IN" altLang="en-US" sz="3200" b="1" dirty="0">
                <a:solidFill>
                  <a:srgbClr val="0070C0"/>
                </a:solidFill>
                <a:latin typeface="Times New Roman" panose="02020603050405020304" pitchFamily="18" charset="0"/>
                <a:cs typeface="Times New Roman" panose="02020603050405020304" pitchFamily="18" charset="0"/>
              </a:rPr>
              <a:t> 		NUMBER AND LETTER ANALOGY</a:t>
            </a:r>
            <a:br>
              <a:rPr lang="en-IN" altLang="en-US" sz="3200" b="1" dirty="0">
                <a:solidFill>
                  <a:srgbClr val="0070C0"/>
                </a:solidFill>
                <a:latin typeface="Times New Roman" panose="02020603050405020304" pitchFamily="18" charset="0"/>
                <a:cs typeface="Times New Roman" panose="02020603050405020304" pitchFamily="18" charset="0"/>
              </a:rPr>
            </a:br>
            <a:endParaRPr lang="en-IN" altLang="en-US" sz="3200" dirty="0">
              <a:solidFill>
                <a:srgbClr val="0070C0"/>
              </a:solidFill>
              <a:latin typeface="Times New Roman" panose="02020603050405020304" pitchFamily="18" charset="0"/>
              <a:cs typeface="Times New Roman" panose="02020603050405020304" pitchFamily="18" charset="0"/>
            </a:endParaRPr>
          </a:p>
        </p:txBody>
      </p:sp>
      <p:graphicFrame>
        <p:nvGraphicFramePr>
          <p:cNvPr id="3" name="Table 3">
            <a:extLst>
              <a:ext uri="{FF2B5EF4-FFF2-40B4-BE49-F238E27FC236}">
                <a16:creationId xmlns:a16="http://schemas.microsoft.com/office/drawing/2014/main" id="{6587EF0C-8B8D-35AB-5B24-DC1D83DB06A9}"/>
              </a:ext>
            </a:extLst>
          </p:cNvPr>
          <p:cNvGraphicFramePr>
            <a:graphicFrameLocks noGrp="1"/>
          </p:cNvGraphicFramePr>
          <p:nvPr>
            <p:extLst>
              <p:ext uri="{D42A27DB-BD31-4B8C-83A1-F6EECF244321}">
                <p14:modId xmlns:p14="http://schemas.microsoft.com/office/powerpoint/2010/main" val="3660226846"/>
              </p:ext>
            </p:extLst>
          </p:nvPr>
        </p:nvGraphicFramePr>
        <p:xfrm>
          <a:off x="2043113" y="2676843"/>
          <a:ext cx="8128000" cy="1112520"/>
        </p:xfrm>
        <a:graphic>
          <a:graphicData uri="http://schemas.openxmlformats.org/drawingml/2006/table">
            <a:tbl>
              <a:tblPr firstRow="1" bandRow="1">
                <a:tableStyleId>{5940675A-B579-460E-94D1-54222C63F5DA}</a:tableStyleId>
              </a:tblPr>
              <a:tblGrid>
                <a:gridCol w="812800">
                  <a:extLst>
                    <a:ext uri="{9D8B030D-6E8A-4147-A177-3AD203B41FA5}">
                      <a16:colId xmlns:a16="http://schemas.microsoft.com/office/drawing/2014/main" val="2171210678"/>
                    </a:ext>
                  </a:extLst>
                </a:gridCol>
                <a:gridCol w="812800">
                  <a:extLst>
                    <a:ext uri="{9D8B030D-6E8A-4147-A177-3AD203B41FA5}">
                      <a16:colId xmlns:a16="http://schemas.microsoft.com/office/drawing/2014/main" val="1868460415"/>
                    </a:ext>
                  </a:extLst>
                </a:gridCol>
                <a:gridCol w="812800">
                  <a:extLst>
                    <a:ext uri="{9D8B030D-6E8A-4147-A177-3AD203B41FA5}">
                      <a16:colId xmlns:a16="http://schemas.microsoft.com/office/drawing/2014/main" val="1957195682"/>
                    </a:ext>
                  </a:extLst>
                </a:gridCol>
                <a:gridCol w="812800">
                  <a:extLst>
                    <a:ext uri="{9D8B030D-6E8A-4147-A177-3AD203B41FA5}">
                      <a16:colId xmlns:a16="http://schemas.microsoft.com/office/drawing/2014/main" val="764696421"/>
                    </a:ext>
                  </a:extLst>
                </a:gridCol>
                <a:gridCol w="812800">
                  <a:extLst>
                    <a:ext uri="{9D8B030D-6E8A-4147-A177-3AD203B41FA5}">
                      <a16:colId xmlns:a16="http://schemas.microsoft.com/office/drawing/2014/main" val="3960376134"/>
                    </a:ext>
                  </a:extLst>
                </a:gridCol>
                <a:gridCol w="812800">
                  <a:extLst>
                    <a:ext uri="{9D8B030D-6E8A-4147-A177-3AD203B41FA5}">
                      <a16:colId xmlns:a16="http://schemas.microsoft.com/office/drawing/2014/main" val="2838882869"/>
                    </a:ext>
                  </a:extLst>
                </a:gridCol>
                <a:gridCol w="812800">
                  <a:extLst>
                    <a:ext uri="{9D8B030D-6E8A-4147-A177-3AD203B41FA5}">
                      <a16:colId xmlns:a16="http://schemas.microsoft.com/office/drawing/2014/main" val="608656916"/>
                    </a:ext>
                  </a:extLst>
                </a:gridCol>
                <a:gridCol w="812800">
                  <a:extLst>
                    <a:ext uri="{9D8B030D-6E8A-4147-A177-3AD203B41FA5}">
                      <a16:colId xmlns:a16="http://schemas.microsoft.com/office/drawing/2014/main" val="2620704870"/>
                    </a:ext>
                  </a:extLst>
                </a:gridCol>
                <a:gridCol w="812800">
                  <a:extLst>
                    <a:ext uri="{9D8B030D-6E8A-4147-A177-3AD203B41FA5}">
                      <a16:colId xmlns:a16="http://schemas.microsoft.com/office/drawing/2014/main" val="2212631680"/>
                    </a:ext>
                  </a:extLst>
                </a:gridCol>
                <a:gridCol w="812800">
                  <a:extLst>
                    <a:ext uri="{9D8B030D-6E8A-4147-A177-3AD203B41FA5}">
                      <a16:colId xmlns:a16="http://schemas.microsoft.com/office/drawing/2014/main" val="149436808"/>
                    </a:ext>
                  </a:extLst>
                </a:gridCol>
              </a:tblGrid>
              <a:tr h="370840">
                <a:tc>
                  <a:txBody>
                    <a:bodyPr/>
                    <a:lstStyle/>
                    <a:p>
                      <a:r>
                        <a:rPr lang="en-US" dirty="0">
                          <a:solidFill>
                            <a:schemeClr val="tx2"/>
                          </a:solidFill>
                        </a:rPr>
                        <a:t>01. b</a:t>
                      </a:r>
                      <a:endParaRPr lang="en-IN" dirty="0">
                        <a:solidFill>
                          <a:schemeClr val="tx2"/>
                        </a:solidFill>
                      </a:endParaRPr>
                    </a:p>
                  </a:txBody>
                  <a:tcPr/>
                </a:tc>
                <a:tc>
                  <a:txBody>
                    <a:bodyPr/>
                    <a:lstStyle/>
                    <a:p>
                      <a:r>
                        <a:rPr lang="en-US" dirty="0">
                          <a:solidFill>
                            <a:schemeClr val="tx2"/>
                          </a:solidFill>
                        </a:rPr>
                        <a:t>02. a</a:t>
                      </a:r>
                      <a:endParaRPr lang="en-IN" dirty="0">
                        <a:solidFill>
                          <a:schemeClr val="tx2"/>
                        </a:solidFill>
                      </a:endParaRPr>
                    </a:p>
                  </a:txBody>
                  <a:tcPr/>
                </a:tc>
                <a:tc>
                  <a:txBody>
                    <a:bodyPr/>
                    <a:lstStyle/>
                    <a:p>
                      <a:r>
                        <a:rPr lang="en-US" dirty="0">
                          <a:solidFill>
                            <a:schemeClr val="tx2"/>
                          </a:solidFill>
                        </a:rPr>
                        <a:t>03. b</a:t>
                      </a:r>
                      <a:endParaRPr lang="en-IN" dirty="0">
                        <a:solidFill>
                          <a:schemeClr val="tx2"/>
                        </a:solidFill>
                      </a:endParaRPr>
                    </a:p>
                  </a:txBody>
                  <a:tcPr/>
                </a:tc>
                <a:tc>
                  <a:txBody>
                    <a:bodyPr/>
                    <a:lstStyle/>
                    <a:p>
                      <a:r>
                        <a:rPr lang="en-US" dirty="0">
                          <a:solidFill>
                            <a:schemeClr val="tx2"/>
                          </a:solidFill>
                        </a:rPr>
                        <a:t>04. a</a:t>
                      </a:r>
                      <a:endParaRPr lang="en-IN" dirty="0">
                        <a:solidFill>
                          <a:schemeClr val="tx2"/>
                        </a:solidFill>
                      </a:endParaRPr>
                    </a:p>
                  </a:txBody>
                  <a:tcPr/>
                </a:tc>
                <a:tc>
                  <a:txBody>
                    <a:bodyPr/>
                    <a:lstStyle/>
                    <a:p>
                      <a:r>
                        <a:rPr lang="en-US" dirty="0">
                          <a:solidFill>
                            <a:schemeClr val="tx2"/>
                          </a:solidFill>
                        </a:rPr>
                        <a:t>05. d</a:t>
                      </a:r>
                      <a:endParaRPr lang="en-IN" dirty="0">
                        <a:solidFill>
                          <a:schemeClr val="tx2"/>
                        </a:solidFill>
                      </a:endParaRPr>
                    </a:p>
                  </a:txBody>
                  <a:tcPr/>
                </a:tc>
                <a:tc>
                  <a:txBody>
                    <a:bodyPr/>
                    <a:lstStyle/>
                    <a:p>
                      <a:r>
                        <a:rPr lang="en-US" dirty="0">
                          <a:solidFill>
                            <a:schemeClr val="tx2"/>
                          </a:solidFill>
                        </a:rPr>
                        <a:t>06. b</a:t>
                      </a:r>
                      <a:endParaRPr lang="en-IN" dirty="0">
                        <a:solidFill>
                          <a:schemeClr val="tx2"/>
                        </a:solidFill>
                      </a:endParaRPr>
                    </a:p>
                  </a:txBody>
                  <a:tcPr/>
                </a:tc>
                <a:tc>
                  <a:txBody>
                    <a:bodyPr/>
                    <a:lstStyle/>
                    <a:p>
                      <a:r>
                        <a:rPr lang="en-US" dirty="0">
                          <a:solidFill>
                            <a:schemeClr val="tx2"/>
                          </a:solidFill>
                        </a:rPr>
                        <a:t>07. a</a:t>
                      </a:r>
                      <a:endParaRPr lang="en-IN" dirty="0">
                        <a:solidFill>
                          <a:schemeClr val="tx2"/>
                        </a:solidFill>
                      </a:endParaRPr>
                    </a:p>
                  </a:txBody>
                  <a:tcPr/>
                </a:tc>
                <a:tc>
                  <a:txBody>
                    <a:bodyPr/>
                    <a:lstStyle/>
                    <a:p>
                      <a:r>
                        <a:rPr lang="en-US" dirty="0">
                          <a:solidFill>
                            <a:schemeClr val="tx2"/>
                          </a:solidFill>
                        </a:rPr>
                        <a:t>08. a</a:t>
                      </a:r>
                      <a:endParaRPr lang="en-IN" dirty="0">
                        <a:solidFill>
                          <a:schemeClr val="tx2"/>
                        </a:solidFill>
                      </a:endParaRPr>
                    </a:p>
                  </a:txBody>
                  <a:tcPr/>
                </a:tc>
                <a:tc>
                  <a:txBody>
                    <a:bodyPr/>
                    <a:lstStyle/>
                    <a:p>
                      <a:r>
                        <a:rPr lang="en-US" dirty="0">
                          <a:solidFill>
                            <a:schemeClr val="tx2"/>
                          </a:solidFill>
                        </a:rPr>
                        <a:t>09. d</a:t>
                      </a:r>
                      <a:endParaRPr lang="en-IN" dirty="0">
                        <a:solidFill>
                          <a:schemeClr val="tx2"/>
                        </a:solidFill>
                      </a:endParaRPr>
                    </a:p>
                  </a:txBody>
                  <a:tcPr/>
                </a:tc>
                <a:tc>
                  <a:txBody>
                    <a:bodyPr/>
                    <a:lstStyle/>
                    <a:p>
                      <a:r>
                        <a:rPr lang="en-US" dirty="0">
                          <a:solidFill>
                            <a:schemeClr val="tx2"/>
                          </a:solidFill>
                        </a:rPr>
                        <a:t>10. b</a:t>
                      </a:r>
                      <a:endParaRPr lang="en-IN" dirty="0">
                        <a:solidFill>
                          <a:schemeClr val="tx2"/>
                        </a:solidFill>
                      </a:endParaRPr>
                    </a:p>
                  </a:txBody>
                  <a:tcPr/>
                </a:tc>
                <a:extLst>
                  <a:ext uri="{0D108BD9-81ED-4DB2-BD59-A6C34878D82A}">
                    <a16:rowId xmlns:a16="http://schemas.microsoft.com/office/drawing/2014/main" val="1527539097"/>
                  </a:ext>
                </a:extLst>
              </a:tr>
              <a:tr h="370840">
                <a:tc>
                  <a:txBody>
                    <a:bodyPr/>
                    <a:lstStyle/>
                    <a:p>
                      <a:r>
                        <a:rPr lang="en-US" dirty="0">
                          <a:solidFill>
                            <a:schemeClr val="tx2"/>
                          </a:solidFill>
                        </a:rPr>
                        <a:t>11. c</a:t>
                      </a:r>
                      <a:endParaRPr lang="en-IN" dirty="0">
                        <a:solidFill>
                          <a:schemeClr val="tx2"/>
                        </a:solidFill>
                      </a:endParaRPr>
                    </a:p>
                  </a:txBody>
                  <a:tcPr/>
                </a:tc>
                <a:tc>
                  <a:txBody>
                    <a:bodyPr/>
                    <a:lstStyle/>
                    <a:p>
                      <a:r>
                        <a:rPr lang="en-US" dirty="0">
                          <a:solidFill>
                            <a:schemeClr val="tx2"/>
                          </a:solidFill>
                        </a:rPr>
                        <a:t>12. d</a:t>
                      </a:r>
                      <a:endParaRPr lang="en-IN" dirty="0">
                        <a:solidFill>
                          <a:schemeClr val="tx2"/>
                        </a:solidFill>
                      </a:endParaRPr>
                    </a:p>
                  </a:txBody>
                  <a:tcPr/>
                </a:tc>
                <a:tc>
                  <a:txBody>
                    <a:bodyPr/>
                    <a:lstStyle/>
                    <a:p>
                      <a:r>
                        <a:rPr lang="en-US" dirty="0">
                          <a:solidFill>
                            <a:schemeClr val="tx2"/>
                          </a:solidFill>
                        </a:rPr>
                        <a:t>13. d</a:t>
                      </a:r>
                      <a:endParaRPr lang="en-IN" dirty="0">
                        <a:solidFill>
                          <a:schemeClr val="tx2"/>
                        </a:solidFill>
                      </a:endParaRPr>
                    </a:p>
                  </a:txBody>
                  <a:tcPr/>
                </a:tc>
                <a:tc>
                  <a:txBody>
                    <a:bodyPr/>
                    <a:lstStyle/>
                    <a:p>
                      <a:r>
                        <a:rPr lang="en-US" dirty="0">
                          <a:solidFill>
                            <a:schemeClr val="tx2"/>
                          </a:solidFill>
                        </a:rPr>
                        <a:t>14. d</a:t>
                      </a:r>
                      <a:endParaRPr lang="en-IN" dirty="0">
                        <a:solidFill>
                          <a:schemeClr val="tx2"/>
                        </a:solidFill>
                      </a:endParaRPr>
                    </a:p>
                  </a:txBody>
                  <a:tcPr/>
                </a:tc>
                <a:tc>
                  <a:txBody>
                    <a:bodyPr/>
                    <a:lstStyle/>
                    <a:p>
                      <a:r>
                        <a:rPr lang="en-US" dirty="0">
                          <a:solidFill>
                            <a:schemeClr val="tx2"/>
                          </a:solidFill>
                        </a:rPr>
                        <a:t>15. a</a:t>
                      </a:r>
                      <a:endParaRPr lang="en-IN" dirty="0">
                        <a:solidFill>
                          <a:schemeClr val="tx2"/>
                        </a:solidFill>
                      </a:endParaRPr>
                    </a:p>
                  </a:txBody>
                  <a:tcPr/>
                </a:tc>
                <a:tc>
                  <a:txBody>
                    <a:bodyPr/>
                    <a:lstStyle/>
                    <a:p>
                      <a:r>
                        <a:rPr lang="en-US" dirty="0">
                          <a:solidFill>
                            <a:schemeClr val="tx2"/>
                          </a:solidFill>
                        </a:rPr>
                        <a:t>16. a</a:t>
                      </a:r>
                      <a:endParaRPr lang="en-IN" dirty="0">
                        <a:solidFill>
                          <a:schemeClr val="tx2"/>
                        </a:solidFill>
                      </a:endParaRPr>
                    </a:p>
                  </a:txBody>
                  <a:tcPr/>
                </a:tc>
                <a:tc>
                  <a:txBody>
                    <a:bodyPr/>
                    <a:lstStyle/>
                    <a:p>
                      <a:r>
                        <a:rPr lang="en-US" dirty="0">
                          <a:solidFill>
                            <a:schemeClr val="tx2"/>
                          </a:solidFill>
                        </a:rPr>
                        <a:t>17. d</a:t>
                      </a:r>
                      <a:endParaRPr lang="en-IN" dirty="0">
                        <a:solidFill>
                          <a:schemeClr val="tx2"/>
                        </a:solidFill>
                      </a:endParaRPr>
                    </a:p>
                  </a:txBody>
                  <a:tcPr/>
                </a:tc>
                <a:tc>
                  <a:txBody>
                    <a:bodyPr/>
                    <a:lstStyle/>
                    <a:p>
                      <a:r>
                        <a:rPr lang="en-US" dirty="0">
                          <a:solidFill>
                            <a:schemeClr val="tx2"/>
                          </a:solidFill>
                        </a:rPr>
                        <a:t>18. c</a:t>
                      </a:r>
                      <a:endParaRPr lang="en-IN" dirty="0">
                        <a:solidFill>
                          <a:schemeClr val="tx2"/>
                        </a:solidFill>
                      </a:endParaRPr>
                    </a:p>
                  </a:txBody>
                  <a:tcPr/>
                </a:tc>
                <a:tc>
                  <a:txBody>
                    <a:bodyPr/>
                    <a:lstStyle/>
                    <a:p>
                      <a:r>
                        <a:rPr lang="en-US" dirty="0">
                          <a:solidFill>
                            <a:schemeClr val="tx2"/>
                          </a:solidFill>
                        </a:rPr>
                        <a:t>19. d</a:t>
                      </a:r>
                      <a:endParaRPr lang="en-IN" dirty="0">
                        <a:solidFill>
                          <a:schemeClr val="tx2"/>
                        </a:solidFill>
                      </a:endParaRPr>
                    </a:p>
                  </a:txBody>
                  <a:tcPr/>
                </a:tc>
                <a:tc>
                  <a:txBody>
                    <a:bodyPr/>
                    <a:lstStyle/>
                    <a:p>
                      <a:r>
                        <a:rPr lang="en-US" dirty="0">
                          <a:solidFill>
                            <a:schemeClr val="tx2"/>
                          </a:solidFill>
                        </a:rPr>
                        <a:t>20. a</a:t>
                      </a:r>
                      <a:endParaRPr lang="en-IN" dirty="0">
                        <a:solidFill>
                          <a:schemeClr val="tx2"/>
                        </a:solidFill>
                      </a:endParaRPr>
                    </a:p>
                  </a:txBody>
                  <a:tcPr/>
                </a:tc>
                <a:extLst>
                  <a:ext uri="{0D108BD9-81ED-4DB2-BD59-A6C34878D82A}">
                    <a16:rowId xmlns:a16="http://schemas.microsoft.com/office/drawing/2014/main" val="456348635"/>
                  </a:ext>
                </a:extLst>
              </a:tr>
              <a:tr h="370840">
                <a:tc>
                  <a:txBody>
                    <a:bodyPr/>
                    <a:lstStyle/>
                    <a:p>
                      <a:r>
                        <a:rPr lang="en-US" dirty="0">
                          <a:solidFill>
                            <a:schemeClr val="tx2"/>
                          </a:solidFill>
                        </a:rPr>
                        <a:t>21. b</a:t>
                      </a:r>
                      <a:endParaRPr lang="en-IN" dirty="0">
                        <a:solidFill>
                          <a:schemeClr val="tx2"/>
                        </a:solidFill>
                      </a:endParaRPr>
                    </a:p>
                  </a:txBody>
                  <a:tcPr/>
                </a:tc>
                <a:tc>
                  <a:txBody>
                    <a:bodyPr/>
                    <a:lstStyle/>
                    <a:p>
                      <a:r>
                        <a:rPr lang="en-US" dirty="0">
                          <a:solidFill>
                            <a:schemeClr val="tx2"/>
                          </a:solidFill>
                        </a:rPr>
                        <a:t>22. c</a:t>
                      </a:r>
                      <a:endParaRPr lang="en-IN" dirty="0">
                        <a:solidFill>
                          <a:schemeClr val="tx2"/>
                        </a:solidFill>
                      </a:endParaRPr>
                    </a:p>
                  </a:txBody>
                  <a:tcPr/>
                </a:tc>
                <a:tc>
                  <a:txBody>
                    <a:bodyPr/>
                    <a:lstStyle/>
                    <a:p>
                      <a:r>
                        <a:rPr lang="en-US" dirty="0">
                          <a:solidFill>
                            <a:schemeClr val="tx2"/>
                          </a:solidFill>
                        </a:rPr>
                        <a:t>23. c</a:t>
                      </a:r>
                      <a:endParaRPr lang="en-IN" dirty="0">
                        <a:solidFill>
                          <a:schemeClr val="tx2"/>
                        </a:solidFill>
                      </a:endParaRPr>
                    </a:p>
                  </a:txBody>
                  <a:tcPr/>
                </a:tc>
                <a:tc>
                  <a:txBody>
                    <a:bodyPr/>
                    <a:lstStyle/>
                    <a:p>
                      <a:r>
                        <a:rPr lang="en-US" dirty="0">
                          <a:solidFill>
                            <a:schemeClr val="tx2"/>
                          </a:solidFill>
                        </a:rPr>
                        <a:t>24. c</a:t>
                      </a:r>
                      <a:endParaRPr lang="en-IN" dirty="0">
                        <a:solidFill>
                          <a:schemeClr val="tx2"/>
                        </a:solidFill>
                      </a:endParaRPr>
                    </a:p>
                  </a:txBody>
                  <a:tcPr/>
                </a:tc>
                <a:tc>
                  <a:txBody>
                    <a:bodyPr/>
                    <a:lstStyle/>
                    <a:p>
                      <a:r>
                        <a:rPr lang="en-US" dirty="0">
                          <a:solidFill>
                            <a:schemeClr val="tx2"/>
                          </a:solidFill>
                        </a:rPr>
                        <a:t>25. b</a:t>
                      </a:r>
                      <a:endParaRPr lang="en-IN" dirty="0">
                        <a:solidFill>
                          <a:schemeClr val="tx2"/>
                        </a:solidFill>
                      </a:endParaRPr>
                    </a:p>
                  </a:txBody>
                  <a:tcPr/>
                </a:tc>
                <a:tc>
                  <a:txBody>
                    <a:bodyPr/>
                    <a:lstStyle/>
                    <a:p>
                      <a:endParaRPr lang="en-IN" dirty="0">
                        <a:solidFill>
                          <a:schemeClr val="tx2"/>
                        </a:solidFill>
                      </a:endParaRPr>
                    </a:p>
                  </a:txBody>
                  <a:tcPr/>
                </a:tc>
                <a:tc>
                  <a:txBody>
                    <a:bodyPr/>
                    <a:lstStyle/>
                    <a:p>
                      <a:endParaRPr lang="en-IN">
                        <a:solidFill>
                          <a:schemeClr val="tx2"/>
                        </a:solidFill>
                      </a:endParaRPr>
                    </a:p>
                  </a:txBody>
                  <a:tcPr/>
                </a:tc>
                <a:tc>
                  <a:txBody>
                    <a:bodyPr/>
                    <a:lstStyle/>
                    <a:p>
                      <a:endParaRPr lang="en-IN">
                        <a:solidFill>
                          <a:schemeClr val="tx2"/>
                        </a:solidFill>
                      </a:endParaRPr>
                    </a:p>
                  </a:txBody>
                  <a:tcPr/>
                </a:tc>
                <a:tc>
                  <a:txBody>
                    <a:bodyPr/>
                    <a:lstStyle/>
                    <a:p>
                      <a:endParaRPr lang="en-IN">
                        <a:solidFill>
                          <a:schemeClr val="tx2"/>
                        </a:solidFill>
                      </a:endParaRPr>
                    </a:p>
                  </a:txBody>
                  <a:tcPr/>
                </a:tc>
                <a:tc>
                  <a:txBody>
                    <a:bodyPr/>
                    <a:lstStyle/>
                    <a:p>
                      <a:endParaRPr lang="en-IN" dirty="0">
                        <a:solidFill>
                          <a:schemeClr val="tx2"/>
                        </a:solidFill>
                      </a:endParaRPr>
                    </a:p>
                  </a:txBody>
                  <a:tcPr/>
                </a:tc>
                <a:extLst>
                  <a:ext uri="{0D108BD9-81ED-4DB2-BD59-A6C34878D82A}">
                    <a16:rowId xmlns:a16="http://schemas.microsoft.com/office/drawing/2014/main" val="2736372622"/>
                  </a:ext>
                </a:extLst>
              </a:tr>
            </a:tbl>
          </a:graphicData>
        </a:graphic>
      </p:graphicFrame>
    </p:spTree>
    <p:extLst>
      <p:ext uri="{BB962C8B-B14F-4D97-AF65-F5344CB8AC3E}">
        <p14:creationId xmlns:p14="http://schemas.microsoft.com/office/powerpoint/2010/main" val="2348804217"/>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71">
            <a:extLst>
              <a:ext uri="{FF2B5EF4-FFF2-40B4-BE49-F238E27FC236}">
                <a16:creationId xmlns:a16="http://schemas.microsoft.com/office/drawing/2014/main" id="{EDFE8B6B-AFF8-4B8A-B17B-D4D11DE7BD68}"/>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Freeform: Shape 75">
            <a:extLst>
              <a:ext uri="{FF2B5EF4-FFF2-40B4-BE49-F238E27FC236}">
                <a16:creationId xmlns:a16="http://schemas.microsoft.com/office/drawing/2014/main" id="{C7FB3912-9414-47A7-BCE1-E31998EA61BB}"/>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86020" name="Picture 2" descr="KL Deemed to be University Logo">
            <a:extLst>
              <a:ext uri="{FF2B5EF4-FFF2-40B4-BE49-F238E27FC236}">
                <a16:creationId xmlns:a16="http://schemas.microsoft.com/office/drawing/2014/main" id="{918D8FE9-70D1-4508-9336-E99FCD0678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3505200" cy="83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1" name="Picture 4" descr="C:\Users\mylaptop\AppData\Local\Microsoft\Windows\INetCache\IE\HZ5Y6YNC\Thank_you_pinned_note[1].png">
            <a:extLst>
              <a:ext uri="{FF2B5EF4-FFF2-40B4-BE49-F238E27FC236}">
                <a16:creationId xmlns:a16="http://schemas.microsoft.com/office/drawing/2014/main" id="{DB23B655-F91F-49AB-8BF2-A143AB391E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0731" y="1287463"/>
            <a:ext cx="5570538" cy="557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EB5A40B1-1A29-38B5-E25F-96D05EF9188D}"/>
              </a:ext>
            </a:extLst>
          </p:cNvPr>
          <p:cNvSpPr>
            <a:spLocks noGrp="1"/>
          </p:cNvSpPr>
          <p:nvPr>
            <p:ph type="dt" sz="half" idx="10"/>
          </p:nvPr>
        </p:nvSpPr>
        <p:spPr>
          <a:xfrm>
            <a:off x="331391" y="6356350"/>
            <a:ext cx="1828800" cy="365125"/>
          </a:xfrm>
        </p:spPr>
        <p:txBody>
          <a:bodyPr/>
          <a:lstStyle/>
          <a:p>
            <a:pPr>
              <a:defRPr/>
            </a:pPr>
            <a:fld id="{4A122B20-7841-4147-BC39-9CABEB0EE6DE}" type="datetime1">
              <a:rPr lang="en-US" smtClean="0">
                <a:solidFill>
                  <a:srgbClr val="FF0000"/>
                </a:solidFill>
              </a:rPr>
              <a:t>12/3/2022</a:t>
            </a:fld>
            <a:endParaRPr lang="en-US" dirty="0">
              <a:solidFill>
                <a:srgbClr val="FF0000"/>
              </a:solidFill>
            </a:endParaRPr>
          </a:p>
        </p:txBody>
      </p:sp>
      <p:sp>
        <p:nvSpPr>
          <p:cNvPr id="3" name="Footer Placeholder 2">
            <a:extLst>
              <a:ext uri="{FF2B5EF4-FFF2-40B4-BE49-F238E27FC236}">
                <a16:creationId xmlns:a16="http://schemas.microsoft.com/office/drawing/2014/main" id="{EB04EB59-BFCE-5A7D-929A-6668C28FE5A0}"/>
              </a:ext>
            </a:extLst>
          </p:cNvPr>
          <p:cNvSpPr>
            <a:spLocks noGrp="1"/>
          </p:cNvSpPr>
          <p:nvPr>
            <p:ph type="ftr" sz="quarter" idx="11"/>
          </p:nvPr>
        </p:nvSpPr>
        <p:spPr/>
        <p:txBody>
          <a:bodyPr/>
          <a:lstStyle/>
          <a:p>
            <a:pPr>
              <a:defRPr/>
            </a:pPr>
            <a:r>
              <a:rPr lang="en-IN" dirty="0">
                <a:solidFill>
                  <a:srgbClr val="FF0000"/>
                </a:solidFill>
              </a:rPr>
              <a:t>Q AND R DIVISION (C.S.S. DEPARTMENT)</a:t>
            </a:r>
          </a:p>
        </p:txBody>
      </p:sp>
      <p:sp>
        <p:nvSpPr>
          <p:cNvPr id="6" name="Slide Number Placeholder 5">
            <a:extLst>
              <a:ext uri="{FF2B5EF4-FFF2-40B4-BE49-F238E27FC236}">
                <a16:creationId xmlns:a16="http://schemas.microsoft.com/office/drawing/2014/main" id="{F2E578E5-F6CE-E7BC-CAC0-76FDDE07DF44}"/>
              </a:ext>
            </a:extLst>
          </p:cNvPr>
          <p:cNvSpPr>
            <a:spLocks noGrp="1"/>
          </p:cNvSpPr>
          <p:nvPr>
            <p:ph type="sldNum" sz="quarter" idx="12"/>
          </p:nvPr>
        </p:nvSpPr>
        <p:spPr>
          <a:xfrm>
            <a:off x="10031809" y="6356350"/>
            <a:ext cx="1828800" cy="365125"/>
          </a:xfrm>
        </p:spPr>
        <p:txBody>
          <a:bodyPr/>
          <a:lstStyle/>
          <a:p>
            <a:pPr>
              <a:defRPr/>
            </a:pPr>
            <a:fld id="{09188413-70F9-4011-ADAA-2186BBC4A446}" type="slidenum">
              <a:rPr lang="en-US" altLang="en-US" smtClean="0">
                <a:solidFill>
                  <a:srgbClr val="FF0000"/>
                </a:solidFill>
              </a:rPr>
              <a:pPr>
                <a:defRPr/>
              </a:pPr>
              <a:t>35</a:t>
            </a:fld>
            <a:endParaRPr lang="en-US" altLang="en-US" dirty="0">
              <a:solidFill>
                <a:srgbClr val="FF0000"/>
              </a:solidFill>
            </a:endParaRPr>
          </a:p>
        </p:txBody>
      </p:sp>
    </p:spTree>
  </p:cSld>
  <p:clrMapOvr>
    <a:masterClrMapping/>
  </p:clrMapOvr>
  <p:transition spd="med">
    <p:fade/>
  </p:transition>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8886</TotalTime>
  <Words>2203</Words>
  <Application>Microsoft Office PowerPoint</Application>
  <PresentationFormat>Widescreen</PresentationFormat>
  <Paragraphs>271</Paragraphs>
  <Slides>35</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Calibri</vt:lpstr>
      <vt:lpstr>Cambria</vt:lpstr>
      <vt:lpstr>Euphemia</vt:lpstr>
      <vt:lpstr>Plantagenet Cherokee</vt:lpstr>
      <vt:lpstr>Times New Roman</vt:lpstr>
      <vt:lpstr>Wingdings</vt:lpstr>
      <vt:lpstr>Academic Literature 16x9</vt:lpstr>
      <vt:lpstr>Welcome TO QUANTITATIVE APTITUDE  &amp; REASONING DIVISION</vt:lpstr>
      <vt:lpstr>PROBLEM SOLVING SKILLS-I   (21UC3105) </vt:lpstr>
      <vt:lpstr>NUMBER - LETTER SERIES  &amp;  ANALOGY </vt:lpstr>
      <vt:lpstr> </vt:lpstr>
      <vt:lpstr> </vt:lpstr>
      <vt:lpstr> </vt:lpstr>
      <vt:lpstr> </vt:lpstr>
      <vt:lpstr>PowerPoint Presentation</vt:lpstr>
      <vt:lpstr>PowerPoint Presentation</vt:lpstr>
      <vt:lpstr>PowerPoint Presentation</vt:lpstr>
      <vt:lpstr>PowerPoint Presentation</vt:lpstr>
      <vt:lpstr>PowerPoint Presentation</vt:lpstr>
      <vt:lpstr>   LETTER SERIES</vt:lpstr>
      <vt:lpstr>   LETTER SERIES</vt:lpstr>
      <vt:lpstr>   LETTER SERIES</vt:lpstr>
      <vt:lpstr>   LETTER SERIES</vt:lpstr>
      <vt:lpstr>         NUMBER AND LETTER ANALOGY </vt:lpstr>
      <vt:lpstr>         NUMBER AND LETTER ANALOGY </vt:lpstr>
      <vt:lpstr>         NUMBER AND LETTER ANALOGY</vt:lpstr>
      <vt:lpstr>         NUMBER AND LETTER ANALOG </vt:lpstr>
      <vt:lpstr>         NUMBER AND LETTER ANALOGY</vt:lpstr>
      <vt:lpstr>         NUMBER AND LETTER ANALOGY</vt:lpstr>
      <vt:lpstr>         NUMBER AND LETTER ANALOGY</vt:lpstr>
      <vt:lpstr>         NUMBER AND LETTER ANALOGY</vt:lpstr>
      <vt:lpstr>         NUMBER AND LETTER ANALOGY</vt:lpstr>
      <vt:lpstr>         NUMBER AND LETTER ANALOGY</vt:lpstr>
      <vt:lpstr>         NUMBER AND LETTER ANALOGY</vt:lpstr>
      <vt:lpstr>         NUMBER AND LETTER ANALOGY</vt:lpstr>
      <vt:lpstr>         NUMBER AND LETTER ANALOGY</vt:lpstr>
      <vt:lpstr>         NUMBER AND LETTER ANALOGY</vt:lpstr>
      <vt:lpstr>         NUMBER AND LETTER ANALOGY</vt:lpstr>
      <vt:lpstr>         NUMBER AND LETTER ANALOGY</vt:lpstr>
      <vt:lpstr>         NUMBER AND LETTER ANALOGY</vt:lpstr>
      <vt:lpstr>         NUMBER AND LETTER ANALOGY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klu</dc:creator>
  <cp:lastModifiedBy>SUNIL KUMAR</cp:lastModifiedBy>
  <cp:revision>198</cp:revision>
  <dcterms:created xsi:type="dcterms:W3CDTF">2020-07-20T07:07:45Z</dcterms:created>
  <dcterms:modified xsi:type="dcterms:W3CDTF">2022-12-03T11:10:10Z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