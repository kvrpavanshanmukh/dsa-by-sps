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9" r:id="rId1"/>
  </p:sldMasterIdLst>
  <p:notesMasterIdLst>
    <p:notesMasterId r:id="rId33"/>
  </p:notesMasterIdLst>
  <p:sldIdLst>
    <p:sldId id="308" r:id="rId2"/>
    <p:sldId id="281" r:id="rId3"/>
    <p:sldId id="310" r:id="rId4"/>
    <p:sldId id="311" r:id="rId5"/>
    <p:sldId id="283" r:id="rId6"/>
    <p:sldId id="284" r:id="rId7"/>
    <p:sldId id="285" r:id="rId8"/>
    <p:sldId id="286" r:id="rId9"/>
    <p:sldId id="293" r:id="rId10"/>
    <p:sldId id="294" r:id="rId11"/>
    <p:sldId id="256" r:id="rId12"/>
    <p:sldId id="282" r:id="rId13"/>
    <p:sldId id="316" r:id="rId14"/>
    <p:sldId id="320" r:id="rId15"/>
    <p:sldId id="321" r:id="rId16"/>
    <p:sldId id="322" r:id="rId17"/>
    <p:sldId id="323" r:id="rId18"/>
    <p:sldId id="324" r:id="rId19"/>
    <p:sldId id="325" r:id="rId20"/>
    <p:sldId id="326" r:id="rId21"/>
    <p:sldId id="312" r:id="rId22"/>
    <p:sldId id="313" r:id="rId23"/>
    <p:sldId id="314" r:id="rId24"/>
    <p:sldId id="315" r:id="rId25"/>
    <p:sldId id="317" r:id="rId26"/>
    <p:sldId id="318" r:id="rId27"/>
    <p:sldId id="319" r:id="rId28"/>
    <p:sldId id="327" r:id="rId29"/>
    <p:sldId id="328" r:id="rId30"/>
    <p:sldId id="329" r:id="rId31"/>
    <p:sldId id="307"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949589-8C44-43DD-90A9-F80E9CFEC503}" v="540" dt="2026-02-17T12:28:40.2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1" d="100"/>
          <a:sy n="91" d="100"/>
        </p:scale>
        <p:origin x="37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ra prasad" userId="0a902c44138833d1" providerId="LiveId" clId="{469AA078-3049-4549-8371-BDC530C36859}"/>
    <pc:docChg chg="undo redo custSel addSld delSld modSld sldOrd">
      <pc:chgData name="vara prasad" userId="0a902c44138833d1" providerId="LiveId" clId="{469AA078-3049-4549-8371-BDC530C36859}" dt="2026-02-17T12:28:40.238" v="769" actId="20577"/>
      <pc:docMkLst>
        <pc:docMk/>
      </pc:docMkLst>
      <pc:sldChg chg="delSp del">
        <pc:chgData name="vara prasad" userId="0a902c44138833d1" providerId="LiveId" clId="{469AA078-3049-4549-8371-BDC530C36859}" dt="2026-02-17T10:43:13.472" v="46" actId="2696"/>
        <pc:sldMkLst>
          <pc:docMk/>
          <pc:sldMk cId="1432077748" sldId="256"/>
        </pc:sldMkLst>
        <pc:picChg chg="del">
          <ac:chgData name="vara prasad" userId="0a902c44138833d1" providerId="LiveId" clId="{469AA078-3049-4549-8371-BDC530C36859}" dt="2026-02-17T10:41:28.611" v="5" actId="478"/>
          <ac:picMkLst>
            <pc:docMk/>
            <pc:sldMk cId="1432077748" sldId="256"/>
            <ac:picMk id="6" creationId="{AFC31D7A-B210-7073-56C6-B8B0B7D15D6A}"/>
          </ac:picMkLst>
        </pc:picChg>
      </pc:sldChg>
      <pc:sldChg chg="add">
        <pc:chgData name="vara prasad" userId="0a902c44138833d1" providerId="LiveId" clId="{469AA078-3049-4549-8371-BDC530C36859}" dt="2026-02-17T10:43:18.386" v="47"/>
        <pc:sldMkLst>
          <pc:docMk/>
          <pc:sldMk cId="4285884885" sldId="256"/>
        </pc:sldMkLst>
      </pc:sldChg>
      <pc:sldChg chg="delSp del mod">
        <pc:chgData name="vara prasad" userId="0a902c44138833d1" providerId="LiveId" clId="{469AA078-3049-4549-8371-BDC530C36859}" dt="2026-02-17T10:41:19.078" v="3" actId="47"/>
        <pc:sldMkLst>
          <pc:docMk/>
          <pc:sldMk cId="1530134855" sldId="257"/>
        </pc:sldMkLst>
        <pc:spChg chg="del">
          <ac:chgData name="vara prasad" userId="0a902c44138833d1" providerId="LiveId" clId="{469AA078-3049-4549-8371-BDC530C36859}" dt="2026-02-17T10:41:12.369" v="1" actId="478"/>
          <ac:spMkLst>
            <pc:docMk/>
            <pc:sldMk cId="1530134855" sldId="257"/>
            <ac:spMk id="3" creationId="{3EBDBBA2-AE31-7862-6FCA-B5FDEC786BA7}"/>
          </ac:spMkLst>
        </pc:spChg>
        <pc:spChg chg="del">
          <ac:chgData name="vara prasad" userId="0a902c44138833d1" providerId="LiveId" clId="{469AA078-3049-4549-8371-BDC530C36859}" dt="2026-02-17T10:41:16.705" v="2" actId="478"/>
          <ac:spMkLst>
            <pc:docMk/>
            <pc:sldMk cId="1530134855" sldId="257"/>
            <ac:spMk id="4" creationId="{FEBCF181-F0FC-E78A-BA5C-D99757E1DFE0}"/>
          </ac:spMkLst>
        </pc:spChg>
        <pc:picChg chg="del">
          <ac:chgData name="vara prasad" userId="0a902c44138833d1" providerId="LiveId" clId="{469AA078-3049-4549-8371-BDC530C36859}" dt="2026-02-17T10:41:07.437" v="0" actId="478"/>
          <ac:picMkLst>
            <pc:docMk/>
            <pc:sldMk cId="1530134855" sldId="257"/>
            <ac:picMk id="2" creationId="{4E141D44-9314-14D2-E6D4-2B153D243BBB}"/>
          </ac:picMkLst>
        </pc:picChg>
      </pc:sldChg>
      <pc:sldChg chg="del">
        <pc:chgData name="vara prasad" userId="0a902c44138833d1" providerId="LiveId" clId="{469AA078-3049-4549-8371-BDC530C36859}" dt="2026-02-17T10:42:31.541" v="15" actId="47"/>
        <pc:sldMkLst>
          <pc:docMk/>
          <pc:sldMk cId="3138181822" sldId="259"/>
        </pc:sldMkLst>
      </pc:sldChg>
      <pc:sldChg chg="del">
        <pc:chgData name="vara prasad" userId="0a902c44138833d1" providerId="LiveId" clId="{469AA078-3049-4549-8371-BDC530C36859}" dt="2026-02-17T10:42:31.955" v="16" actId="47"/>
        <pc:sldMkLst>
          <pc:docMk/>
          <pc:sldMk cId="2598715276" sldId="260"/>
        </pc:sldMkLst>
      </pc:sldChg>
      <pc:sldChg chg="del">
        <pc:chgData name="vara prasad" userId="0a902c44138833d1" providerId="LiveId" clId="{469AA078-3049-4549-8371-BDC530C36859}" dt="2026-02-17T10:42:32.225" v="17" actId="47"/>
        <pc:sldMkLst>
          <pc:docMk/>
          <pc:sldMk cId="3646503918" sldId="261"/>
        </pc:sldMkLst>
      </pc:sldChg>
      <pc:sldChg chg="del">
        <pc:chgData name="vara prasad" userId="0a902c44138833d1" providerId="LiveId" clId="{469AA078-3049-4549-8371-BDC530C36859}" dt="2026-02-17T10:42:32.385" v="18" actId="47"/>
        <pc:sldMkLst>
          <pc:docMk/>
          <pc:sldMk cId="2537363788" sldId="263"/>
        </pc:sldMkLst>
      </pc:sldChg>
      <pc:sldChg chg="del">
        <pc:chgData name="vara prasad" userId="0a902c44138833d1" providerId="LiveId" clId="{469AA078-3049-4549-8371-BDC530C36859}" dt="2026-02-17T10:42:32.562" v="19" actId="47"/>
        <pc:sldMkLst>
          <pc:docMk/>
          <pc:sldMk cId="2455301673" sldId="266"/>
        </pc:sldMkLst>
      </pc:sldChg>
      <pc:sldChg chg="del">
        <pc:chgData name="vara prasad" userId="0a902c44138833d1" providerId="LiveId" clId="{469AA078-3049-4549-8371-BDC530C36859}" dt="2026-02-17T10:42:32.743" v="20" actId="47"/>
        <pc:sldMkLst>
          <pc:docMk/>
          <pc:sldMk cId="2541028520" sldId="269"/>
        </pc:sldMkLst>
      </pc:sldChg>
      <pc:sldChg chg="del">
        <pc:chgData name="vara prasad" userId="0a902c44138833d1" providerId="LiveId" clId="{469AA078-3049-4549-8371-BDC530C36859}" dt="2026-02-17T10:42:32.930" v="21" actId="47"/>
        <pc:sldMkLst>
          <pc:docMk/>
          <pc:sldMk cId="4019786279" sldId="272"/>
        </pc:sldMkLst>
      </pc:sldChg>
      <pc:sldChg chg="del">
        <pc:chgData name="vara prasad" userId="0a902c44138833d1" providerId="LiveId" clId="{469AA078-3049-4549-8371-BDC530C36859}" dt="2026-02-17T10:42:33.105" v="22" actId="47"/>
        <pc:sldMkLst>
          <pc:docMk/>
          <pc:sldMk cId="589000737" sldId="274"/>
        </pc:sldMkLst>
      </pc:sldChg>
      <pc:sldChg chg="del">
        <pc:chgData name="vara prasad" userId="0a902c44138833d1" providerId="LiveId" clId="{469AA078-3049-4549-8371-BDC530C36859}" dt="2026-02-17T10:42:33.268" v="23" actId="47"/>
        <pc:sldMkLst>
          <pc:docMk/>
          <pc:sldMk cId="1349326686" sldId="278"/>
        </pc:sldMkLst>
      </pc:sldChg>
      <pc:sldChg chg="del">
        <pc:chgData name="vara prasad" userId="0a902c44138833d1" providerId="LiveId" clId="{469AA078-3049-4549-8371-BDC530C36859}" dt="2026-02-17T10:42:33.460" v="24" actId="47"/>
        <pc:sldMkLst>
          <pc:docMk/>
          <pc:sldMk cId="2933169670" sldId="279"/>
        </pc:sldMkLst>
      </pc:sldChg>
      <pc:sldChg chg="delSp">
        <pc:chgData name="vara prasad" userId="0a902c44138833d1" providerId="LiveId" clId="{469AA078-3049-4549-8371-BDC530C36859}" dt="2026-02-17T10:41:23.248" v="4" actId="478"/>
        <pc:sldMkLst>
          <pc:docMk/>
          <pc:sldMk cId="2854080035" sldId="281"/>
        </pc:sldMkLst>
        <pc:picChg chg="del">
          <ac:chgData name="vara prasad" userId="0a902c44138833d1" providerId="LiveId" clId="{469AA078-3049-4549-8371-BDC530C36859}" dt="2026-02-17T10:41:23.248" v="4" actId="478"/>
          <ac:picMkLst>
            <pc:docMk/>
            <pc:sldMk cId="2854080035" sldId="281"/>
            <ac:picMk id="10" creationId="{6BE3F434-C958-27D4-CEB6-0A6EF77BED7E}"/>
          </ac:picMkLst>
        </pc:picChg>
      </pc:sldChg>
      <pc:sldChg chg="modSp add mod">
        <pc:chgData name="vara prasad" userId="0a902c44138833d1" providerId="LiveId" clId="{469AA078-3049-4549-8371-BDC530C36859}" dt="2026-02-17T10:58:20.763" v="198" actId="11"/>
        <pc:sldMkLst>
          <pc:docMk/>
          <pc:sldMk cId="2117358385" sldId="282"/>
        </pc:sldMkLst>
        <pc:spChg chg="mod">
          <ac:chgData name="vara prasad" userId="0a902c44138833d1" providerId="LiveId" clId="{469AA078-3049-4549-8371-BDC530C36859}" dt="2026-02-17T10:58:20.763" v="198" actId="11"/>
          <ac:spMkLst>
            <pc:docMk/>
            <pc:sldMk cId="2117358385" sldId="282"/>
            <ac:spMk id="5" creationId="{5499945A-20AE-B236-4E91-FD3847CAE094}"/>
          </ac:spMkLst>
        </pc:spChg>
      </pc:sldChg>
      <pc:sldChg chg="delSp del">
        <pc:chgData name="vara prasad" userId="0a902c44138833d1" providerId="LiveId" clId="{469AA078-3049-4549-8371-BDC530C36859}" dt="2026-02-17T10:43:13.472" v="46" actId="2696"/>
        <pc:sldMkLst>
          <pc:docMk/>
          <pc:sldMk cId="3428713039" sldId="282"/>
        </pc:sldMkLst>
        <pc:picChg chg="del">
          <ac:chgData name="vara prasad" userId="0a902c44138833d1" providerId="LiveId" clId="{469AA078-3049-4549-8371-BDC530C36859}" dt="2026-02-17T10:41:36.568" v="6" actId="478"/>
          <ac:picMkLst>
            <pc:docMk/>
            <pc:sldMk cId="3428713039" sldId="282"/>
            <ac:picMk id="2" creationId="{E85EE8D2-E106-F3BB-9190-10D965F112AE}"/>
          </ac:picMkLst>
        </pc:picChg>
      </pc:sldChg>
      <pc:sldChg chg="delSp modSp mod">
        <pc:chgData name="vara prasad" userId="0a902c44138833d1" providerId="LiveId" clId="{469AA078-3049-4549-8371-BDC530C36859}" dt="2026-02-17T10:44:43.308" v="68" actId="20577"/>
        <pc:sldMkLst>
          <pc:docMk/>
          <pc:sldMk cId="3362972116" sldId="283"/>
        </pc:sldMkLst>
        <pc:spChg chg="mod">
          <ac:chgData name="vara prasad" userId="0a902c44138833d1" providerId="LiveId" clId="{469AA078-3049-4549-8371-BDC530C36859}" dt="2026-02-17T10:44:43.308" v="68" actId="20577"/>
          <ac:spMkLst>
            <pc:docMk/>
            <pc:sldMk cId="3362972116" sldId="283"/>
            <ac:spMk id="4" creationId="{E5BE4903-78EE-0EFE-7317-F87DE0718544}"/>
          </ac:spMkLst>
        </pc:spChg>
        <pc:spChg chg="mod">
          <ac:chgData name="vara prasad" userId="0a902c44138833d1" providerId="LiveId" clId="{469AA078-3049-4549-8371-BDC530C36859}" dt="2026-02-17T10:44:42.784" v="67"/>
          <ac:spMkLst>
            <pc:docMk/>
            <pc:sldMk cId="3362972116" sldId="283"/>
            <ac:spMk id="5" creationId="{93C551F3-51F2-DEA6-93A8-1C314BBF3282}"/>
          </ac:spMkLst>
        </pc:spChg>
        <pc:picChg chg="del">
          <ac:chgData name="vara prasad" userId="0a902c44138833d1" providerId="LiveId" clId="{469AA078-3049-4549-8371-BDC530C36859}" dt="2026-02-17T10:41:40.029" v="7" actId="478"/>
          <ac:picMkLst>
            <pc:docMk/>
            <pc:sldMk cId="3362972116" sldId="283"/>
            <ac:picMk id="2" creationId="{D14DC18A-4905-557D-D324-4AA6C3F44B4B}"/>
          </ac:picMkLst>
        </pc:picChg>
      </pc:sldChg>
      <pc:sldChg chg="delSp">
        <pc:chgData name="vara prasad" userId="0a902c44138833d1" providerId="LiveId" clId="{469AA078-3049-4549-8371-BDC530C36859}" dt="2026-02-17T10:41:44.369" v="8" actId="478"/>
        <pc:sldMkLst>
          <pc:docMk/>
          <pc:sldMk cId="1395219340" sldId="284"/>
        </pc:sldMkLst>
        <pc:picChg chg="del">
          <ac:chgData name="vara prasad" userId="0a902c44138833d1" providerId="LiveId" clId="{469AA078-3049-4549-8371-BDC530C36859}" dt="2026-02-17T10:41:44.369" v="8" actId="478"/>
          <ac:picMkLst>
            <pc:docMk/>
            <pc:sldMk cId="1395219340" sldId="284"/>
            <ac:picMk id="2" creationId="{521783AB-4F64-EC11-97F9-6481125B33F7}"/>
          </ac:picMkLst>
        </pc:picChg>
      </pc:sldChg>
      <pc:sldChg chg="delSp">
        <pc:chgData name="vara prasad" userId="0a902c44138833d1" providerId="LiveId" clId="{469AA078-3049-4549-8371-BDC530C36859}" dt="2026-02-17T10:41:48.503" v="9" actId="478"/>
        <pc:sldMkLst>
          <pc:docMk/>
          <pc:sldMk cId="1080291131" sldId="285"/>
        </pc:sldMkLst>
        <pc:picChg chg="del">
          <ac:chgData name="vara prasad" userId="0a902c44138833d1" providerId="LiveId" clId="{469AA078-3049-4549-8371-BDC530C36859}" dt="2026-02-17T10:41:48.503" v="9" actId="478"/>
          <ac:picMkLst>
            <pc:docMk/>
            <pc:sldMk cId="1080291131" sldId="285"/>
            <ac:picMk id="2" creationId="{CAF85652-6A6F-95F3-5E71-55CAEB475CD6}"/>
          </ac:picMkLst>
        </pc:picChg>
      </pc:sldChg>
      <pc:sldChg chg="delSp">
        <pc:chgData name="vara prasad" userId="0a902c44138833d1" providerId="LiveId" clId="{469AA078-3049-4549-8371-BDC530C36859}" dt="2026-02-17T10:41:53.644" v="10" actId="478"/>
        <pc:sldMkLst>
          <pc:docMk/>
          <pc:sldMk cId="3535455213" sldId="286"/>
        </pc:sldMkLst>
        <pc:picChg chg="del">
          <ac:chgData name="vara prasad" userId="0a902c44138833d1" providerId="LiveId" clId="{469AA078-3049-4549-8371-BDC530C36859}" dt="2026-02-17T10:41:53.644" v="10" actId="478"/>
          <ac:picMkLst>
            <pc:docMk/>
            <pc:sldMk cId="3535455213" sldId="286"/>
            <ac:picMk id="2" creationId="{09A14175-D4F2-A29B-1319-2295F43359D7}"/>
          </ac:picMkLst>
        </pc:picChg>
      </pc:sldChg>
      <pc:sldChg chg="del">
        <pc:chgData name="vara prasad" userId="0a902c44138833d1" providerId="LiveId" clId="{469AA078-3049-4549-8371-BDC530C36859}" dt="2026-02-17T10:42:34.041" v="27" actId="47"/>
        <pc:sldMkLst>
          <pc:docMk/>
          <pc:sldMk cId="1119033973" sldId="287"/>
        </pc:sldMkLst>
      </pc:sldChg>
      <pc:sldChg chg="delSp">
        <pc:chgData name="vara prasad" userId="0a902c44138833d1" providerId="LiveId" clId="{469AA078-3049-4549-8371-BDC530C36859}" dt="2026-02-17T10:42:43.644" v="38" actId="478"/>
        <pc:sldMkLst>
          <pc:docMk/>
          <pc:sldMk cId="600348584" sldId="288"/>
        </pc:sldMkLst>
        <pc:picChg chg="del">
          <ac:chgData name="vara prasad" userId="0a902c44138833d1" providerId="LiveId" clId="{469AA078-3049-4549-8371-BDC530C36859}" dt="2026-02-17T10:42:43.644" v="38" actId="478"/>
          <ac:picMkLst>
            <pc:docMk/>
            <pc:sldMk cId="600348584" sldId="288"/>
            <ac:picMk id="61" creationId="{39F00E1B-839C-C4E5-8102-23BC6A9FC60A}"/>
          </ac:picMkLst>
        </pc:picChg>
      </pc:sldChg>
      <pc:sldChg chg="delSp">
        <pc:chgData name="vara prasad" userId="0a902c44138833d1" providerId="LiveId" clId="{469AA078-3049-4549-8371-BDC530C36859}" dt="2026-02-17T10:42:45.896" v="39" actId="478"/>
        <pc:sldMkLst>
          <pc:docMk/>
          <pc:sldMk cId="1315466949" sldId="289"/>
        </pc:sldMkLst>
        <pc:picChg chg="del">
          <ac:chgData name="vara prasad" userId="0a902c44138833d1" providerId="LiveId" clId="{469AA078-3049-4549-8371-BDC530C36859}" dt="2026-02-17T10:42:45.896" v="39" actId="478"/>
          <ac:picMkLst>
            <pc:docMk/>
            <pc:sldMk cId="1315466949" sldId="289"/>
            <ac:picMk id="2" creationId="{FF0D85AA-B3EC-E5F0-4854-C6D828DB4B16}"/>
          </ac:picMkLst>
        </pc:picChg>
      </pc:sldChg>
      <pc:sldChg chg="delSp">
        <pc:chgData name="vara prasad" userId="0a902c44138833d1" providerId="LiveId" clId="{469AA078-3049-4549-8371-BDC530C36859}" dt="2026-02-17T10:42:48.086" v="40" actId="478"/>
        <pc:sldMkLst>
          <pc:docMk/>
          <pc:sldMk cId="1180381303" sldId="290"/>
        </pc:sldMkLst>
        <pc:picChg chg="del">
          <ac:chgData name="vara prasad" userId="0a902c44138833d1" providerId="LiveId" clId="{469AA078-3049-4549-8371-BDC530C36859}" dt="2026-02-17T10:42:48.086" v="40" actId="478"/>
          <ac:picMkLst>
            <pc:docMk/>
            <pc:sldMk cId="1180381303" sldId="290"/>
            <ac:picMk id="2" creationId="{778ED247-5834-A1EC-F79C-A8C95CC13D31}"/>
          </ac:picMkLst>
        </pc:picChg>
      </pc:sldChg>
      <pc:sldChg chg="delSp">
        <pc:chgData name="vara prasad" userId="0a902c44138833d1" providerId="LiveId" clId="{469AA078-3049-4549-8371-BDC530C36859}" dt="2026-02-17T10:42:49.925" v="41" actId="478"/>
        <pc:sldMkLst>
          <pc:docMk/>
          <pc:sldMk cId="2942041976" sldId="291"/>
        </pc:sldMkLst>
        <pc:picChg chg="del">
          <ac:chgData name="vara prasad" userId="0a902c44138833d1" providerId="LiveId" clId="{469AA078-3049-4549-8371-BDC530C36859}" dt="2026-02-17T10:42:49.925" v="41" actId="478"/>
          <ac:picMkLst>
            <pc:docMk/>
            <pc:sldMk cId="2942041976" sldId="291"/>
            <ac:picMk id="2" creationId="{8BD3AEA1-1989-3B44-64C1-0F3CB13544F6}"/>
          </ac:picMkLst>
        </pc:picChg>
      </pc:sldChg>
      <pc:sldChg chg="delSp">
        <pc:chgData name="vara prasad" userId="0a902c44138833d1" providerId="LiveId" clId="{469AA078-3049-4549-8371-BDC530C36859}" dt="2026-02-17T10:42:51.718" v="42" actId="478"/>
        <pc:sldMkLst>
          <pc:docMk/>
          <pc:sldMk cId="3811439761" sldId="292"/>
        </pc:sldMkLst>
        <pc:picChg chg="del">
          <ac:chgData name="vara prasad" userId="0a902c44138833d1" providerId="LiveId" clId="{469AA078-3049-4549-8371-BDC530C36859}" dt="2026-02-17T10:42:51.718" v="42" actId="478"/>
          <ac:picMkLst>
            <pc:docMk/>
            <pc:sldMk cId="3811439761" sldId="292"/>
            <ac:picMk id="2" creationId="{2EBEE048-B4FB-F7F3-F648-8E0F248CDE1C}"/>
          </ac:picMkLst>
        </pc:picChg>
      </pc:sldChg>
      <pc:sldChg chg="delSp">
        <pc:chgData name="vara prasad" userId="0a902c44138833d1" providerId="LiveId" clId="{469AA078-3049-4549-8371-BDC530C36859}" dt="2026-02-17T10:41:57.980" v="11" actId="478"/>
        <pc:sldMkLst>
          <pc:docMk/>
          <pc:sldMk cId="4288427822" sldId="293"/>
        </pc:sldMkLst>
        <pc:picChg chg="del">
          <ac:chgData name="vara prasad" userId="0a902c44138833d1" providerId="LiveId" clId="{469AA078-3049-4549-8371-BDC530C36859}" dt="2026-02-17T10:41:57.980" v="11" actId="478"/>
          <ac:picMkLst>
            <pc:docMk/>
            <pc:sldMk cId="4288427822" sldId="293"/>
            <ac:picMk id="2" creationId="{EB346AF7-62CD-280B-4030-6B7C0D39D2AA}"/>
          </ac:picMkLst>
        </pc:picChg>
      </pc:sldChg>
      <pc:sldChg chg="delSp">
        <pc:chgData name="vara prasad" userId="0a902c44138833d1" providerId="LiveId" clId="{469AA078-3049-4549-8371-BDC530C36859}" dt="2026-02-17T10:42:04.669" v="12" actId="478"/>
        <pc:sldMkLst>
          <pc:docMk/>
          <pc:sldMk cId="1887048071" sldId="294"/>
        </pc:sldMkLst>
        <pc:picChg chg="del">
          <ac:chgData name="vara prasad" userId="0a902c44138833d1" providerId="LiveId" clId="{469AA078-3049-4549-8371-BDC530C36859}" dt="2026-02-17T10:42:04.669" v="12" actId="478"/>
          <ac:picMkLst>
            <pc:docMk/>
            <pc:sldMk cId="1887048071" sldId="294"/>
            <ac:picMk id="2" creationId="{74CEEBDE-EA82-6BF5-9403-37F9B3B5FE40}"/>
          </ac:picMkLst>
        </pc:picChg>
      </pc:sldChg>
      <pc:sldChg chg="del">
        <pc:chgData name="vara prasad" userId="0a902c44138833d1" providerId="LiveId" clId="{469AA078-3049-4549-8371-BDC530C36859}" dt="2026-02-17T10:42:26.873" v="13" actId="47"/>
        <pc:sldMkLst>
          <pc:docMk/>
          <pc:sldMk cId="1368449064" sldId="295"/>
        </pc:sldMkLst>
      </pc:sldChg>
      <pc:sldChg chg="del">
        <pc:chgData name="vara prasad" userId="0a902c44138833d1" providerId="LiveId" clId="{469AA078-3049-4549-8371-BDC530C36859}" dt="2026-02-17T10:42:30.939" v="14" actId="47"/>
        <pc:sldMkLst>
          <pc:docMk/>
          <pc:sldMk cId="2929949811" sldId="296"/>
        </pc:sldMkLst>
      </pc:sldChg>
      <pc:sldChg chg="del">
        <pc:chgData name="vara prasad" userId="0a902c44138833d1" providerId="LiveId" clId="{469AA078-3049-4549-8371-BDC530C36859}" dt="2026-02-17T10:42:33.646" v="25" actId="47"/>
        <pc:sldMkLst>
          <pc:docMk/>
          <pc:sldMk cId="3220467997" sldId="297"/>
        </pc:sldMkLst>
      </pc:sldChg>
      <pc:sldChg chg="del">
        <pc:chgData name="vara prasad" userId="0a902c44138833d1" providerId="LiveId" clId="{469AA078-3049-4549-8371-BDC530C36859}" dt="2026-02-17T10:42:33.852" v="26" actId="47"/>
        <pc:sldMkLst>
          <pc:docMk/>
          <pc:sldMk cId="3562644512" sldId="298"/>
        </pc:sldMkLst>
      </pc:sldChg>
      <pc:sldChg chg="del">
        <pc:chgData name="vara prasad" userId="0a902c44138833d1" providerId="LiveId" clId="{469AA078-3049-4549-8371-BDC530C36859}" dt="2026-02-17T10:42:34.529" v="28" actId="47"/>
        <pc:sldMkLst>
          <pc:docMk/>
          <pc:sldMk cId="1437242423" sldId="299"/>
        </pc:sldMkLst>
      </pc:sldChg>
      <pc:sldChg chg="del">
        <pc:chgData name="vara prasad" userId="0a902c44138833d1" providerId="LiveId" clId="{469AA078-3049-4549-8371-BDC530C36859}" dt="2026-02-17T10:42:34.774" v="29" actId="47"/>
        <pc:sldMkLst>
          <pc:docMk/>
          <pc:sldMk cId="2361487022" sldId="300"/>
        </pc:sldMkLst>
      </pc:sldChg>
      <pc:sldChg chg="del">
        <pc:chgData name="vara prasad" userId="0a902c44138833d1" providerId="LiveId" clId="{469AA078-3049-4549-8371-BDC530C36859}" dt="2026-02-17T10:42:35.013" v="30" actId="47"/>
        <pc:sldMkLst>
          <pc:docMk/>
          <pc:sldMk cId="3794171673" sldId="301"/>
        </pc:sldMkLst>
      </pc:sldChg>
      <pc:sldChg chg="del">
        <pc:chgData name="vara prasad" userId="0a902c44138833d1" providerId="LiveId" clId="{469AA078-3049-4549-8371-BDC530C36859}" dt="2026-02-17T10:42:35.217" v="31" actId="47"/>
        <pc:sldMkLst>
          <pc:docMk/>
          <pc:sldMk cId="1766994625" sldId="302"/>
        </pc:sldMkLst>
      </pc:sldChg>
      <pc:sldChg chg="del">
        <pc:chgData name="vara prasad" userId="0a902c44138833d1" providerId="LiveId" clId="{469AA078-3049-4549-8371-BDC530C36859}" dt="2026-02-17T10:42:35.408" v="32" actId="47"/>
        <pc:sldMkLst>
          <pc:docMk/>
          <pc:sldMk cId="474538922" sldId="303"/>
        </pc:sldMkLst>
      </pc:sldChg>
      <pc:sldChg chg="del">
        <pc:chgData name="vara prasad" userId="0a902c44138833d1" providerId="LiveId" clId="{469AA078-3049-4549-8371-BDC530C36859}" dt="2026-02-17T10:42:35.604" v="33" actId="47"/>
        <pc:sldMkLst>
          <pc:docMk/>
          <pc:sldMk cId="1756145574" sldId="304"/>
        </pc:sldMkLst>
      </pc:sldChg>
      <pc:sldChg chg="del">
        <pc:chgData name="vara prasad" userId="0a902c44138833d1" providerId="LiveId" clId="{469AA078-3049-4549-8371-BDC530C36859}" dt="2026-02-17T10:42:35.981" v="35" actId="47"/>
        <pc:sldMkLst>
          <pc:docMk/>
          <pc:sldMk cId="2361048190" sldId="305"/>
        </pc:sldMkLst>
      </pc:sldChg>
      <pc:sldChg chg="del">
        <pc:chgData name="vara prasad" userId="0a902c44138833d1" providerId="LiveId" clId="{469AA078-3049-4549-8371-BDC530C36859}" dt="2026-02-17T10:42:35.796" v="34" actId="47"/>
        <pc:sldMkLst>
          <pc:docMk/>
          <pc:sldMk cId="1138589803" sldId="306"/>
        </pc:sldMkLst>
      </pc:sldChg>
      <pc:sldChg chg="add del ord">
        <pc:chgData name="vara prasad" userId="0a902c44138833d1" providerId="LiveId" clId="{469AA078-3049-4549-8371-BDC530C36859}" dt="2026-02-17T11:51:46.606" v="622"/>
        <pc:sldMkLst>
          <pc:docMk/>
          <pc:sldMk cId="1594796183" sldId="307"/>
        </pc:sldMkLst>
      </pc:sldChg>
      <pc:sldChg chg="addSp modSp new mod ord">
        <pc:chgData name="vara prasad" userId="0a902c44138833d1" providerId="LiveId" clId="{469AA078-3049-4549-8371-BDC530C36859}" dt="2026-02-17T11:40:41.363" v="558" actId="403"/>
        <pc:sldMkLst>
          <pc:docMk/>
          <pc:sldMk cId="2729488369" sldId="308"/>
        </pc:sldMkLst>
        <pc:spChg chg="add mod">
          <ac:chgData name="vara prasad" userId="0a902c44138833d1" providerId="LiveId" clId="{469AA078-3049-4549-8371-BDC530C36859}" dt="2026-02-17T11:40:17.236" v="537" actId="207"/>
          <ac:spMkLst>
            <pc:docMk/>
            <pc:sldMk cId="2729488369" sldId="308"/>
            <ac:spMk id="2" creationId="{82B7B239-68F2-21AD-2A42-C97BDBBC5828}"/>
          </ac:spMkLst>
        </pc:spChg>
        <pc:spChg chg="add mod">
          <ac:chgData name="vara prasad" userId="0a902c44138833d1" providerId="LiveId" clId="{469AA078-3049-4549-8371-BDC530C36859}" dt="2026-02-17T11:40:41.363" v="558" actId="403"/>
          <ac:spMkLst>
            <pc:docMk/>
            <pc:sldMk cId="2729488369" sldId="308"/>
            <ac:spMk id="3" creationId="{8B84E3A6-E616-6DCD-03B4-6F01DB9C918C}"/>
          </ac:spMkLst>
        </pc:spChg>
      </pc:sldChg>
      <pc:sldChg chg="addSp new del mod">
        <pc:chgData name="vara prasad" userId="0a902c44138833d1" providerId="LiveId" clId="{469AA078-3049-4549-8371-BDC530C36859}" dt="2026-02-17T10:44:51.308" v="70" actId="47"/>
        <pc:sldMkLst>
          <pc:docMk/>
          <pc:sldMk cId="286584916" sldId="309"/>
        </pc:sldMkLst>
        <pc:spChg chg="add">
          <ac:chgData name="vara prasad" userId="0a902c44138833d1" providerId="LiveId" clId="{469AA078-3049-4549-8371-BDC530C36859}" dt="2026-02-17T10:44:05.689" v="49" actId="22"/>
          <ac:spMkLst>
            <pc:docMk/>
            <pc:sldMk cId="286584916" sldId="309"/>
            <ac:spMk id="3" creationId="{1C4F294C-8159-0E67-98A9-EB8D42E107E8}"/>
          </ac:spMkLst>
        </pc:spChg>
      </pc:sldChg>
      <pc:sldChg chg="modSp add mod">
        <pc:chgData name="vara prasad" userId="0a902c44138833d1" providerId="LiveId" clId="{469AA078-3049-4549-8371-BDC530C36859}" dt="2026-02-17T10:45:11.763" v="89" actId="20577"/>
        <pc:sldMkLst>
          <pc:docMk/>
          <pc:sldMk cId="71946417" sldId="310"/>
        </pc:sldMkLst>
        <pc:spChg chg="mod">
          <ac:chgData name="vara prasad" userId="0a902c44138833d1" providerId="LiveId" clId="{469AA078-3049-4549-8371-BDC530C36859}" dt="2026-02-17T10:44:56.368" v="83" actId="20577"/>
          <ac:spMkLst>
            <pc:docMk/>
            <pc:sldMk cId="71946417" sldId="310"/>
            <ac:spMk id="4" creationId="{8B3FB63F-465D-1C6C-72D0-DF1852DB4903}"/>
          </ac:spMkLst>
        </pc:spChg>
        <pc:spChg chg="mod">
          <ac:chgData name="vara prasad" userId="0a902c44138833d1" providerId="LiveId" clId="{469AA078-3049-4549-8371-BDC530C36859}" dt="2026-02-17T10:45:11.763" v="89" actId="20577"/>
          <ac:spMkLst>
            <pc:docMk/>
            <pc:sldMk cId="71946417" sldId="310"/>
            <ac:spMk id="5" creationId="{003A9C13-1199-0E7A-B833-2C7159178A0A}"/>
          </ac:spMkLst>
        </pc:spChg>
      </pc:sldChg>
      <pc:sldChg chg="modSp add mod">
        <pc:chgData name="vara prasad" userId="0a902c44138833d1" providerId="LiveId" clId="{469AA078-3049-4549-8371-BDC530C36859}" dt="2026-02-17T10:46:44.620" v="108" actId="20577"/>
        <pc:sldMkLst>
          <pc:docMk/>
          <pc:sldMk cId="3020249541" sldId="311"/>
        </pc:sldMkLst>
        <pc:spChg chg="mod">
          <ac:chgData name="vara prasad" userId="0a902c44138833d1" providerId="LiveId" clId="{469AA078-3049-4549-8371-BDC530C36859}" dt="2026-02-17T10:46:44.620" v="108" actId="20577"/>
          <ac:spMkLst>
            <pc:docMk/>
            <pc:sldMk cId="3020249541" sldId="311"/>
            <ac:spMk id="5" creationId="{B3608518-C47A-A9E6-393F-4101B50783FA}"/>
          </ac:spMkLst>
        </pc:spChg>
      </pc:sldChg>
      <pc:sldChg chg="modSp add mod modAnim">
        <pc:chgData name="vara prasad" userId="0a902c44138833d1" providerId="LiveId" clId="{469AA078-3049-4549-8371-BDC530C36859}" dt="2026-02-17T10:56:12.211" v="181" actId="5793"/>
        <pc:sldMkLst>
          <pc:docMk/>
          <pc:sldMk cId="3785848943" sldId="312"/>
        </pc:sldMkLst>
        <pc:spChg chg="mod">
          <ac:chgData name="vara prasad" userId="0a902c44138833d1" providerId="LiveId" clId="{469AA078-3049-4549-8371-BDC530C36859}" dt="2026-02-17T10:56:12.211" v="181" actId="5793"/>
          <ac:spMkLst>
            <pc:docMk/>
            <pc:sldMk cId="3785848943" sldId="312"/>
            <ac:spMk id="3" creationId="{D88BFB75-C240-FCBA-6E24-BEA2E88AAC85}"/>
          </ac:spMkLst>
        </pc:spChg>
        <pc:spChg chg="mod">
          <ac:chgData name="vara prasad" userId="0a902c44138833d1" providerId="LiveId" clId="{469AA078-3049-4549-8371-BDC530C36859}" dt="2026-02-17T10:52:21.296" v="150" actId="20577"/>
          <ac:spMkLst>
            <pc:docMk/>
            <pc:sldMk cId="3785848943" sldId="312"/>
            <ac:spMk id="5" creationId="{8222EAD3-9558-A606-C28A-20D2F0185B45}"/>
          </ac:spMkLst>
        </pc:spChg>
      </pc:sldChg>
      <pc:sldChg chg="delSp modSp add mod delAnim">
        <pc:chgData name="vara prasad" userId="0a902c44138833d1" providerId="LiveId" clId="{469AA078-3049-4549-8371-BDC530C36859}" dt="2026-02-17T10:53:26.584" v="172" actId="20577"/>
        <pc:sldMkLst>
          <pc:docMk/>
          <pc:sldMk cId="3097145718" sldId="313"/>
        </pc:sldMkLst>
        <pc:spChg chg="mod">
          <ac:chgData name="vara prasad" userId="0a902c44138833d1" providerId="LiveId" clId="{469AA078-3049-4549-8371-BDC530C36859}" dt="2026-02-17T10:53:26.584" v="172" actId="20577"/>
          <ac:spMkLst>
            <pc:docMk/>
            <pc:sldMk cId="3097145718" sldId="313"/>
            <ac:spMk id="3" creationId="{1E701A32-C2C3-2092-EF28-F28B7F179137}"/>
          </ac:spMkLst>
        </pc:spChg>
        <pc:spChg chg="del">
          <ac:chgData name="vara prasad" userId="0a902c44138833d1" providerId="LiveId" clId="{469AA078-3049-4549-8371-BDC530C36859}" dt="2026-02-17T10:52:36.266" v="152" actId="478"/>
          <ac:spMkLst>
            <pc:docMk/>
            <pc:sldMk cId="3097145718" sldId="313"/>
            <ac:spMk id="5" creationId="{45C0C372-371B-4D25-70B6-7F07F093E121}"/>
          </ac:spMkLst>
        </pc:spChg>
      </pc:sldChg>
      <pc:sldChg chg="add del">
        <pc:chgData name="vara prasad" userId="0a902c44138833d1" providerId="LiveId" clId="{469AA078-3049-4549-8371-BDC530C36859}" dt="2026-02-17T10:55:46.898" v="174" actId="47"/>
        <pc:sldMkLst>
          <pc:docMk/>
          <pc:sldMk cId="1267776980" sldId="314"/>
        </pc:sldMkLst>
      </pc:sldChg>
      <pc:sldChg chg="modSp add">
        <pc:chgData name="vara prasad" userId="0a902c44138833d1" providerId="LiveId" clId="{469AA078-3049-4549-8371-BDC530C36859}" dt="2026-02-17T10:56:40.804" v="189" actId="20577"/>
        <pc:sldMkLst>
          <pc:docMk/>
          <pc:sldMk cId="2820235475" sldId="314"/>
        </pc:sldMkLst>
        <pc:spChg chg="mod">
          <ac:chgData name="vara prasad" userId="0a902c44138833d1" providerId="LiveId" clId="{469AA078-3049-4549-8371-BDC530C36859}" dt="2026-02-17T10:56:40.804" v="189" actId="20577"/>
          <ac:spMkLst>
            <pc:docMk/>
            <pc:sldMk cId="2820235475" sldId="314"/>
            <ac:spMk id="3" creationId="{DFD92A47-CFDE-D35C-89DA-18DC4925B21D}"/>
          </ac:spMkLst>
        </pc:spChg>
        <pc:spChg chg="mod">
          <ac:chgData name="vara prasad" userId="0a902c44138833d1" providerId="LiveId" clId="{469AA078-3049-4549-8371-BDC530C36859}" dt="2026-02-17T10:56:05.152" v="179" actId="20577"/>
          <ac:spMkLst>
            <pc:docMk/>
            <pc:sldMk cId="2820235475" sldId="314"/>
            <ac:spMk id="5" creationId="{F676C540-D131-DF2C-06AC-C374183053C7}"/>
          </ac:spMkLst>
        </pc:spChg>
      </pc:sldChg>
      <pc:sldChg chg="modSp add">
        <pc:chgData name="vara prasad" userId="0a902c44138833d1" providerId="LiveId" clId="{469AA078-3049-4549-8371-BDC530C36859}" dt="2026-02-17T10:57:09.675" v="196" actId="20577"/>
        <pc:sldMkLst>
          <pc:docMk/>
          <pc:sldMk cId="2244088362" sldId="315"/>
        </pc:sldMkLst>
        <pc:spChg chg="mod">
          <ac:chgData name="vara prasad" userId="0a902c44138833d1" providerId="LiveId" clId="{469AA078-3049-4549-8371-BDC530C36859}" dt="2026-02-17T10:57:09.675" v="196" actId="20577"/>
          <ac:spMkLst>
            <pc:docMk/>
            <pc:sldMk cId="2244088362" sldId="315"/>
            <ac:spMk id="3" creationId="{7F099A22-1930-6BE0-5BE8-DD93570175B6}"/>
          </ac:spMkLst>
        </pc:spChg>
      </pc:sldChg>
      <pc:sldChg chg="modSp add mod ord">
        <pc:chgData name="vara prasad" userId="0a902c44138833d1" providerId="LiveId" clId="{469AA078-3049-4549-8371-BDC530C36859}" dt="2026-02-17T11:11:17.388" v="373"/>
        <pc:sldMkLst>
          <pc:docMk/>
          <pc:sldMk cId="2327185175" sldId="316"/>
        </pc:sldMkLst>
        <pc:spChg chg="mod">
          <ac:chgData name="vara prasad" userId="0a902c44138833d1" providerId="LiveId" clId="{469AA078-3049-4549-8371-BDC530C36859}" dt="2026-02-17T10:59:15.901" v="206" actId="11"/>
          <ac:spMkLst>
            <pc:docMk/>
            <pc:sldMk cId="2327185175" sldId="316"/>
            <ac:spMk id="5" creationId="{6B43A00D-16DD-A7CD-CF2B-904E5720122B}"/>
          </ac:spMkLst>
        </pc:spChg>
      </pc:sldChg>
      <pc:sldChg chg="modSp add mod modAnim">
        <pc:chgData name="vara prasad" userId="0a902c44138833d1" providerId="LiveId" clId="{469AA078-3049-4549-8371-BDC530C36859}" dt="2026-02-17T11:04:20.482" v="241"/>
        <pc:sldMkLst>
          <pc:docMk/>
          <pc:sldMk cId="527221967" sldId="317"/>
        </pc:sldMkLst>
        <pc:spChg chg="mod">
          <ac:chgData name="vara prasad" userId="0a902c44138833d1" providerId="LiveId" clId="{469AA078-3049-4549-8371-BDC530C36859}" dt="2026-02-17T11:04:20.482" v="241"/>
          <ac:spMkLst>
            <pc:docMk/>
            <pc:sldMk cId="527221967" sldId="317"/>
            <ac:spMk id="3" creationId="{11A57662-5860-39E6-7BCC-995D803E67AF}"/>
          </ac:spMkLst>
        </pc:spChg>
        <pc:spChg chg="mod">
          <ac:chgData name="vara prasad" userId="0a902c44138833d1" providerId="LiveId" clId="{469AA078-3049-4549-8371-BDC530C36859}" dt="2026-02-17T11:02:22.788" v="225" actId="20577"/>
          <ac:spMkLst>
            <pc:docMk/>
            <pc:sldMk cId="527221967" sldId="317"/>
            <ac:spMk id="5" creationId="{5AEE4012-0DF1-6823-98B3-67329870D6B8}"/>
          </ac:spMkLst>
        </pc:spChg>
      </pc:sldChg>
      <pc:sldChg chg="modSp add mod modAnim">
        <pc:chgData name="vara prasad" userId="0a902c44138833d1" providerId="LiveId" clId="{469AA078-3049-4549-8371-BDC530C36859}" dt="2026-02-17T11:05:24.967" v="266" actId="1076"/>
        <pc:sldMkLst>
          <pc:docMk/>
          <pc:sldMk cId="721579206" sldId="318"/>
        </pc:sldMkLst>
        <pc:spChg chg="mod">
          <ac:chgData name="vara prasad" userId="0a902c44138833d1" providerId="LiveId" clId="{469AA078-3049-4549-8371-BDC530C36859}" dt="2026-02-17T11:05:24.967" v="266" actId="1076"/>
          <ac:spMkLst>
            <pc:docMk/>
            <pc:sldMk cId="721579206" sldId="318"/>
            <ac:spMk id="3" creationId="{C015944A-9F75-F0D5-172B-F71DCE4D4825}"/>
          </ac:spMkLst>
        </pc:spChg>
        <pc:spChg chg="mod">
          <ac:chgData name="vara prasad" userId="0a902c44138833d1" providerId="LiveId" clId="{469AA078-3049-4549-8371-BDC530C36859}" dt="2026-02-17T11:04:36.050" v="249" actId="20577"/>
          <ac:spMkLst>
            <pc:docMk/>
            <pc:sldMk cId="721579206" sldId="318"/>
            <ac:spMk id="5" creationId="{B7605939-8C23-428B-ED57-40E26BB5161C}"/>
          </ac:spMkLst>
        </pc:spChg>
      </pc:sldChg>
      <pc:sldChg chg="modSp add mod modAnim">
        <pc:chgData name="vara prasad" userId="0a902c44138833d1" providerId="LiveId" clId="{469AA078-3049-4549-8371-BDC530C36859}" dt="2026-02-17T11:07:35.606" v="370" actId="255"/>
        <pc:sldMkLst>
          <pc:docMk/>
          <pc:sldMk cId="1193277667" sldId="319"/>
        </pc:sldMkLst>
        <pc:spChg chg="mod">
          <ac:chgData name="vara prasad" userId="0a902c44138833d1" providerId="LiveId" clId="{469AA078-3049-4549-8371-BDC530C36859}" dt="2026-02-17T11:07:35.606" v="370" actId="255"/>
          <ac:spMkLst>
            <pc:docMk/>
            <pc:sldMk cId="1193277667" sldId="319"/>
            <ac:spMk id="3" creationId="{399E82B9-21B4-D396-6AFB-864C7A74CEA9}"/>
          </ac:spMkLst>
        </pc:spChg>
        <pc:spChg chg="mod">
          <ac:chgData name="vara prasad" userId="0a902c44138833d1" providerId="LiveId" clId="{469AA078-3049-4549-8371-BDC530C36859}" dt="2026-02-17T11:06:25.672" v="274" actId="20577"/>
          <ac:spMkLst>
            <pc:docMk/>
            <pc:sldMk cId="1193277667" sldId="319"/>
            <ac:spMk id="5" creationId="{B80C6A7E-CDB1-82D8-5A0D-0EE7009FC2D8}"/>
          </ac:spMkLst>
        </pc:spChg>
      </pc:sldChg>
      <pc:sldChg chg="add del">
        <pc:chgData name="vara prasad" userId="0a902c44138833d1" providerId="LiveId" clId="{469AA078-3049-4549-8371-BDC530C36859}" dt="2026-02-17T11:11:19.724" v="374" actId="47"/>
        <pc:sldMkLst>
          <pc:docMk/>
          <pc:sldMk cId="982654106" sldId="320"/>
        </pc:sldMkLst>
      </pc:sldChg>
      <pc:sldChg chg="modSp add mod">
        <pc:chgData name="vara prasad" userId="0a902c44138833d1" providerId="LiveId" clId="{469AA078-3049-4549-8371-BDC530C36859}" dt="2026-02-17T11:15:19.310" v="395" actId="11"/>
        <pc:sldMkLst>
          <pc:docMk/>
          <pc:sldMk cId="1169843947" sldId="320"/>
        </pc:sldMkLst>
        <pc:spChg chg="mod">
          <ac:chgData name="vara prasad" userId="0a902c44138833d1" providerId="LiveId" clId="{469AA078-3049-4549-8371-BDC530C36859}" dt="2026-02-17T11:15:19.310" v="395" actId="11"/>
          <ac:spMkLst>
            <pc:docMk/>
            <pc:sldMk cId="1169843947" sldId="320"/>
            <ac:spMk id="5" creationId="{C47ED988-7115-7E0D-D1DA-B68BA3EEE80E}"/>
          </ac:spMkLst>
        </pc:spChg>
      </pc:sldChg>
      <pc:sldChg chg="modSp add mod">
        <pc:chgData name="vara prasad" userId="0a902c44138833d1" providerId="LiveId" clId="{469AA078-3049-4549-8371-BDC530C36859}" dt="2026-02-17T11:17:57.861" v="418" actId="11"/>
        <pc:sldMkLst>
          <pc:docMk/>
          <pc:sldMk cId="3126260064" sldId="321"/>
        </pc:sldMkLst>
        <pc:spChg chg="mod">
          <ac:chgData name="vara prasad" userId="0a902c44138833d1" providerId="LiveId" clId="{469AA078-3049-4549-8371-BDC530C36859}" dt="2026-02-17T11:17:57.861" v="418" actId="11"/>
          <ac:spMkLst>
            <pc:docMk/>
            <pc:sldMk cId="3126260064" sldId="321"/>
            <ac:spMk id="5" creationId="{B7C0B84E-F693-7472-93AA-F8291E6B1CCF}"/>
          </ac:spMkLst>
        </pc:spChg>
      </pc:sldChg>
      <pc:sldChg chg="modSp add mod">
        <pc:chgData name="vara prasad" userId="0a902c44138833d1" providerId="LiveId" clId="{469AA078-3049-4549-8371-BDC530C36859}" dt="2026-02-17T11:21:17.043" v="442" actId="11"/>
        <pc:sldMkLst>
          <pc:docMk/>
          <pc:sldMk cId="884164636" sldId="322"/>
        </pc:sldMkLst>
        <pc:spChg chg="mod">
          <ac:chgData name="vara prasad" userId="0a902c44138833d1" providerId="LiveId" clId="{469AA078-3049-4549-8371-BDC530C36859}" dt="2026-02-17T11:21:17.043" v="442" actId="11"/>
          <ac:spMkLst>
            <pc:docMk/>
            <pc:sldMk cId="884164636" sldId="322"/>
            <ac:spMk id="5" creationId="{18A5E6A2-A014-DAAE-6327-2550AE0E0EF0}"/>
          </ac:spMkLst>
        </pc:spChg>
      </pc:sldChg>
      <pc:sldChg chg="modSp add mod">
        <pc:chgData name="vara prasad" userId="0a902c44138833d1" providerId="LiveId" clId="{469AA078-3049-4549-8371-BDC530C36859}" dt="2026-02-17T11:22:17.124" v="465" actId="11"/>
        <pc:sldMkLst>
          <pc:docMk/>
          <pc:sldMk cId="3068688156" sldId="323"/>
        </pc:sldMkLst>
        <pc:spChg chg="mod">
          <ac:chgData name="vara prasad" userId="0a902c44138833d1" providerId="LiveId" clId="{469AA078-3049-4549-8371-BDC530C36859}" dt="2026-02-17T11:22:17.124" v="465" actId="11"/>
          <ac:spMkLst>
            <pc:docMk/>
            <pc:sldMk cId="3068688156" sldId="323"/>
            <ac:spMk id="5" creationId="{939F797B-C40B-1570-F473-F86CAE0AA3A7}"/>
          </ac:spMkLst>
        </pc:spChg>
      </pc:sldChg>
      <pc:sldChg chg="modSp add mod">
        <pc:chgData name="vara prasad" userId="0a902c44138833d1" providerId="LiveId" clId="{469AA078-3049-4549-8371-BDC530C36859}" dt="2026-02-17T11:23:37.864" v="485" actId="11"/>
        <pc:sldMkLst>
          <pc:docMk/>
          <pc:sldMk cId="1328996193" sldId="324"/>
        </pc:sldMkLst>
        <pc:spChg chg="mod">
          <ac:chgData name="vara prasad" userId="0a902c44138833d1" providerId="LiveId" clId="{469AA078-3049-4549-8371-BDC530C36859}" dt="2026-02-17T11:23:37.864" v="485" actId="11"/>
          <ac:spMkLst>
            <pc:docMk/>
            <pc:sldMk cId="1328996193" sldId="324"/>
            <ac:spMk id="5" creationId="{9A55835B-8425-78E0-BAB0-AAE9BAB6FF3A}"/>
          </ac:spMkLst>
        </pc:spChg>
      </pc:sldChg>
      <pc:sldChg chg="modSp add mod">
        <pc:chgData name="vara prasad" userId="0a902c44138833d1" providerId="LiveId" clId="{469AA078-3049-4549-8371-BDC530C36859}" dt="2026-02-17T11:25:33.088" v="507" actId="11"/>
        <pc:sldMkLst>
          <pc:docMk/>
          <pc:sldMk cId="2031897651" sldId="325"/>
        </pc:sldMkLst>
        <pc:spChg chg="mod">
          <ac:chgData name="vara prasad" userId="0a902c44138833d1" providerId="LiveId" clId="{469AA078-3049-4549-8371-BDC530C36859}" dt="2026-02-17T11:25:33.088" v="507" actId="11"/>
          <ac:spMkLst>
            <pc:docMk/>
            <pc:sldMk cId="2031897651" sldId="325"/>
            <ac:spMk id="5" creationId="{EF9D6728-B6A5-99DC-B96B-4E2BD98D7FE1}"/>
          </ac:spMkLst>
        </pc:spChg>
      </pc:sldChg>
      <pc:sldChg chg="modSp add mod">
        <pc:chgData name="vara prasad" userId="0a902c44138833d1" providerId="LiveId" clId="{469AA078-3049-4549-8371-BDC530C36859}" dt="2026-02-17T11:27:05.967" v="530" actId="11"/>
        <pc:sldMkLst>
          <pc:docMk/>
          <pc:sldMk cId="1060538985" sldId="326"/>
        </pc:sldMkLst>
        <pc:spChg chg="mod">
          <ac:chgData name="vara prasad" userId="0a902c44138833d1" providerId="LiveId" clId="{469AA078-3049-4549-8371-BDC530C36859}" dt="2026-02-17T11:27:05.967" v="530" actId="11"/>
          <ac:spMkLst>
            <pc:docMk/>
            <pc:sldMk cId="1060538985" sldId="326"/>
            <ac:spMk id="5" creationId="{2A32B3E9-3B0E-A16D-7EE1-3DF0FE4BEBBE}"/>
          </ac:spMkLst>
        </pc:spChg>
      </pc:sldChg>
      <pc:sldChg chg="add">
        <pc:chgData name="vara prasad" userId="0a902c44138833d1" providerId="LiveId" clId="{469AA078-3049-4549-8371-BDC530C36859}" dt="2026-02-17T11:47:25.542" v="559"/>
        <pc:sldMkLst>
          <pc:docMk/>
          <pc:sldMk cId="3018969160" sldId="327"/>
        </pc:sldMkLst>
      </pc:sldChg>
      <pc:sldChg chg="modSp add mod modAnim">
        <pc:chgData name="vara prasad" userId="0a902c44138833d1" providerId="LiveId" clId="{469AA078-3049-4549-8371-BDC530C36859}" dt="2026-02-17T12:26:25.547" v="679" actId="20577"/>
        <pc:sldMkLst>
          <pc:docMk/>
          <pc:sldMk cId="1851680473" sldId="328"/>
        </pc:sldMkLst>
        <pc:spChg chg="mod">
          <ac:chgData name="vara prasad" userId="0a902c44138833d1" providerId="LiveId" clId="{469AA078-3049-4549-8371-BDC530C36859}" dt="2026-02-17T12:26:25.547" v="679" actId="20577"/>
          <ac:spMkLst>
            <pc:docMk/>
            <pc:sldMk cId="1851680473" sldId="328"/>
            <ac:spMk id="3" creationId="{FF6150D3-0B8A-2EB9-62DE-27CEEF0FDBA4}"/>
          </ac:spMkLst>
        </pc:spChg>
        <pc:spChg chg="mod">
          <ac:chgData name="vara prasad" userId="0a902c44138833d1" providerId="LiveId" clId="{469AA078-3049-4549-8371-BDC530C36859}" dt="2026-02-17T12:25:34.485" v="633"/>
          <ac:spMkLst>
            <pc:docMk/>
            <pc:sldMk cId="1851680473" sldId="328"/>
            <ac:spMk id="5" creationId="{7C52AB95-1346-04FF-709C-D7303E4FD9E2}"/>
          </ac:spMkLst>
        </pc:spChg>
      </pc:sldChg>
      <pc:sldChg chg="delSp modSp add del mod delAnim modAnim">
        <pc:chgData name="vara prasad" userId="0a902c44138833d1" providerId="LiveId" clId="{469AA078-3049-4549-8371-BDC530C36859}" dt="2026-02-17T12:25:09.981" v="624" actId="47"/>
        <pc:sldMkLst>
          <pc:docMk/>
          <pc:sldMk cId="2294913694" sldId="329"/>
        </pc:sldMkLst>
        <pc:spChg chg="mod">
          <ac:chgData name="vara prasad" userId="0a902c44138833d1" providerId="LiveId" clId="{469AA078-3049-4549-8371-BDC530C36859}" dt="2026-02-17T11:51:02.458" v="611" actId="20577"/>
          <ac:spMkLst>
            <pc:docMk/>
            <pc:sldMk cId="2294913694" sldId="329"/>
            <ac:spMk id="3" creationId="{39251021-882B-750B-DEA9-8626376AAFBE}"/>
          </ac:spMkLst>
        </pc:spChg>
        <pc:spChg chg="del">
          <ac:chgData name="vara prasad" userId="0a902c44138833d1" providerId="LiveId" clId="{469AA078-3049-4549-8371-BDC530C36859}" dt="2026-02-17T11:49:43.056" v="581" actId="478"/>
          <ac:spMkLst>
            <pc:docMk/>
            <pc:sldMk cId="2294913694" sldId="329"/>
            <ac:spMk id="5" creationId="{567A7F15-1829-8C0A-CB71-C0288FDCD55B}"/>
          </ac:spMkLst>
        </pc:spChg>
      </pc:sldChg>
      <pc:sldChg chg="delSp modSp add mod delAnim modAnim">
        <pc:chgData name="vara prasad" userId="0a902c44138833d1" providerId="LiveId" clId="{469AA078-3049-4549-8371-BDC530C36859}" dt="2026-02-17T12:28:40.238" v="769" actId="20577"/>
        <pc:sldMkLst>
          <pc:docMk/>
          <pc:sldMk cId="3076143038" sldId="329"/>
        </pc:sldMkLst>
        <pc:spChg chg="mod">
          <ac:chgData name="vara prasad" userId="0a902c44138833d1" providerId="LiveId" clId="{469AA078-3049-4549-8371-BDC530C36859}" dt="2026-02-17T12:28:40.238" v="769" actId="20577"/>
          <ac:spMkLst>
            <pc:docMk/>
            <pc:sldMk cId="3076143038" sldId="329"/>
            <ac:spMk id="3" creationId="{0689EE4B-888D-A83A-D221-3ECA5EFCC655}"/>
          </ac:spMkLst>
        </pc:spChg>
        <pc:spChg chg="del mod">
          <ac:chgData name="vara prasad" userId="0a902c44138833d1" providerId="LiveId" clId="{469AA078-3049-4549-8371-BDC530C36859}" dt="2026-02-17T12:27:35.388" v="683" actId="478"/>
          <ac:spMkLst>
            <pc:docMk/>
            <pc:sldMk cId="3076143038" sldId="329"/>
            <ac:spMk id="5" creationId="{541BE5E7-9AB3-A20E-9264-16DA410CE2B0}"/>
          </ac:spMkLst>
        </pc:spChg>
      </pc:sldChg>
      <pc:sldChg chg="modSp add del">
        <pc:chgData name="vara prasad" userId="0a902c44138833d1" providerId="LiveId" clId="{469AA078-3049-4549-8371-BDC530C36859}" dt="2026-02-17T12:25:07.832" v="623" actId="47"/>
        <pc:sldMkLst>
          <pc:docMk/>
          <pc:sldMk cId="3443526419" sldId="330"/>
        </pc:sldMkLst>
        <pc:spChg chg="mod">
          <ac:chgData name="vara prasad" userId="0a902c44138833d1" providerId="LiveId" clId="{469AA078-3049-4549-8371-BDC530C36859}" dt="2026-02-17T11:51:37.851" v="620" actId="20577"/>
          <ac:spMkLst>
            <pc:docMk/>
            <pc:sldMk cId="3443526419" sldId="330"/>
            <ac:spMk id="3" creationId="{AF57725F-77EF-EF38-1715-CD0C97CB09C6}"/>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C160759-457F-4049-B0D5-B5687B3D1E1E}" type="doc">
      <dgm:prSet loTypeId="urn:microsoft.com/office/officeart/2008/layout/RadialCluster" loCatId="cycle" qsTypeId="urn:microsoft.com/office/officeart/2005/8/quickstyle/simple1" qsCatId="simple" csTypeId="urn:microsoft.com/office/officeart/2005/8/colors/colorful4" csCatId="colorful" phldr="1"/>
      <dgm:spPr/>
      <dgm:t>
        <a:bodyPr/>
        <a:lstStyle/>
        <a:p>
          <a:endParaRPr lang="en-IN"/>
        </a:p>
      </dgm:t>
    </dgm:pt>
    <dgm:pt modelId="{D7F478A3-F4E2-4C23-BBC1-ED1743FAC233}">
      <dgm:prSet phldrT="[Text]" phldr="0" custT="1"/>
      <dgm:spPr/>
      <dgm:t>
        <a:bodyPr/>
        <a:lstStyle/>
        <a:p>
          <a:r>
            <a:rPr lang="en-US" sz="2400" b="1" dirty="0">
              <a:highlight>
                <a:srgbClr val="FF0000"/>
              </a:highlight>
            </a:rPr>
            <a:t>BLOOD RELATIONS </a:t>
          </a:r>
          <a:endParaRPr lang="en-IN" sz="2400" b="1" dirty="0">
            <a:highlight>
              <a:srgbClr val="FF0000"/>
            </a:highlight>
          </a:endParaRPr>
        </a:p>
      </dgm:t>
    </dgm:pt>
    <dgm:pt modelId="{F57281F6-667F-4A82-B860-812920313F8B}" type="parTrans" cxnId="{00F6EEC5-AAD9-4311-9DAE-131B0BCD8AF6}">
      <dgm:prSet/>
      <dgm:spPr/>
      <dgm:t>
        <a:bodyPr/>
        <a:lstStyle/>
        <a:p>
          <a:endParaRPr lang="en-IN"/>
        </a:p>
      </dgm:t>
    </dgm:pt>
    <dgm:pt modelId="{60EFF15B-7E59-4FF8-9C41-9E6075CA34F0}" type="sibTrans" cxnId="{00F6EEC5-AAD9-4311-9DAE-131B0BCD8AF6}">
      <dgm:prSet/>
      <dgm:spPr/>
      <dgm:t>
        <a:bodyPr/>
        <a:lstStyle/>
        <a:p>
          <a:endParaRPr lang="en-IN"/>
        </a:p>
      </dgm:t>
    </dgm:pt>
    <dgm:pt modelId="{74531645-DA27-4CCA-B194-9151CAA9977D}">
      <dgm:prSet phldrT="[Text]" phldr="0"/>
      <dgm:spPr/>
      <dgm:t>
        <a:bodyPr/>
        <a:lstStyle/>
        <a:p>
          <a:r>
            <a:rPr lang="en-US" dirty="0"/>
            <a:t>CODED BASED </a:t>
          </a:r>
        </a:p>
        <a:p>
          <a:r>
            <a:rPr lang="en-IN" dirty="0"/>
            <a:t>BLOOD RELATIONS</a:t>
          </a:r>
        </a:p>
      </dgm:t>
    </dgm:pt>
    <dgm:pt modelId="{50113C08-EEF5-4C5E-BDE6-9A4F81324E79}" type="parTrans" cxnId="{A00A989E-C8DA-4EE6-A02F-B8DF9453D41C}">
      <dgm:prSet/>
      <dgm:spPr/>
      <dgm:t>
        <a:bodyPr/>
        <a:lstStyle/>
        <a:p>
          <a:endParaRPr lang="en-IN"/>
        </a:p>
      </dgm:t>
    </dgm:pt>
    <dgm:pt modelId="{36A96577-D977-411C-B7AF-01ADA5B90AB4}" type="sibTrans" cxnId="{A00A989E-C8DA-4EE6-A02F-B8DF9453D41C}">
      <dgm:prSet/>
      <dgm:spPr/>
      <dgm:t>
        <a:bodyPr/>
        <a:lstStyle/>
        <a:p>
          <a:endParaRPr lang="en-IN"/>
        </a:p>
      </dgm:t>
    </dgm:pt>
    <dgm:pt modelId="{37FAEDAF-59E3-4001-B355-6A392EC775FB}">
      <dgm:prSet phldrT="[Text]" phldr="0"/>
      <dgm:spPr/>
      <dgm:t>
        <a:bodyPr/>
        <a:lstStyle/>
        <a:p>
          <a:r>
            <a:rPr lang="en-US" dirty="0"/>
            <a:t>CONVERSATION BLOOS RELATIONS </a:t>
          </a:r>
          <a:endParaRPr lang="en-IN" dirty="0"/>
        </a:p>
      </dgm:t>
    </dgm:pt>
    <dgm:pt modelId="{9CC74225-D36E-4761-9FD3-9B445DEFE7A8}" type="parTrans" cxnId="{782791EB-1A79-4B0C-B436-0650A16154A2}">
      <dgm:prSet/>
      <dgm:spPr/>
      <dgm:t>
        <a:bodyPr/>
        <a:lstStyle/>
        <a:p>
          <a:endParaRPr lang="en-IN"/>
        </a:p>
      </dgm:t>
    </dgm:pt>
    <dgm:pt modelId="{E2126DB1-ACD6-446D-B6AF-756A878806B2}" type="sibTrans" cxnId="{782791EB-1A79-4B0C-B436-0650A16154A2}">
      <dgm:prSet/>
      <dgm:spPr/>
      <dgm:t>
        <a:bodyPr/>
        <a:lstStyle/>
        <a:p>
          <a:endParaRPr lang="en-IN"/>
        </a:p>
      </dgm:t>
    </dgm:pt>
    <dgm:pt modelId="{63B08730-4A0F-44A7-8535-A59EA682B604}">
      <dgm:prSet phldrT="[Text]" phldr="0"/>
      <dgm:spPr/>
      <dgm:t>
        <a:bodyPr/>
        <a:lstStyle/>
        <a:p>
          <a:r>
            <a:rPr lang="en-US" dirty="0"/>
            <a:t>PUZZLE BASED BLOOD RELATION</a:t>
          </a:r>
          <a:endParaRPr lang="en-IN" dirty="0"/>
        </a:p>
      </dgm:t>
    </dgm:pt>
    <dgm:pt modelId="{A53F4CCD-589C-41B1-8664-14298EA19029}" type="parTrans" cxnId="{EF547D4A-D21B-4B85-B253-D7F0C86023BA}">
      <dgm:prSet/>
      <dgm:spPr/>
      <dgm:t>
        <a:bodyPr/>
        <a:lstStyle/>
        <a:p>
          <a:endParaRPr lang="en-IN"/>
        </a:p>
      </dgm:t>
    </dgm:pt>
    <dgm:pt modelId="{3F643A4E-5CC2-43DF-8101-CDE1E868110A}" type="sibTrans" cxnId="{EF547D4A-D21B-4B85-B253-D7F0C86023BA}">
      <dgm:prSet/>
      <dgm:spPr/>
      <dgm:t>
        <a:bodyPr/>
        <a:lstStyle/>
        <a:p>
          <a:endParaRPr lang="en-IN"/>
        </a:p>
      </dgm:t>
    </dgm:pt>
    <dgm:pt modelId="{53592F6A-E231-42BD-8F27-8DB96449F67F}" type="pres">
      <dgm:prSet presAssocID="{FC160759-457F-4049-B0D5-B5687B3D1E1E}" presName="Name0" presStyleCnt="0">
        <dgm:presLayoutVars>
          <dgm:chMax val="1"/>
          <dgm:chPref val="1"/>
          <dgm:dir/>
          <dgm:animOne val="branch"/>
          <dgm:animLvl val="lvl"/>
        </dgm:presLayoutVars>
      </dgm:prSet>
      <dgm:spPr/>
    </dgm:pt>
    <dgm:pt modelId="{C661B99F-2CA3-48A0-8295-51089CBC0964}" type="pres">
      <dgm:prSet presAssocID="{D7F478A3-F4E2-4C23-BBC1-ED1743FAC233}" presName="singleCycle" presStyleCnt="0"/>
      <dgm:spPr/>
    </dgm:pt>
    <dgm:pt modelId="{7C931019-5F1A-4317-A758-C6BE2B8E5F71}" type="pres">
      <dgm:prSet presAssocID="{D7F478A3-F4E2-4C23-BBC1-ED1743FAC233}" presName="singleCenter" presStyleLbl="node1" presStyleIdx="0" presStyleCnt="4" custScaleX="161013" custLinFactNeighborY="-11295">
        <dgm:presLayoutVars>
          <dgm:chMax val="7"/>
          <dgm:chPref val="7"/>
        </dgm:presLayoutVars>
      </dgm:prSet>
      <dgm:spPr/>
    </dgm:pt>
    <dgm:pt modelId="{F8AAF429-CA6C-40F0-ACBD-863841C6D037}" type="pres">
      <dgm:prSet presAssocID="{50113C08-EEF5-4C5E-BDE6-9A4F81324E79}" presName="Name56" presStyleLbl="parChTrans1D2" presStyleIdx="0" presStyleCnt="3"/>
      <dgm:spPr/>
    </dgm:pt>
    <dgm:pt modelId="{A1DC087C-E70D-4D53-A8B8-F72411113254}" type="pres">
      <dgm:prSet presAssocID="{74531645-DA27-4CCA-B194-9151CAA9977D}" presName="text0" presStyleLbl="node1" presStyleIdx="1" presStyleCnt="4" custScaleX="377193">
        <dgm:presLayoutVars>
          <dgm:bulletEnabled val="1"/>
        </dgm:presLayoutVars>
      </dgm:prSet>
      <dgm:spPr/>
    </dgm:pt>
    <dgm:pt modelId="{70DCE659-76FB-4C0C-89D7-E12C8DB79D69}" type="pres">
      <dgm:prSet presAssocID="{9CC74225-D36E-4761-9FD3-9B445DEFE7A8}" presName="Name56" presStyleLbl="parChTrans1D2" presStyleIdx="1" presStyleCnt="3"/>
      <dgm:spPr/>
    </dgm:pt>
    <dgm:pt modelId="{FE901F9F-FF0E-49F5-A1B2-D57D1086EE2D}" type="pres">
      <dgm:prSet presAssocID="{37FAEDAF-59E3-4001-B355-6A392EC775FB}" presName="text0" presStyleLbl="node1" presStyleIdx="2" presStyleCnt="4" custScaleX="315294">
        <dgm:presLayoutVars>
          <dgm:bulletEnabled val="1"/>
        </dgm:presLayoutVars>
      </dgm:prSet>
      <dgm:spPr/>
    </dgm:pt>
    <dgm:pt modelId="{FAE0C98A-E47B-4A05-8360-FB3908145FE7}" type="pres">
      <dgm:prSet presAssocID="{A53F4CCD-589C-41B1-8664-14298EA19029}" presName="Name56" presStyleLbl="parChTrans1D2" presStyleIdx="2" presStyleCnt="3"/>
      <dgm:spPr/>
    </dgm:pt>
    <dgm:pt modelId="{9F9B036F-C3D9-40E4-AE2F-DF52965ED8E0}" type="pres">
      <dgm:prSet presAssocID="{63B08730-4A0F-44A7-8535-A59EA682B604}" presName="text0" presStyleLbl="node1" presStyleIdx="3" presStyleCnt="4" custScaleX="323744">
        <dgm:presLayoutVars>
          <dgm:bulletEnabled val="1"/>
        </dgm:presLayoutVars>
      </dgm:prSet>
      <dgm:spPr/>
    </dgm:pt>
  </dgm:ptLst>
  <dgm:cxnLst>
    <dgm:cxn modelId="{725D7408-2D1C-4BB9-851B-D71299E4108F}" type="presOf" srcId="{50113C08-EEF5-4C5E-BDE6-9A4F81324E79}" destId="{F8AAF429-CA6C-40F0-ACBD-863841C6D037}" srcOrd="0" destOrd="0" presId="urn:microsoft.com/office/officeart/2008/layout/RadialCluster"/>
    <dgm:cxn modelId="{B9508B17-7B5D-4ED9-8CA4-12F74CE756FF}" type="presOf" srcId="{37FAEDAF-59E3-4001-B355-6A392EC775FB}" destId="{FE901F9F-FF0E-49F5-A1B2-D57D1086EE2D}" srcOrd="0" destOrd="0" presId="urn:microsoft.com/office/officeart/2008/layout/RadialCluster"/>
    <dgm:cxn modelId="{E05FD82F-1BE0-44B7-8B66-7DED394DB30A}" type="presOf" srcId="{9CC74225-D36E-4761-9FD3-9B445DEFE7A8}" destId="{70DCE659-76FB-4C0C-89D7-E12C8DB79D69}" srcOrd="0" destOrd="0" presId="urn:microsoft.com/office/officeart/2008/layout/RadialCluster"/>
    <dgm:cxn modelId="{EF547D4A-D21B-4B85-B253-D7F0C86023BA}" srcId="{D7F478A3-F4E2-4C23-BBC1-ED1743FAC233}" destId="{63B08730-4A0F-44A7-8535-A59EA682B604}" srcOrd="2" destOrd="0" parTransId="{A53F4CCD-589C-41B1-8664-14298EA19029}" sibTransId="{3F643A4E-5CC2-43DF-8101-CDE1E868110A}"/>
    <dgm:cxn modelId="{59D2C54C-AA01-421D-9FB9-BBF0F9D6B595}" type="presOf" srcId="{FC160759-457F-4049-B0D5-B5687B3D1E1E}" destId="{53592F6A-E231-42BD-8F27-8DB96449F67F}" srcOrd="0" destOrd="0" presId="urn:microsoft.com/office/officeart/2008/layout/RadialCluster"/>
    <dgm:cxn modelId="{0D998B81-EB6D-4DEC-AB64-7D0DEC20C965}" type="presOf" srcId="{A53F4CCD-589C-41B1-8664-14298EA19029}" destId="{FAE0C98A-E47B-4A05-8360-FB3908145FE7}" srcOrd="0" destOrd="0" presId="urn:microsoft.com/office/officeart/2008/layout/RadialCluster"/>
    <dgm:cxn modelId="{A00A989E-C8DA-4EE6-A02F-B8DF9453D41C}" srcId="{D7F478A3-F4E2-4C23-BBC1-ED1743FAC233}" destId="{74531645-DA27-4CCA-B194-9151CAA9977D}" srcOrd="0" destOrd="0" parTransId="{50113C08-EEF5-4C5E-BDE6-9A4F81324E79}" sibTransId="{36A96577-D977-411C-B7AF-01ADA5B90AB4}"/>
    <dgm:cxn modelId="{B81F3AA4-C2B6-4FF3-AC43-D16689E30AB5}" type="presOf" srcId="{74531645-DA27-4CCA-B194-9151CAA9977D}" destId="{A1DC087C-E70D-4D53-A8B8-F72411113254}" srcOrd="0" destOrd="0" presId="urn:microsoft.com/office/officeart/2008/layout/RadialCluster"/>
    <dgm:cxn modelId="{00F6EEC5-AAD9-4311-9DAE-131B0BCD8AF6}" srcId="{FC160759-457F-4049-B0D5-B5687B3D1E1E}" destId="{D7F478A3-F4E2-4C23-BBC1-ED1743FAC233}" srcOrd="0" destOrd="0" parTransId="{F57281F6-667F-4A82-B860-812920313F8B}" sibTransId="{60EFF15B-7E59-4FF8-9C41-9E6075CA34F0}"/>
    <dgm:cxn modelId="{782791EB-1A79-4B0C-B436-0650A16154A2}" srcId="{D7F478A3-F4E2-4C23-BBC1-ED1743FAC233}" destId="{37FAEDAF-59E3-4001-B355-6A392EC775FB}" srcOrd="1" destOrd="0" parTransId="{9CC74225-D36E-4761-9FD3-9B445DEFE7A8}" sibTransId="{E2126DB1-ACD6-446D-B6AF-756A878806B2}"/>
    <dgm:cxn modelId="{CDBDDEF2-2AED-441B-98B0-EAF4612FFAF7}" type="presOf" srcId="{63B08730-4A0F-44A7-8535-A59EA682B604}" destId="{9F9B036F-C3D9-40E4-AE2F-DF52965ED8E0}" srcOrd="0" destOrd="0" presId="urn:microsoft.com/office/officeart/2008/layout/RadialCluster"/>
    <dgm:cxn modelId="{EC17DFF4-D5CB-4E19-ACED-C468741CF400}" type="presOf" srcId="{D7F478A3-F4E2-4C23-BBC1-ED1743FAC233}" destId="{7C931019-5F1A-4317-A758-C6BE2B8E5F71}" srcOrd="0" destOrd="0" presId="urn:microsoft.com/office/officeart/2008/layout/RadialCluster"/>
    <dgm:cxn modelId="{77F07281-AB49-4F61-8E19-66789CE37470}" type="presParOf" srcId="{53592F6A-E231-42BD-8F27-8DB96449F67F}" destId="{C661B99F-2CA3-48A0-8295-51089CBC0964}" srcOrd="0" destOrd="0" presId="urn:microsoft.com/office/officeart/2008/layout/RadialCluster"/>
    <dgm:cxn modelId="{6F5B0C83-0CB4-48BA-935D-7A4BFCCFCEFF}" type="presParOf" srcId="{C661B99F-2CA3-48A0-8295-51089CBC0964}" destId="{7C931019-5F1A-4317-A758-C6BE2B8E5F71}" srcOrd="0" destOrd="0" presId="urn:microsoft.com/office/officeart/2008/layout/RadialCluster"/>
    <dgm:cxn modelId="{A8BAA373-ABF1-49BC-B290-FF6C02482902}" type="presParOf" srcId="{C661B99F-2CA3-48A0-8295-51089CBC0964}" destId="{F8AAF429-CA6C-40F0-ACBD-863841C6D037}" srcOrd="1" destOrd="0" presId="urn:microsoft.com/office/officeart/2008/layout/RadialCluster"/>
    <dgm:cxn modelId="{C753B2F4-16EB-4F26-8495-466E5BFB662D}" type="presParOf" srcId="{C661B99F-2CA3-48A0-8295-51089CBC0964}" destId="{A1DC087C-E70D-4D53-A8B8-F72411113254}" srcOrd="2" destOrd="0" presId="urn:microsoft.com/office/officeart/2008/layout/RadialCluster"/>
    <dgm:cxn modelId="{41E59A4B-48B6-4D5F-A531-BA1F00367C84}" type="presParOf" srcId="{C661B99F-2CA3-48A0-8295-51089CBC0964}" destId="{70DCE659-76FB-4C0C-89D7-E12C8DB79D69}" srcOrd="3" destOrd="0" presId="urn:microsoft.com/office/officeart/2008/layout/RadialCluster"/>
    <dgm:cxn modelId="{B74F2E69-5992-4A7A-9251-9A1B980772F8}" type="presParOf" srcId="{C661B99F-2CA3-48A0-8295-51089CBC0964}" destId="{FE901F9F-FF0E-49F5-A1B2-D57D1086EE2D}" srcOrd="4" destOrd="0" presId="urn:microsoft.com/office/officeart/2008/layout/RadialCluster"/>
    <dgm:cxn modelId="{3C0953E8-441D-4818-B7D6-FA5E030CC7EA}" type="presParOf" srcId="{C661B99F-2CA3-48A0-8295-51089CBC0964}" destId="{FAE0C98A-E47B-4A05-8360-FB3908145FE7}" srcOrd="5" destOrd="0" presId="urn:microsoft.com/office/officeart/2008/layout/RadialCluster"/>
    <dgm:cxn modelId="{A20F4E5F-8B68-4953-9A3B-DF50AD491AA4}" type="presParOf" srcId="{C661B99F-2CA3-48A0-8295-51089CBC0964}" destId="{9F9B036F-C3D9-40E4-AE2F-DF52965ED8E0}" srcOrd="6" destOrd="0" presId="urn:microsoft.com/office/officeart/2008/layout/RadialCluster"/>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931019-5F1A-4317-A758-C6BE2B8E5F71}">
      <dsp:nvSpPr>
        <dsp:cNvPr id="0" name=""/>
        <dsp:cNvSpPr/>
      </dsp:nvSpPr>
      <dsp:spPr>
        <a:xfrm>
          <a:off x="2857871" y="1531355"/>
          <a:ext cx="2048426" cy="1272212"/>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1066800">
            <a:lnSpc>
              <a:spcPct val="90000"/>
            </a:lnSpc>
            <a:spcBef>
              <a:spcPct val="0"/>
            </a:spcBef>
            <a:spcAft>
              <a:spcPct val="35000"/>
            </a:spcAft>
            <a:buNone/>
          </a:pPr>
          <a:r>
            <a:rPr lang="en-US" sz="2400" b="1" kern="1200" dirty="0">
              <a:highlight>
                <a:srgbClr val="FF0000"/>
              </a:highlight>
            </a:rPr>
            <a:t>BLOOD RELATIONS </a:t>
          </a:r>
          <a:endParaRPr lang="en-IN" sz="2400" b="1" kern="1200" dirty="0">
            <a:highlight>
              <a:srgbClr val="FF0000"/>
            </a:highlight>
          </a:endParaRPr>
        </a:p>
      </dsp:txBody>
      <dsp:txXfrm>
        <a:off x="2919975" y="1593459"/>
        <a:ext cx="1924218" cy="1148004"/>
      </dsp:txXfrm>
    </dsp:sp>
    <dsp:sp modelId="{F8AAF429-CA6C-40F0-ACBD-863841C6D037}">
      <dsp:nvSpPr>
        <dsp:cNvPr id="0" name=""/>
        <dsp:cNvSpPr/>
      </dsp:nvSpPr>
      <dsp:spPr>
        <a:xfrm rot="16200000">
          <a:off x="3656666" y="1305937"/>
          <a:ext cx="450836" cy="0"/>
        </a:xfrm>
        <a:custGeom>
          <a:avLst/>
          <a:gdLst/>
          <a:ahLst/>
          <a:cxnLst/>
          <a:rect l="0" t="0" r="0" b="0"/>
          <a:pathLst>
            <a:path>
              <a:moveTo>
                <a:pt x="0" y="0"/>
              </a:moveTo>
              <a:lnTo>
                <a:pt x="450836" y="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1DC087C-E70D-4D53-A8B8-F72411113254}">
      <dsp:nvSpPr>
        <dsp:cNvPr id="0" name=""/>
        <dsp:cNvSpPr/>
      </dsp:nvSpPr>
      <dsp:spPr>
        <a:xfrm>
          <a:off x="2274521" y="228136"/>
          <a:ext cx="3215125" cy="852382"/>
        </a:xfrm>
        <a:prstGeom prst="roundRect">
          <a:avLst/>
        </a:prstGeom>
        <a:solidFill>
          <a:schemeClr val="accent4">
            <a:hueOff val="3266964"/>
            <a:satOff val="-13592"/>
            <a:lumOff val="320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260" tIns="48260" rIns="48260" bIns="48260" numCol="1" spcCol="1270" anchor="ctr" anchorCtr="0">
          <a:noAutofit/>
        </a:bodyPr>
        <a:lstStyle/>
        <a:p>
          <a:pPr marL="0" lvl="0" indent="0" algn="ctr" defTabSz="844550">
            <a:lnSpc>
              <a:spcPct val="90000"/>
            </a:lnSpc>
            <a:spcBef>
              <a:spcPct val="0"/>
            </a:spcBef>
            <a:spcAft>
              <a:spcPct val="35000"/>
            </a:spcAft>
            <a:buNone/>
          </a:pPr>
          <a:r>
            <a:rPr lang="en-US" sz="1900" kern="1200" dirty="0"/>
            <a:t>CODED BASED </a:t>
          </a:r>
        </a:p>
        <a:p>
          <a:pPr marL="0" lvl="0" indent="0" algn="ctr" defTabSz="844550">
            <a:lnSpc>
              <a:spcPct val="90000"/>
            </a:lnSpc>
            <a:spcBef>
              <a:spcPct val="0"/>
            </a:spcBef>
            <a:spcAft>
              <a:spcPct val="35000"/>
            </a:spcAft>
            <a:buNone/>
          </a:pPr>
          <a:r>
            <a:rPr lang="en-IN" sz="1900" kern="1200" dirty="0"/>
            <a:t>BLOOD RELATIONS</a:t>
          </a:r>
        </a:p>
      </dsp:txBody>
      <dsp:txXfrm>
        <a:off x="2316131" y="269746"/>
        <a:ext cx="3131905" cy="769162"/>
      </dsp:txXfrm>
    </dsp:sp>
    <dsp:sp modelId="{70DCE659-76FB-4C0C-89D7-E12C8DB79D69}">
      <dsp:nvSpPr>
        <dsp:cNvPr id="0" name=""/>
        <dsp:cNvSpPr/>
      </dsp:nvSpPr>
      <dsp:spPr>
        <a:xfrm rot="2398179">
          <a:off x="4576136" y="2981877"/>
          <a:ext cx="555153" cy="0"/>
        </a:xfrm>
        <a:custGeom>
          <a:avLst/>
          <a:gdLst/>
          <a:ahLst/>
          <a:cxnLst/>
          <a:rect l="0" t="0" r="0" b="0"/>
          <a:pathLst>
            <a:path>
              <a:moveTo>
                <a:pt x="0" y="0"/>
              </a:moveTo>
              <a:lnTo>
                <a:pt x="555153" y="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E901F9F-FF0E-49F5-A1B2-D57D1086EE2D}">
      <dsp:nvSpPr>
        <dsp:cNvPr id="0" name=""/>
        <dsp:cNvSpPr/>
      </dsp:nvSpPr>
      <dsp:spPr>
        <a:xfrm>
          <a:off x="4231150" y="3160188"/>
          <a:ext cx="2687509" cy="852382"/>
        </a:xfrm>
        <a:prstGeom prst="roundRect">
          <a:avLst/>
        </a:prstGeom>
        <a:solidFill>
          <a:schemeClr val="accent4">
            <a:hueOff val="6533927"/>
            <a:satOff val="-27185"/>
            <a:lumOff val="640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8420" tIns="58420" rIns="58420" bIns="58420" numCol="1" spcCol="1270" anchor="ctr" anchorCtr="0">
          <a:noAutofit/>
        </a:bodyPr>
        <a:lstStyle/>
        <a:p>
          <a:pPr marL="0" lvl="0" indent="0" algn="ctr" defTabSz="1022350">
            <a:lnSpc>
              <a:spcPct val="90000"/>
            </a:lnSpc>
            <a:spcBef>
              <a:spcPct val="0"/>
            </a:spcBef>
            <a:spcAft>
              <a:spcPct val="35000"/>
            </a:spcAft>
            <a:buNone/>
          </a:pPr>
          <a:r>
            <a:rPr lang="en-US" sz="2300" kern="1200" dirty="0"/>
            <a:t>CONVERSATION BLOOS RELATIONS </a:t>
          </a:r>
          <a:endParaRPr lang="en-IN" sz="2300" kern="1200" dirty="0"/>
        </a:p>
      </dsp:txBody>
      <dsp:txXfrm>
        <a:off x="4272760" y="3201798"/>
        <a:ext cx="2604289" cy="769162"/>
      </dsp:txXfrm>
    </dsp:sp>
    <dsp:sp modelId="{FAE0C98A-E47B-4A05-8360-FB3908145FE7}">
      <dsp:nvSpPr>
        <dsp:cNvPr id="0" name=""/>
        <dsp:cNvSpPr/>
      </dsp:nvSpPr>
      <dsp:spPr>
        <a:xfrm rot="8401821">
          <a:off x="2632879" y="2981877"/>
          <a:ext cx="555153" cy="0"/>
        </a:xfrm>
        <a:custGeom>
          <a:avLst/>
          <a:gdLst/>
          <a:ahLst/>
          <a:cxnLst/>
          <a:rect l="0" t="0" r="0" b="0"/>
          <a:pathLst>
            <a:path>
              <a:moveTo>
                <a:pt x="0" y="0"/>
              </a:moveTo>
              <a:lnTo>
                <a:pt x="555153" y="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F9B036F-C3D9-40E4-AE2F-DF52965ED8E0}">
      <dsp:nvSpPr>
        <dsp:cNvPr id="0" name=""/>
        <dsp:cNvSpPr/>
      </dsp:nvSpPr>
      <dsp:spPr>
        <a:xfrm>
          <a:off x="809495" y="3160188"/>
          <a:ext cx="2759535" cy="852382"/>
        </a:xfrm>
        <a:prstGeom prst="roundRect">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8420" tIns="58420" rIns="58420" bIns="58420" numCol="1" spcCol="1270" anchor="ctr" anchorCtr="0">
          <a:noAutofit/>
        </a:bodyPr>
        <a:lstStyle/>
        <a:p>
          <a:pPr marL="0" lvl="0" indent="0" algn="ctr" defTabSz="1022350">
            <a:lnSpc>
              <a:spcPct val="90000"/>
            </a:lnSpc>
            <a:spcBef>
              <a:spcPct val="0"/>
            </a:spcBef>
            <a:spcAft>
              <a:spcPct val="35000"/>
            </a:spcAft>
            <a:buNone/>
          </a:pPr>
          <a:r>
            <a:rPr lang="en-US" sz="2300" kern="1200" dirty="0"/>
            <a:t>PUZZLE BASED BLOOD RELATION</a:t>
          </a:r>
          <a:endParaRPr lang="en-IN" sz="2300" kern="1200" dirty="0"/>
        </a:p>
      </dsp:txBody>
      <dsp:txXfrm>
        <a:off x="851105" y="3201798"/>
        <a:ext cx="2676315" cy="769162"/>
      </dsp:txXfrm>
    </dsp:sp>
  </dsp:spTree>
</dsp:drawing>
</file>

<file path=ppt/diagrams/layout1.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18363B-1874-4E79-9ED3-2209236C4985}" type="datetimeFigureOut">
              <a:rPr lang="en-IN" smtClean="0"/>
              <a:t>13-05-2026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76AD8D-E690-4D4B-B392-55F5672EDFDF}" type="slidenum">
              <a:rPr lang="en-IN" smtClean="0"/>
              <a:t>‹#›</a:t>
            </a:fld>
            <a:endParaRPr lang="en-IN"/>
          </a:p>
        </p:txBody>
      </p:sp>
    </p:spTree>
    <p:extLst>
      <p:ext uri="{BB962C8B-B14F-4D97-AF65-F5344CB8AC3E}">
        <p14:creationId xmlns:p14="http://schemas.microsoft.com/office/powerpoint/2010/main" val="663398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E76AD8D-E690-4D4B-B392-55F5672EDFDF}" type="slidenum">
              <a:rPr lang="en-IN" smtClean="0"/>
              <a:t>20</a:t>
            </a:fld>
            <a:endParaRPr lang="en-IN"/>
          </a:p>
        </p:txBody>
      </p:sp>
    </p:spTree>
    <p:extLst>
      <p:ext uri="{BB962C8B-B14F-4D97-AF65-F5344CB8AC3E}">
        <p14:creationId xmlns:p14="http://schemas.microsoft.com/office/powerpoint/2010/main" val="28640830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1B955-57B5-43E7-AA0F-97BC09617B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EC8C34A-F5F9-7FB6-013A-D4AC017FEF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3CA40B3-9589-C879-D66E-9294F8A44279}"/>
              </a:ext>
            </a:extLst>
          </p:cNvPr>
          <p:cNvSpPr>
            <a:spLocks noGrp="1"/>
          </p:cNvSpPr>
          <p:nvPr>
            <p:ph type="dt" sz="half" idx="10"/>
          </p:nvPr>
        </p:nvSpPr>
        <p:spPr/>
        <p:txBody>
          <a:bodyPr/>
          <a:lstStyle/>
          <a:p>
            <a:fld id="{CEB1E509-BCB7-498B-AD13-697912C49794}" type="datetimeFigureOut">
              <a:rPr lang="en-IN" smtClean="0"/>
              <a:t>13-05-2026</a:t>
            </a:fld>
            <a:endParaRPr lang="en-IN" dirty="0"/>
          </a:p>
        </p:txBody>
      </p:sp>
      <p:sp>
        <p:nvSpPr>
          <p:cNvPr id="5" name="Footer Placeholder 4">
            <a:extLst>
              <a:ext uri="{FF2B5EF4-FFF2-40B4-BE49-F238E27FC236}">
                <a16:creationId xmlns:a16="http://schemas.microsoft.com/office/drawing/2014/main" id="{0DEC8F99-772B-A633-B0FA-B4A7797A8A1F}"/>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C5E9581E-5EAE-78AE-532E-01076654A235}"/>
              </a:ext>
            </a:extLst>
          </p:cNvPr>
          <p:cNvSpPr>
            <a:spLocks noGrp="1"/>
          </p:cNvSpPr>
          <p:nvPr>
            <p:ph type="sldNum" sz="quarter" idx="12"/>
          </p:nvPr>
        </p:nvSpPr>
        <p:spPr/>
        <p:txBody>
          <a:bodyPr/>
          <a:lstStyle/>
          <a:p>
            <a:fld id="{9ADFF2BB-11EB-45A2-A588-8A1A4655B995}" type="slidenum">
              <a:rPr lang="en-IN" smtClean="0"/>
              <a:t>‹#›</a:t>
            </a:fld>
            <a:endParaRPr lang="en-IN" dirty="0"/>
          </a:p>
        </p:txBody>
      </p:sp>
    </p:spTree>
    <p:extLst>
      <p:ext uri="{BB962C8B-B14F-4D97-AF65-F5344CB8AC3E}">
        <p14:creationId xmlns:p14="http://schemas.microsoft.com/office/powerpoint/2010/main" val="3357135618"/>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DA76B-E76A-2E08-A36F-B268A067DF1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6D11ED8-BA06-C116-2CFC-EC2CDCAFCAE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C92B83-D889-54A8-7B98-6277C83781D7}"/>
              </a:ext>
            </a:extLst>
          </p:cNvPr>
          <p:cNvSpPr>
            <a:spLocks noGrp="1"/>
          </p:cNvSpPr>
          <p:nvPr>
            <p:ph type="dt" sz="half" idx="10"/>
          </p:nvPr>
        </p:nvSpPr>
        <p:spPr/>
        <p:txBody>
          <a:bodyPr/>
          <a:lstStyle/>
          <a:p>
            <a:fld id="{CEB1E509-BCB7-498B-AD13-697912C49794}" type="datetimeFigureOut">
              <a:rPr lang="en-IN" smtClean="0"/>
              <a:t>13-05-2026</a:t>
            </a:fld>
            <a:endParaRPr lang="en-IN" dirty="0"/>
          </a:p>
        </p:txBody>
      </p:sp>
      <p:sp>
        <p:nvSpPr>
          <p:cNvPr id="5" name="Footer Placeholder 4">
            <a:extLst>
              <a:ext uri="{FF2B5EF4-FFF2-40B4-BE49-F238E27FC236}">
                <a16:creationId xmlns:a16="http://schemas.microsoft.com/office/drawing/2014/main" id="{60E4889E-B487-A7A9-7536-68A34AE20268}"/>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110D339C-44F0-A87D-9506-A3ECD30E350A}"/>
              </a:ext>
            </a:extLst>
          </p:cNvPr>
          <p:cNvSpPr>
            <a:spLocks noGrp="1"/>
          </p:cNvSpPr>
          <p:nvPr>
            <p:ph type="sldNum" sz="quarter" idx="12"/>
          </p:nvPr>
        </p:nvSpPr>
        <p:spPr/>
        <p:txBody>
          <a:bodyPr/>
          <a:lstStyle/>
          <a:p>
            <a:fld id="{9ADFF2BB-11EB-45A2-A588-8A1A4655B995}" type="slidenum">
              <a:rPr lang="en-IN" smtClean="0"/>
              <a:t>‹#›</a:t>
            </a:fld>
            <a:endParaRPr lang="en-IN" dirty="0"/>
          </a:p>
        </p:txBody>
      </p:sp>
    </p:spTree>
    <p:extLst>
      <p:ext uri="{BB962C8B-B14F-4D97-AF65-F5344CB8AC3E}">
        <p14:creationId xmlns:p14="http://schemas.microsoft.com/office/powerpoint/2010/main" val="4098329716"/>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C02E0-7D6E-99C1-C260-2A68D78FF19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8BF83DF-03BD-6088-89DF-17DE4BA52D2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55BA1E-5AA6-A338-F1FA-E9230C513867}"/>
              </a:ext>
            </a:extLst>
          </p:cNvPr>
          <p:cNvSpPr>
            <a:spLocks noGrp="1"/>
          </p:cNvSpPr>
          <p:nvPr>
            <p:ph type="dt" sz="half" idx="10"/>
          </p:nvPr>
        </p:nvSpPr>
        <p:spPr/>
        <p:txBody>
          <a:bodyPr/>
          <a:lstStyle/>
          <a:p>
            <a:fld id="{CEB1E509-BCB7-498B-AD13-697912C49794}" type="datetimeFigureOut">
              <a:rPr lang="en-IN" smtClean="0"/>
              <a:t>13-05-2026</a:t>
            </a:fld>
            <a:endParaRPr lang="en-IN" dirty="0"/>
          </a:p>
        </p:txBody>
      </p:sp>
      <p:sp>
        <p:nvSpPr>
          <p:cNvPr id="5" name="Footer Placeholder 4">
            <a:extLst>
              <a:ext uri="{FF2B5EF4-FFF2-40B4-BE49-F238E27FC236}">
                <a16:creationId xmlns:a16="http://schemas.microsoft.com/office/drawing/2014/main" id="{45BC90BA-F601-5D45-0A24-2A9591FBE2DD}"/>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CF3FCE40-45CE-475D-8CA4-8E3FB6A9A41F}"/>
              </a:ext>
            </a:extLst>
          </p:cNvPr>
          <p:cNvSpPr>
            <a:spLocks noGrp="1"/>
          </p:cNvSpPr>
          <p:nvPr>
            <p:ph type="sldNum" sz="quarter" idx="12"/>
          </p:nvPr>
        </p:nvSpPr>
        <p:spPr/>
        <p:txBody>
          <a:bodyPr/>
          <a:lstStyle/>
          <a:p>
            <a:fld id="{9ADFF2BB-11EB-45A2-A588-8A1A4655B995}" type="slidenum">
              <a:rPr lang="en-IN" smtClean="0"/>
              <a:t>‹#›</a:t>
            </a:fld>
            <a:endParaRPr lang="en-IN" dirty="0"/>
          </a:p>
        </p:txBody>
      </p:sp>
    </p:spTree>
    <p:extLst>
      <p:ext uri="{BB962C8B-B14F-4D97-AF65-F5344CB8AC3E}">
        <p14:creationId xmlns:p14="http://schemas.microsoft.com/office/powerpoint/2010/main" val="3494355296"/>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19B8B-9CD3-E66C-00B0-355E61ABF67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21126C3-0368-2F5C-BA4C-E21D1004403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6839526-4D3F-D886-B191-6DE0086214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2F73CC3-485D-30DB-FC11-D58413DB5F43}"/>
              </a:ext>
            </a:extLst>
          </p:cNvPr>
          <p:cNvSpPr>
            <a:spLocks noGrp="1"/>
          </p:cNvSpPr>
          <p:nvPr>
            <p:ph type="dt" sz="half" idx="10"/>
          </p:nvPr>
        </p:nvSpPr>
        <p:spPr/>
        <p:txBody>
          <a:bodyPr/>
          <a:lstStyle/>
          <a:p>
            <a:fld id="{CEB1E509-BCB7-498B-AD13-697912C49794}" type="datetimeFigureOut">
              <a:rPr lang="en-IN" smtClean="0"/>
              <a:t>13-05-2026</a:t>
            </a:fld>
            <a:endParaRPr lang="en-IN" dirty="0"/>
          </a:p>
        </p:txBody>
      </p:sp>
      <p:sp>
        <p:nvSpPr>
          <p:cNvPr id="6" name="Footer Placeholder 5">
            <a:extLst>
              <a:ext uri="{FF2B5EF4-FFF2-40B4-BE49-F238E27FC236}">
                <a16:creationId xmlns:a16="http://schemas.microsoft.com/office/drawing/2014/main" id="{637515E2-584B-2C23-EDD5-31DE19796483}"/>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80CA8DD7-06B5-4BBF-F65B-4B96D49A8F42}"/>
              </a:ext>
            </a:extLst>
          </p:cNvPr>
          <p:cNvSpPr>
            <a:spLocks noGrp="1"/>
          </p:cNvSpPr>
          <p:nvPr>
            <p:ph type="sldNum" sz="quarter" idx="12"/>
          </p:nvPr>
        </p:nvSpPr>
        <p:spPr/>
        <p:txBody>
          <a:bodyPr/>
          <a:lstStyle/>
          <a:p>
            <a:fld id="{9ADFF2BB-11EB-45A2-A588-8A1A4655B995}" type="slidenum">
              <a:rPr lang="en-IN" smtClean="0"/>
              <a:t>‹#›</a:t>
            </a:fld>
            <a:endParaRPr lang="en-IN" dirty="0"/>
          </a:p>
        </p:txBody>
      </p:sp>
    </p:spTree>
    <p:extLst>
      <p:ext uri="{BB962C8B-B14F-4D97-AF65-F5344CB8AC3E}">
        <p14:creationId xmlns:p14="http://schemas.microsoft.com/office/powerpoint/2010/main" val="2964231522"/>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E6FF1-2153-17E1-F01A-C37E011D319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C6028A1-3DD8-F1D3-4E32-73EDB2220A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2500FB-CCEE-19C1-31FA-823CE2FB08D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ADBD963-BFA3-D1D8-8C63-531A2272EF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CDD469-A1E6-102C-5D0F-B9DBEA9B5C7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52EF8D5-1CDB-7D4C-5150-1E84DF493D0E}"/>
              </a:ext>
            </a:extLst>
          </p:cNvPr>
          <p:cNvSpPr>
            <a:spLocks noGrp="1"/>
          </p:cNvSpPr>
          <p:nvPr>
            <p:ph type="dt" sz="half" idx="10"/>
          </p:nvPr>
        </p:nvSpPr>
        <p:spPr/>
        <p:txBody>
          <a:bodyPr/>
          <a:lstStyle/>
          <a:p>
            <a:fld id="{CEB1E509-BCB7-498B-AD13-697912C49794}" type="datetimeFigureOut">
              <a:rPr lang="en-IN" smtClean="0"/>
              <a:t>13-05-2026</a:t>
            </a:fld>
            <a:endParaRPr lang="en-IN" dirty="0"/>
          </a:p>
        </p:txBody>
      </p:sp>
      <p:sp>
        <p:nvSpPr>
          <p:cNvPr id="8" name="Footer Placeholder 7">
            <a:extLst>
              <a:ext uri="{FF2B5EF4-FFF2-40B4-BE49-F238E27FC236}">
                <a16:creationId xmlns:a16="http://schemas.microsoft.com/office/drawing/2014/main" id="{013FCFB8-9EB2-200F-F79A-306F2F506C3E}"/>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3B0144EF-092A-0F4C-994C-8E5C81D2AD1E}"/>
              </a:ext>
            </a:extLst>
          </p:cNvPr>
          <p:cNvSpPr>
            <a:spLocks noGrp="1"/>
          </p:cNvSpPr>
          <p:nvPr>
            <p:ph type="sldNum" sz="quarter" idx="12"/>
          </p:nvPr>
        </p:nvSpPr>
        <p:spPr/>
        <p:txBody>
          <a:bodyPr/>
          <a:lstStyle/>
          <a:p>
            <a:fld id="{9ADFF2BB-11EB-45A2-A588-8A1A4655B995}" type="slidenum">
              <a:rPr lang="en-IN" smtClean="0"/>
              <a:t>‹#›</a:t>
            </a:fld>
            <a:endParaRPr lang="en-IN" dirty="0"/>
          </a:p>
        </p:txBody>
      </p:sp>
    </p:spTree>
    <p:extLst>
      <p:ext uri="{BB962C8B-B14F-4D97-AF65-F5344CB8AC3E}">
        <p14:creationId xmlns:p14="http://schemas.microsoft.com/office/powerpoint/2010/main" val="2686952531"/>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A2B37-F81D-E832-F2A7-A431C0724CA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FE3BE25-7E1C-4AE0-CC1A-9AD50BE1C99A}"/>
              </a:ext>
            </a:extLst>
          </p:cNvPr>
          <p:cNvSpPr>
            <a:spLocks noGrp="1"/>
          </p:cNvSpPr>
          <p:nvPr>
            <p:ph type="dt" sz="half" idx="10"/>
          </p:nvPr>
        </p:nvSpPr>
        <p:spPr/>
        <p:txBody>
          <a:bodyPr/>
          <a:lstStyle/>
          <a:p>
            <a:fld id="{CEB1E509-BCB7-498B-AD13-697912C49794}" type="datetimeFigureOut">
              <a:rPr lang="en-IN" smtClean="0"/>
              <a:t>13-05-2026</a:t>
            </a:fld>
            <a:endParaRPr lang="en-IN" dirty="0"/>
          </a:p>
        </p:txBody>
      </p:sp>
      <p:sp>
        <p:nvSpPr>
          <p:cNvPr id="4" name="Footer Placeholder 3">
            <a:extLst>
              <a:ext uri="{FF2B5EF4-FFF2-40B4-BE49-F238E27FC236}">
                <a16:creationId xmlns:a16="http://schemas.microsoft.com/office/drawing/2014/main" id="{A52DB466-96C8-C936-FA30-0FC1B780B3B7}"/>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67E93A3E-B985-D3A6-4CA5-A2533B565830}"/>
              </a:ext>
            </a:extLst>
          </p:cNvPr>
          <p:cNvSpPr>
            <a:spLocks noGrp="1"/>
          </p:cNvSpPr>
          <p:nvPr>
            <p:ph type="sldNum" sz="quarter" idx="12"/>
          </p:nvPr>
        </p:nvSpPr>
        <p:spPr/>
        <p:txBody>
          <a:bodyPr/>
          <a:lstStyle/>
          <a:p>
            <a:fld id="{9ADFF2BB-11EB-45A2-A588-8A1A4655B995}" type="slidenum">
              <a:rPr lang="en-IN" smtClean="0"/>
              <a:t>‹#›</a:t>
            </a:fld>
            <a:endParaRPr lang="en-IN" dirty="0"/>
          </a:p>
        </p:txBody>
      </p:sp>
    </p:spTree>
    <p:extLst>
      <p:ext uri="{BB962C8B-B14F-4D97-AF65-F5344CB8AC3E}">
        <p14:creationId xmlns:p14="http://schemas.microsoft.com/office/powerpoint/2010/main" val="687213659"/>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30416E-677C-4D82-B2F9-BF5E004EE5D3}"/>
              </a:ext>
            </a:extLst>
          </p:cNvPr>
          <p:cNvSpPr>
            <a:spLocks noGrp="1"/>
          </p:cNvSpPr>
          <p:nvPr>
            <p:ph type="dt" sz="half" idx="10"/>
          </p:nvPr>
        </p:nvSpPr>
        <p:spPr/>
        <p:txBody>
          <a:bodyPr/>
          <a:lstStyle/>
          <a:p>
            <a:fld id="{CEB1E509-BCB7-498B-AD13-697912C49794}" type="datetimeFigureOut">
              <a:rPr lang="en-IN" smtClean="0"/>
              <a:t>13-05-2026</a:t>
            </a:fld>
            <a:endParaRPr lang="en-IN" dirty="0"/>
          </a:p>
        </p:txBody>
      </p:sp>
      <p:sp>
        <p:nvSpPr>
          <p:cNvPr id="3" name="Footer Placeholder 2">
            <a:extLst>
              <a:ext uri="{FF2B5EF4-FFF2-40B4-BE49-F238E27FC236}">
                <a16:creationId xmlns:a16="http://schemas.microsoft.com/office/drawing/2014/main" id="{0A453690-90E9-2C7B-2610-8358E0B98CBF}"/>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BC304030-A87D-56D8-ED38-D68F51A0869E}"/>
              </a:ext>
            </a:extLst>
          </p:cNvPr>
          <p:cNvSpPr>
            <a:spLocks noGrp="1"/>
          </p:cNvSpPr>
          <p:nvPr>
            <p:ph type="sldNum" sz="quarter" idx="12"/>
          </p:nvPr>
        </p:nvSpPr>
        <p:spPr/>
        <p:txBody>
          <a:bodyPr/>
          <a:lstStyle/>
          <a:p>
            <a:fld id="{9ADFF2BB-11EB-45A2-A588-8A1A4655B995}" type="slidenum">
              <a:rPr lang="en-IN" smtClean="0"/>
              <a:t>‹#›</a:t>
            </a:fld>
            <a:endParaRPr lang="en-IN" dirty="0"/>
          </a:p>
        </p:txBody>
      </p:sp>
    </p:spTree>
    <p:extLst>
      <p:ext uri="{BB962C8B-B14F-4D97-AF65-F5344CB8AC3E}">
        <p14:creationId xmlns:p14="http://schemas.microsoft.com/office/powerpoint/2010/main" val="127936165"/>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F35EB-A88A-AA0D-2C28-62770ABD01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44ACD3B-09E2-C2EC-77D4-2AB18A52D8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4138117-F7CC-3613-877D-1D03817463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9733F1-4875-4574-9DB6-837282770E8A}"/>
              </a:ext>
            </a:extLst>
          </p:cNvPr>
          <p:cNvSpPr>
            <a:spLocks noGrp="1"/>
          </p:cNvSpPr>
          <p:nvPr>
            <p:ph type="dt" sz="half" idx="10"/>
          </p:nvPr>
        </p:nvSpPr>
        <p:spPr/>
        <p:txBody>
          <a:bodyPr/>
          <a:lstStyle/>
          <a:p>
            <a:fld id="{CEB1E509-BCB7-498B-AD13-697912C49794}" type="datetimeFigureOut">
              <a:rPr lang="en-IN" smtClean="0"/>
              <a:t>13-05-2026</a:t>
            </a:fld>
            <a:endParaRPr lang="en-IN" dirty="0"/>
          </a:p>
        </p:txBody>
      </p:sp>
      <p:sp>
        <p:nvSpPr>
          <p:cNvPr id="6" name="Footer Placeholder 5">
            <a:extLst>
              <a:ext uri="{FF2B5EF4-FFF2-40B4-BE49-F238E27FC236}">
                <a16:creationId xmlns:a16="http://schemas.microsoft.com/office/drawing/2014/main" id="{72766DF5-4857-9912-2DEB-6F10B44013E8}"/>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D28997EA-E121-B2BC-C5C1-051FAE6143FE}"/>
              </a:ext>
            </a:extLst>
          </p:cNvPr>
          <p:cNvSpPr>
            <a:spLocks noGrp="1"/>
          </p:cNvSpPr>
          <p:nvPr>
            <p:ph type="sldNum" sz="quarter" idx="12"/>
          </p:nvPr>
        </p:nvSpPr>
        <p:spPr/>
        <p:txBody>
          <a:bodyPr/>
          <a:lstStyle/>
          <a:p>
            <a:fld id="{9ADFF2BB-11EB-45A2-A588-8A1A4655B995}" type="slidenum">
              <a:rPr lang="en-IN" smtClean="0"/>
              <a:t>‹#›</a:t>
            </a:fld>
            <a:endParaRPr lang="en-IN" dirty="0"/>
          </a:p>
        </p:txBody>
      </p:sp>
    </p:spTree>
    <p:extLst>
      <p:ext uri="{BB962C8B-B14F-4D97-AF65-F5344CB8AC3E}">
        <p14:creationId xmlns:p14="http://schemas.microsoft.com/office/powerpoint/2010/main" val="3074787096"/>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D428A-909B-FFB5-FEB9-E6FAFB48F1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B4BB6AE-7649-F09D-44B3-64C7C7D639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82487902-67EB-D2A2-E5C6-8C0CFD197E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A100AA-57E2-8696-D2C3-F59107C57CB7}"/>
              </a:ext>
            </a:extLst>
          </p:cNvPr>
          <p:cNvSpPr>
            <a:spLocks noGrp="1"/>
          </p:cNvSpPr>
          <p:nvPr>
            <p:ph type="dt" sz="half" idx="10"/>
          </p:nvPr>
        </p:nvSpPr>
        <p:spPr/>
        <p:txBody>
          <a:bodyPr/>
          <a:lstStyle/>
          <a:p>
            <a:fld id="{CEB1E509-BCB7-498B-AD13-697912C49794}" type="datetimeFigureOut">
              <a:rPr lang="en-IN" smtClean="0"/>
              <a:t>13-05-2026</a:t>
            </a:fld>
            <a:endParaRPr lang="en-IN" dirty="0"/>
          </a:p>
        </p:txBody>
      </p:sp>
      <p:sp>
        <p:nvSpPr>
          <p:cNvPr id="6" name="Footer Placeholder 5">
            <a:extLst>
              <a:ext uri="{FF2B5EF4-FFF2-40B4-BE49-F238E27FC236}">
                <a16:creationId xmlns:a16="http://schemas.microsoft.com/office/drawing/2014/main" id="{9B26E8E5-4B2B-631D-966F-B67EF20CAEC3}"/>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9B8D10B1-00A9-F0F9-B6FF-FBABB3D5D98C}"/>
              </a:ext>
            </a:extLst>
          </p:cNvPr>
          <p:cNvSpPr>
            <a:spLocks noGrp="1"/>
          </p:cNvSpPr>
          <p:nvPr>
            <p:ph type="sldNum" sz="quarter" idx="12"/>
          </p:nvPr>
        </p:nvSpPr>
        <p:spPr/>
        <p:txBody>
          <a:bodyPr/>
          <a:lstStyle/>
          <a:p>
            <a:fld id="{9ADFF2BB-11EB-45A2-A588-8A1A4655B995}" type="slidenum">
              <a:rPr lang="en-IN" smtClean="0"/>
              <a:t>‹#›</a:t>
            </a:fld>
            <a:endParaRPr lang="en-IN" dirty="0"/>
          </a:p>
        </p:txBody>
      </p:sp>
    </p:spTree>
    <p:extLst>
      <p:ext uri="{BB962C8B-B14F-4D97-AF65-F5344CB8AC3E}">
        <p14:creationId xmlns:p14="http://schemas.microsoft.com/office/powerpoint/2010/main" val="875464619"/>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FD073-BA09-4BF5-5EF0-540BA17B4C6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2792CD3-3046-7E7F-E23E-05E1938A16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A6358C0-B54A-29ED-D1A6-ABD5F99FF352}"/>
              </a:ext>
            </a:extLst>
          </p:cNvPr>
          <p:cNvSpPr>
            <a:spLocks noGrp="1"/>
          </p:cNvSpPr>
          <p:nvPr>
            <p:ph type="dt" sz="half" idx="10"/>
          </p:nvPr>
        </p:nvSpPr>
        <p:spPr/>
        <p:txBody>
          <a:bodyPr/>
          <a:lstStyle/>
          <a:p>
            <a:fld id="{CEB1E509-BCB7-498B-AD13-697912C49794}" type="datetimeFigureOut">
              <a:rPr lang="en-IN" smtClean="0"/>
              <a:t>13-05-2026</a:t>
            </a:fld>
            <a:endParaRPr lang="en-IN" dirty="0"/>
          </a:p>
        </p:txBody>
      </p:sp>
      <p:sp>
        <p:nvSpPr>
          <p:cNvPr id="5" name="Footer Placeholder 4">
            <a:extLst>
              <a:ext uri="{FF2B5EF4-FFF2-40B4-BE49-F238E27FC236}">
                <a16:creationId xmlns:a16="http://schemas.microsoft.com/office/drawing/2014/main" id="{10FEBC99-A75E-7BD6-3BA0-94AC5F2D43D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89A4C7F-E438-E47F-6B6F-C51BDB874D1B}"/>
              </a:ext>
            </a:extLst>
          </p:cNvPr>
          <p:cNvSpPr>
            <a:spLocks noGrp="1"/>
          </p:cNvSpPr>
          <p:nvPr>
            <p:ph type="sldNum" sz="quarter" idx="12"/>
          </p:nvPr>
        </p:nvSpPr>
        <p:spPr/>
        <p:txBody>
          <a:bodyPr/>
          <a:lstStyle/>
          <a:p>
            <a:fld id="{9ADFF2BB-11EB-45A2-A588-8A1A4655B995}" type="slidenum">
              <a:rPr lang="en-IN" smtClean="0"/>
              <a:t>‹#›</a:t>
            </a:fld>
            <a:endParaRPr lang="en-IN" dirty="0"/>
          </a:p>
        </p:txBody>
      </p:sp>
    </p:spTree>
    <p:extLst>
      <p:ext uri="{BB962C8B-B14F-4D97-AF65-F5344CB8AC3E}">
        <p14:creationId xmlns:p14="http://schemas.microsoft.com/office/powerpoint/2010/main" val="3306277874"/>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3187AC-4F0F-9755-5CA2-B0D1472092E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9556D1-5987-332A-C7A7-54B1B45F55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CE1239-675C-E3B5-F162-6EEFFDE4CDFB}"/>
              </a:ext>
            </a:extLst>
          </p:cNvPr>
          <p:cNvSpPr>
            <a:spLocks noGrp="1"/>
          </p:cNvSpPr>
          <p:nvPr>
            <p:ph type="dt" sz="half" idx="10"/>
          </p:nvPr>
        </p:nvSpPr>
        <p:spPr/>
        <p:txBody>
          <a:bodyPr/>
          <a:lstStyle/>
          <a:p>
            <a:fld id="{CEB1E509-BCB7-498B-AD13-697912C49794}" type="datetimeFigureOut">
              <a:rPr lang="en-IN" smtClean="0"/>
              <a:t>13-05-2026</a:t>
            </a:fld>
            <a:endParaRPr lang="en-IN" dirty="0"/>
          </a:p>
        </p:txBody>
      </p:sp>
      <p:sp>
        <p:nvSpPr>
          <p:cNvPr id="5" name="Footer Placeholder 4">
            <a:extLst>
              <a:ext uri="{FF2B5EF4-FFF2-40B4-BE49-F238E27FC236}">
                <a16:creationId xmlns:a16="http://schemas.microsoft.com/office/drawing/2014/main" id="{14FBDEB7-C024-17A3-061C-DC6D2555FE7B}"/>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6417E3D-FC56-A47A-7892-8A7392266420}"/>
              </a:ext>
            </a:extLst>
          </p:cNvPr>
          <p:cNvSpPr>
            <a:spLocks noGrp="1"/>
          </p:cNvSpPr>
          <p:nvPr>
            <p:ph type="sldNum" sz="quarter" idx="12"/>
          </p:nvPr>
        </p:nvSpPr>
        <p:spPr/>
        <p:txBody>
          <a:bodyPr/>
          <a:lstStyle/>
          <a:p>
            <a:fld id="{9ADFF2BB-11EB-45A2-A588-8A1A4655B995}" type="slidenum">
              <a:rPr lang="en-IN" smtClean="0"/>
              <a:t>‹#›</a:t>
            </a:fld>
            <a:endParaRPr lang="en-IN" dirty="0"/>
          </a:p>
        </p:txBody>
      </p:sp>
    </p:spTree>
    <p:extLst>
      <p:ext uri="{BB962C8B-B14F-4D97-AF65-F5344CB8AC3E}">
        <p14:creationId xmlns:p14="http://schemas.microsoft.com/office/powerpoint/2010/main" val="2406551016"/>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5000">
              <a:schemeClr val="accent1">
                <a:lumMod val="28000"/>
                <a:lumOff val="72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18D050D-8195-558A-07BB-7FFA7C2272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361991E-E891-2CD8-FBF4-99DFAA27AF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700064C-6156-CE76-70B7-17CCF51FD3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B1E509-BCB7-498B-AD13-697912C49794}" type="datetimeFigureOut">
              <a:rPr lang="en-IN" smtClean="0"/>
              <a:t>13-05-2026</a:t>
            </a:fld>
            <a:endParaRPr lang="en-IN" dirty="0"/>
          </a:p>
        </p:txBody>
      </p:sp>
      <p:sp>
        <p:nvSpPr>
          <p:cNvPr id="5" name="Footer Placeholder 4">
            <a:extLst>
              <a:ext uri="{FF2B5EF4-FFF2-40B4-BE49-F238E27FC236}">
                <a16:creationId xmlns:a16="http://schemas.microsoft.com/office/drawing/2014/main" id="{F5825626-E387-52DC-2FEA-FBBDBCE968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116AE437-FB04-F269-6CC1-D3631931CD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DFF2BB-11EB-45A2-A588-8A1A4655B995}" type="slidenum">
              <a:rPr lang="en-IN" smtClean="0"/>
              <a:t>‹#›</a:t>
            </a:fld>
            <a:endParaRPr lang="en-IN" dirty="0"/>
          </a:p>
        </p:txBody>
      </p:sp>
    </p:spTree>
    <p:extLst>
      <p:ext uri="{BB962C8B-B14F-4D97-AF65-F5344CB8AC3E}">
        <p14:creationId xmlns:p14="http://schemas.microsoft.com/office/powerpoint/2010/main" val="892678823"/>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Lst>
  <p:transition spd="slow">
    <p:push dir="u"/>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2B7B239-68F2-21AD-2A42-C97BDBBC5828}"/>
              </a:ext>
            </a:extLst>
          </p:cNvPr>
          <p:cNvSpPr txBox="1"/>
          <p:nvPr/>
        </p:nvSpPr>
        <p:spPr>
          <a:xfrm>
            <a:off x="3470787" y="2283015"/>
            <a:ext cx="6272981" cy="923330"/>
          </a:xfrm>
          <a:prstGeom prst="rect">
            <a:avLst/>
          </a:prstGeom>
          <a:noFill/>
        </p:spPr>
        <p:txBody>
          <a:bodyPr wrap="square" rtlCol="0">
            <a:spAutoFit/>
          </a:bodyPr>
          <a:lstStyle/>
          <a:p>
            <a:r>
              <a:rPr lang="en-US" sz="5400" b="1" dirty="0">
                <a:solidFill>
                  <a:srgbClr val="FF0000"/>
                </a:solidFill>
              </a:rPr>
              <a:t>BLOOD RELATIONS </a:t>
            </a:r>
            <a:endParaRPr lang="en-IN" sz="5400" b="1" dirty="0">
              <a:solidFill>
                <a:srgbClr val="FF0000"/>
              </a:solidFill>
            </a:endParaRPr>
          </a:p>
        </p:txBody>
      </p:sp>
      <p:sp>
        <p:nvSpPr>
          <p:cNvPr id="3" name="TextBox 2">
            <a:extLst>
              <a:ext uri="{FF2B5EF4-FFF2-40B4-BE49-F238E27FC236}">
                <a16:creationId xmlns:a16="http://schemas.microsoft.com/office/drawing/2014/main" id="{8B84E3A6-E616-6DCD-03B4-6F01DB9C918C}"/>
              </a:ext>
            </a:extLst>
          </p:cNvPr>
          <p:cNvSpPr txBox="1"/>
          <p:nvPr/>
        </p:nvSpPr>
        <p:spPr>
          <a:xfrm>
            <a:off x="8053618" y="5427406"/>
            <a:ext cx="2173095" cy="830997"/>
          </a:xfrm>
          <a:prstGeom prst="rect">
            <a:avLst/>
          </a:prstGeom>
          <a:noFill/>
        </p:spPr>
        <p:txBody>
          <a:bodyPr wrap="none" rtlCol="0">
            <a:spAutoFit/>
          </a:bodyPr>
          <a:lstStyle/>
          <a:p>
            <a:pPr algn="ctr"/>
            <a:r>
              <a:rPr lang="en-US" sz="2400" b="1" dirty="0"/>
              <a:t>BY </a:t>
            </a:r>
          </a:p>
          <a:p>
            <a:pPr algn="ctr"/>
            <a:r>
              <a:rPr lang="en-US" sz="2400" b="1" dirty="0"/>
              <a:t>VARAPRASAD P</a:t>
            </a:r>
            <a:endParaRPr lang="en-IN" sz="2400" b="1" dirty="0"/>
          </a:p>
        </p:txBody>
      </p:sp>
    </p:spTree>
    <p:extLst>
      <p:ext uri="{BB962C8B-B14F-4D97-AF65-F5344CB8AC3E}">
        <p14:creationId xmlns:p14="http://schemas.microsoft.com/office/powerpoint/2010/main" val="2729488369"/>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F7BA45-5055-5F0E-F76E-0C2948A4D5DC}"/>
              </a:ext>
            </a:extLst>
          </p:cNvPr>
          <p:cNvSpPr txBox="1"/>
          <p:nvPr/>
        </p:nvSpPr>
        <p:spPr>
          <a:xfrm>
            <a:off x="3411793" y="503376"/>
            <a:ext cx="4916129" cy="707886"/>
          </a:xfrm>
          <a:prstGeom prst="rect">
            <a:avLst/>
          </a:prstGeom>
          <a:noFill/>
        </p:spPr>
        <p:txBody>
          <a:bodyPr wrap="square" rtlCol="0">
            <a:spAutoFit/>
          </a:bodyPr>
          <a:lstStyle/>
          <a:p>
            <a:r>
              <a:rPr lang="en-US" sz="4000" b="1" dirty="0"/>
              <a:t>BLOOD RELATIONS </a:t>
            </a:r>
            <a:endParaRPr lang="en-IN" sz="4000" b="1" dirty="0"/>
          </a:p>
        </p:txBody>
      </p:sp>
      <p:sp>
        <p:nvSpPr>
          <p:cNvPr id="3" name="TextBox 2">
            <a:extLst>
              <a:ext uri="{FF2B5EF4-FFF2-40B4-BE49-F238E27FC236}">
                <a16:creationId xmlns:a16="http://schemas.microsoft.com/office/drawing/2014/main" id="{ACA36B9A-B33C-2066-B8F5-1C446AFC7B3C}"/>
              </a:ext>
            </a:extLst>
          </p:cNvPr>
          <p:cNvSpPr txBox="1"/>
          <p:nvPr/>
        </p:nvSpPr>
        <p:spPr>
          <a:xfrm>
            <a:off x="540773" y="1559919"/>
            <a:ext cx="5329084" cy="400110"/>
          </a:xfrm>
          <a:prstGeom prst="rect">
            <a:avLst/>
          </a:prstGeom>
          <a:noFill/>
        </p:spPr>
        <p:txBody>
          <a:bodyPr wrap="square" rtlCol="0">
            <a:spAutoFit/>
          </a:bodyPr>
          <a:lstStyle/>
          <a:p>
            <a:pPr marL="285750" indent="-285750">
              <a:buFont typeface="Wingdings" panose="05000000000000000000" pitchFamily="2" charset="2"/>
              <a:buChar char="Ø"/>
            </a:pPr>
            <a:r>
              <a:rPr lang="en-US" sz="2000" dirty="0"/>
              <a:t>TYPES OF QUSTION IN BLOOD RELATIONS :-</a:t>
            </a:r>
            <a:endParaRPr lang="en-IN" sz="2000" dirty="0"/>
          </a:p>
        </p:txBody>
      </p:sp>
      <p:graphicFrame>
        <p:nvGraphicFramePr>
          <p:cNvPr id="9" name="Diagram 8">
            <a:extLst>
              <a:ext uri="{FF2B5EF4-FFF2-40B4-BE49-F238E27FC236}">
                <a16:creationId xmlns:a16="http://schemas.microsoft.com/office/drawing/2014/main" id="{F521A5FD-75EC-53AF-4D65-F999FEFB25B4}"/>
              </a:ext>
            </a:extLst>
          </p:cNvPr>
          <p:cNvGraphicFramePr/>
          <p:nvPr>
            <p:extLst>
              <p:ext uri="{D42A27DB-BD31-4B8C-83A1-F6EECF244321}">
                <p14:modId xmlns:p14="http://schemas.microsoft.com/office/powerpoint/2010/main" val="3701337419"/>
              </p:ext>
            </p:extLst>
          </p:nvPr>
        </p:nvGraphicFramePr>
        <p:xfrm>
          <a:off x="2231922" y="2308686"/>
          <a:ext cx="7728156" cy="42407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5408003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AsOne/>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C1CCB-2EAB-DFC0-767E-F303CD61C48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B3FB63F-465D-1C6C-72D0-DF1852DB4903}"/>
              </a:ext>
            </a:extLst>
          </p:cNvPr>
          <p:cNvSpPr/>
          <p:nvPr/>
        </p:nvSpPr>
        <p:spPr>
          <a:xfrm>
            <a:off x="0" y="0"/>
            <a:ext cx="12192000" cy="914400"/>
          </a:xfrm>
          <a:prstGeom prst="rect">
            <a:avLst/>
          </a:prstGeom>
          <a:solidFill>
            <a:schemeClr val="accent5">
              <a:lumMod val="75000"/>
              <a:alpha val="9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BLOOD RELATIONS </a:t>
            </a:r>
            <a:endParaRPr lang="en-IN" sz="4400" b="1" dirty="0"/>
          </a:p>
        </p:txBody>
      </p:sp>
      <p:sp>
        <p:nvSpPr>
          <p:cNvPr id="5" name="TextBox 4">
            <a:extLst>
              <a:ext uri="{FF2B5EF4-FFF2-40B4-BE49-F238E27FC236}">
                <a16:creationId xmlns:a16="http://schemas.microsoft.com/office/drawing/2014/main" id="{003A9C13-1199-0E7A-B833-2C7159178A0A}"/>
              </a:ext>
            </a:extLst>
          </p:cNvPr>
          <p:cNvSpPr txBox="1"/>
          <p:nvPr/>
        </p:nvSpPr>
        <p:spPr>
          <a:xfrm>
            <a:off x="304799" y="1101213"/>
            <a:ext cx="11130116" cy="707886"/>
          </a:xfrm>
          <a:prstGeom prst="rect">
            <a:avLst/>
          </a:prstGeom>
          <a:noFill/>
        </p:spPr>
        <p:txBody>
          <a:bodyPr wrap="square" rtlCol="0">
            <a:spAutoFit/>
          </a:bodyPr>
          <a:lstStyle/>
          <a:p>
            <a:pPr>
              <a:buNone/>
            </a:pPr>
            <a:r>
              <a:rPr lang="en-US" sz="2000" dirty="0">
                <a:effectLst/>
                <a:latin typeface="Arial" panose="020B0604020202020204" pitchFamily="34" charset="0"/>
                <a:ea typeface="Times New Roman" panose="02020603050405020304" pitchFamily="18" charset="0"/>
              </a:rPr>
              <a:t>1. A and B are brothers. C and D are sisters. A's son is D's brother. How is B related to C?</a:t>
            </a:r>
            <a:endParaRPr lang="en-IN" sz="3200" dirty="0">
              <a:effectLst/>
              <a:latin typeface="Times New Roman" panose="02020603050405020304" pitchFamily="18" charset="0"/>
              <a:ea typeface="Times New Roman" panose="02020603050405020304" pitchFamily="18" charset="0"/>
            </a:endParaRPr>
          </a:p>
          <a:p>
            <a:pPr>
              <a:buNone/>
            </a:pPr>
            <a:r>
              <a:rPr lang="en-US" sz="2000" dirty="0">
                <a:effectLst/>
                <a:latin typeface="Arial" panose="020B0604020202020204" pitchFamily="34" charset="0"/>
                <a:ea typeface="Times New Roman" panose="02020603050405020304" pitchFamily="18" charset="0"/>
              </a:rPr>
              <a:t>     a. Father                b. Brother         c. Grandfather        d. Uncle</a:t>
            </a:r>
            <a:endParaRPr lang="en-IN" sz="3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71946417"/>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D314F-3929-5D53-D491-1C229A3BE8B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11CB9AD-0272-C39A-E686-E14D5B718DDC}"/>
              </a:ext>
            </a:extLst>
          </p:cNvPr>
          <p:cNvSpPr/>
          <p:nvPr/>
        </p:nvSpPr>
        <p:spPr>
          <a:xfrm>
            <a:off x="0" y="0"/>
            <a:ext cx="12192000" cy="914400"/>
          </a:xfrm>
          <a:prstGeom prst="rect">
            <a:avLst/>
          </a:prstGeom>
          <a:solidFill>
            <a:schemeClr val="accent5">
              <a:lumMod val="75000"/>
              <a:alpha val="9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BLOOD RELATIONS </a:t>
            </a:r>
            <a:endParaRPr lang="en-IN" sz="4400" b="1" dirty="0"/>
          </a:p>
        </p:txBody>
      </p:sp>
      <p:sp>
        <p:nvSpPr>
          <p:cNvPr id="5" name="TextBox 4">
            <a:extLst>
              <a:ext uri="{FF2B5EF4-FFF2-40B4-BE49-F238E27FC236}">
                <a16:creationId xmlns:a16="http://schemas.microsoft.com/office/drawing/2014/main" id="{B3608518-C47A-A9E6-393F-4101B50783FA}"/>
              </a:ext>
            </a:extLst>
          </p:cNvPr>
          <p:cNvSpPr txBox="1"/>
          <p:nvPr/>
        </p:nvSpPr>
        <p:spPr>
          <a:xfrm>
            <a:off x="304799" y="1101213"/>
            <a:ext cx="11130116" cy="707886"/>
          </a:xfrm>
          <a:prstGeom prst="rect">
            <a:avLst/>
          </a:prstGeom>
          <a:noFill/>
        </p:spPr>
        <p:txBody>
          <a:bodyPr wrap="square" rtlCol="0">
            <a:spAutoFit/>
          </a:bodyPr>
          <a:lstStyle/>
          <a:p>
            <a:pPr>
              <a:buNone/>
            </a:pPr>
            <a:r>
              <a:rPr lang="en-US" sz="2000" dirty="0">
                <a:effectLst/>
                <a:latin typeface="Arial" panose="020B0604020202020204" pitchFamily="34" charset="0"/>
                <a:ea typeface="Times New Roman" panose="02020603050405020304" pitchFamily="18" charset="0"/>
              </a:rPr>
              <a:t>2. M is N's sister. O is N's mother. P is O's father. Q is P's mother. Then, how is M related to P?</a:t>
            </a:r>
            <a:endParaRPr lang="en-IN" sz="3200" dirty="0">
              <a:effectLst/>
              <a:latin typeface="Times New Roman" panose="02020603050405020304" pitchFamily="18" charset="0"/>
              <a:ea typeface="Times New Roman" panose="02020603050405020304" pitchFamily="18" charset="0"/>
            </a:endParaRPr>
          </a:p>
          <a:p>
            <a:pPr>
              <a:buNone/>
            </a:pPr>
            <a:r>
              <a:rPr lang="en-US" sz="2000" dirty="0">
                <a:effectLst/>
                <a:latin typeface="Arial" panose="020B0604020202020204" pitchFamily="34" charset="0"/>
                <a:ea typeface="Times New Roman" panose="02020603050405020304" pitchFamily="18" charset="0"/>
              </a:rPr>
              <a:t>     a. Grandmother      b. Grandfather     c. Daughter        d. Grand daughter</a:t>
            </a:r>
            <a:endParaRPr lang="en-IN" sz="3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020249541"/>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109C3-9FF8-5927-B648-B259B83FDA9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5BE4903-78EE-0EFE-7317-F87DE0718544}"/>
              </a:ext>
            </a:extLst>
          </p:cNvPr>
          <p:cNvSpPr/>
          <p:nvPr/>
        </p:nvSpPr>
        <p:spPr>
          <a:xfrm>
            <a:off x="0" y="0"/>
            <a:ext cx="12192000" cy="914400"/>
          </a:xfrm>
          <a:prstGeom prst="rect">
            <a:avLst/>
          </a:prstGeom>
          <a:solidFill>
            <a:schemeClr val="accent5">
              <a:lumMod val="75000"/>
              <a:alpha val="9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CONVERSATION BLOOD RELATIONS </a:t>
            </a:r>
            <a:endParaRPr lang="en-IN" sz="4400" b="1" dirty="0"/>
          </a:p>
        </p:txBody>
      </p:sp>
      <p:sp>
        <p:nvSpPr>
          <p:cNvPr id="5" name="TextBox 4">
            <a:extLst>
              <a:ext uri="{FF2B5EF4-FFF2-40B4-BE49-F238E27FC236}">
                <a16:creationId xmlns:a16="http://schemas.microsoft.com/office/drawing/2014/main" id="{93C551F3-51F2-DEA6-93A8-1C314BBF3282}"/>
              </a:ext>
            </a:extLst>
          </p:cNvPr>
          <p:cNvSpPr txBox="1"/>
          <p:nvPr/>
        </p:nvSpPr>
        <p:spPr>
          <a:xfrm>
            <a:off x="304799" y="1101213"/>
            <a:ext cx="11130116" cy="1384995"/>
          </a:xfrm>
          <a:prstGeom prst="rect">
            <a:avLst/>
          </a:prstGeom>
          <a:noFill/>
        </p:spPr>
        <p:txBody>
          <a:bodyPr wrap="square" rtlCol="0">
            <a:spAutoFit/>
          </a:bodyPr>
          <a:lstStyle/>
          <a:p>
            <a:pPr marL="342900" indent="-342900">
              <a:buFont typeface="+mj-lt"/>
              <a:buAutoNum type="arabicPeriod"/>
            </a:pPr>
            <a:r>
              <a:rPr lang="pt-BR" sz="2000" dirty="0"/>
              <a:t>Pointing towards a person, ravi said to waman ,”His mother is the only daughter of your father “. How is the woman related to the that person ? </a:t>
            </a:r>
            <a:endParaRPr lang="en-IN" sz="2000" dirty="0"/>
          </a:p>
          <a:p>
            <a:r>
              <a:rPr lang="en-US" sz="2000" dirty="0"/>
              <a:t>          a. Daughter  		b. Mother		c. Sister		d. Wife</a:t>
            </a:r>
            <a:endParaRPr lang="en-IN" sz="2000" dirty="0"/>
          </a:p>
          <a:p>
            <a:endParaRPr lang="en-IN" sz="2400" dirty="0"/>
          </a:p>
        </p:txBody>
      </p:sp>
    </p:spTree>
    <p:extLst>
      <p:ext uri="{BB962C8B-B14F-4D97-AF65-F5344CB8AC3E}">
        <p14:creationId xmlns:p14="http://schemas.microsoft.com/office/powerpoint/2010/main" val="3362972116"/>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AD399-C69F-8CCB-10AD-0AA9CFE0B43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1697465-5F79-D6A4-92FE-97DA83BF361C}"/>
              </a:ext>
            </a:extLst>
          </p:cNvPr>
          <p:cNvSpPr/>
          <p:nvPr/>
        </p:nvSpPr>
        <p:spPr>
          <a:xfrm>
            <a:off x="0" y="0"/>
            <a:ext cx="12192000" cy="914400"/>
          </a:xfrm>
          <a:prstGeom prst="rect">
            <a:avLst/>
          </a:prstGeom>
          <a:solidFill>
            <a:schemeClr val="accent5">
              <a:lumMod val="75000"/>
              <a:alpha val="9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CONVERSATION BLOOD RELATIONS </a:t>
            </a:r>
            <a:endParaRPr lang="en-IN" sz="4400" b="1" dirty="0"/>
          </a:p>
        </p:txBody>
      </p:sp>
      <p:sp>
        <p:nvSpPr>
          <p:cNvPr id="5" name="TextBox 4">
            <a:extLst>
              <a:ext uri="{FF2B5EF4-FFF2-40B4-BE49-F238E27FC236}">
                <a16:creationId xmlns:a16="http://schemas.microsoft.com/office/drawing/2014/main" id="{D7B73483-6872-5FF7-E0BA-48488664F072}"/>
              </a:ext>
            </a:extLst>
          </p:cNvPr>
          <p:cNvSpPr txBox="1"/>
          <p:nvPr/>
        </p:nvSpPr>
        <p:spPr>
          <a:xfrm>
            <a:off x="304799" y="1101213"/>
            <a:ext cx="11130116" cy="1323439"/>
          </a:xfrm>
          <a:prstGeom prst="rect">
            <a:avLst/>
          </a:prstGeom>
          <a:noFill/>
        </p:spPr>
        <p:txBody>
          <a:bodyPr wrap="square" rtlCol="0">
            <a:spAutoFit/>
          </a:bodyPr>
          <a:lstStyle/>
          <a:p>
            <a:pPr marL="342900" indent="-342900">
              <a:buFont typeface="+mj-lt"/>
              <a:buAutoNum type="arabicPeriod" startAt="2"/>
            </a:pPr>
            <a:r>
              <a:rPr lang="pt-BR" sz="2000" dirty="0"/>
              <a:t>Pointing to kiran, Nara said ,”he is the son of my father’s only son.”How is kiran’s mother related to Nara ?</a:t>
            </a:r>
            <a:endParaRPr lang="en-IN" sz="2000" dirty="0"/>
          </a:p>
          <a:p>
            <a:r>
              <a:rPr lang="en-US" sz="2000" dirty="0"/>
              <a:t>    a. Daughter		b. Aunt 		c. Sister	  d. sister-in-law 	e. None of these</a:t>
            </a:r>
            <a:endParaRPr lang="en-IN" sz="2000" dirty="0"/>
          </a:p>
          <a:p>
            <a:r>
              <a:rPr lang="en-US" sz="2000" dirty="0"/>
              <a:t> </a:t>
            </a:r>
            <a:endParaRPr lang="en-IN" sz="2800" dirty="0"/>
          </a:p>
        </p:txBody>
      </p:sp>
    </p:spTree>
    <p:extLst>
      <p:ext uri="{BB962C8B-B14F-4D97-AF65-F5344CB8AC3E}">
        <p14:creationId xmlns:p14="http://schemas.microsoft.com/office/powerpoint/2010/main" val="1395219340"/>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B92A4-A3F1-003B-B417-25ECFF14525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FCEFF57-F325-CEB7-30E2-77FC14A75102}"/>
              </a:ext>
            </a:extLst>
          </p:cNvPr>
          <p:cNvSpPr/>
          <p:nvPr/>
        </p:nvSpPr>
        <p:spPr>
          <a:xfrm>
            <a:off x="0" y="0"/>
            <a:ext cx="12192000" cy="914400"/>
          </a:xfrm>
          <a:prstGeom prst="rect">
            <a:avLst/>
          </a:prstGeom>
          <a:solidFill>
            <a:schemeClr val="accent5">
              <a:lumMod val="75000"/>
              <a:alpha val="9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PUZZLE BASED BLOOD RELATIONS  </a:t>
            </a:r>
            <a:endParaRPr lang="en-IN" sz="4400" b="1" dirty="0"/>
          </a:p>
        </p:txBody>
      </p:sp>
      <p:sp>
        <p:nvSpPr>
          <p:cNvPr id="5" name="TextBox 4">
            <a:extLst>
              <a:ext uri="{FF2B5EF4-FFF2-40B4-BE49-F238E27FC236}">
                <a16:creationId xmlns:a16="http://schemas.microsoft.com/office/drawing/2014/main" id="{FDD6ECC8-6A68-B3BC-9367-400A9E300352}"/>
              </a:ext>
            </a:extLst>
          </p:cNvPr>
          <p:cNvSpPr txBox="1"/>
          <p:nvPr/>
        </p:nvSpPr>
        <p:spPr>
          <a:xfrm>
            <a:off x="304799" y="1101213"/>
            <a:ext cx="11130116" cy="1754326"/>
          </a:xfrm>
          <a:prstGeom prst="rect">
            <a:avLst/>
          </a:prstGeom>
          <a:noFill/>
        </p:spPr>
        <p:txBody>
          <a:bodyPr wrap="square" rtlCol="0">
            <a:spAutoFit/>
          </a:bodyPr>
          <a:lstStyle/>
          <a:p>
            <a:pPr marL="342900" indent="-342900">
              <a:buFont typeface="+mj-lt"/>
              <a:buAutoNum type="arabicPeriod"/>
            </a:pPr>
            <a:r>
              <a:rPr lang="en-US" sz="2000" dirty="0"/>
              <a:t>A family has a man, his wife, their four sons and their wives. The family of every son also has 3 sons and one daughter. Find out the total number of male members in the whole family?</a:t>
            </a:r>
            <a:endParaRPr lang="en-IN" sz="2000" dirty="0"/>
          </a:p>
          <a:p>
            <a:r>
              <a:rPr lang="en-US" sz="2000" dirty="0"/>
              <a:t>    a. 4                          b. 8                  c. 12                      d.17       </a:t>
            </a:r>
            <a:endParaRPr lang="en-IN" sz="2000" dirty="0"/>
          </a:p>
          <a:p>
            <a:endParaRPr lang="en-IN" sz="2400" dirty="0"/>
          </a:p>
          <a:p>
            <a:r>
              <a:rPr lang="en-US" sz="2400" dirty="0"/>
              <a:t> </a:t>
            </a:r>
            <a:endParaRPr lang="en-IN" sz="3200" dirty="0"/>
          </a:p>
        </p:txBody>
      </p:sp>
    </p:spTree>
    <p:extLst>
      <p:ext uri="{BB962C8B-B14F-4D97-AF65-F5344CB8AC3E}">
        <p14:creationId xmlns:p14="http://schemas.microsoft.com/office/powerpoint/2010/main" val="1080291131"/>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F068E-8C8A-AE05-2990-0563A09B453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35B9A01-E2FD-5B4F-498A-3A5472A5C1AC}"/>
              </a:ext>
            </a:extLst>
          </p:cNvPr>
          <p:cNvSpPr/>
          <p:nvPr/>
        </p:nvSpPr>
        <p:spPr>
          <a:xfrm>
            <a:off x="0" y="0"/>
            <a:ext cx="12192000" cy="914400"/>
          </a:xfrm>
          <a:prstGeom prst="rect">
            <a:avLst/>
          </a:prstGeom>
          <a:solidFill>
            <a:schemeClr val="accent5">
              <a:lumMod val="75000"/>
              <a:alpha val="9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PUZZLE BASED BLOOD RELATIONS  </a:t>
            </a:r>
            <a:endParaRPr lang="en-IN" sz="4400" b="1" dirty="0"/>
          </a:p>
        </p:txBody>
      </p:sp>
      <p:sp>
        <p:nvSpPr>
          <p:cNvPr id="5" name="TextBox 4">
            <a:extLst>
              <a:ext uri="{FF2B5EF4-FFF2-40B4-BE49-F238E27FC236}">
                <a16:creationId xmlns:a16="http://schemas.microsoft.com/office/drawing/2014/main" id="{BD300C9F-789E-3935-552C-69658E533816}"/>
              </a:ext>
            </a:extLst>
          </p:cNvPr>
          <p:cNvSpPr txBox="1"/>
          <p:nvPr/>
        </p:nvSpPr>
        <p:spPr>
          <a:xfrm>
            <a:off x="304799" y="1101213"/>
            <a:ext cx="11130116" cy="1138773"/>
          </a:xfrm>
          <a:prstGeom prst="rect">
            <a:avLst/>
          </a:prstGeom>
          <a:noFill/>
        </p:spPr>
        <p:txBody>
          <a:bodyPr wrap="square" rtlCol="0">
            <a:spAutoFit/>
          </a:bodyPr>
          <a:lstStyle/>
          <a:p>
            <a:pPr marL="342900" indent="-342900">
              <a:buFont typeface="+mj-lt"/>
              <a:buAutoNum type="arabicPeriod" startAt="2"/>
            </a:pPr>
            <a:r>
              <a:rPr lang="en-US" sz="2000" dirty="0"/>
              <a:t>How is Ravi’s elder brother’s mother's sister’s daughter’s maternal aunt’s daughter related to him ?</a:t>
            </a:r>
            <a:endParaRPr lang="en-IN" sz="2000" dirty="0"/>
          </a:p>
          <a:p>
            <a:r>
              <a:rPr lang="en-US" sz="2000" dirty="0"/>
              <a:t>    a. Sister</a:t>
            </a:r>
            <a:r>
              <a:rPr lang="en-IN" sz="2000" dirty="0"/>
              <a:t>                 b. </a:t>
            </a:r>
            <a:r>
              <a:rPr lang="en-US" sz="2000" dirty="0"/>
              <a:t>Cousin</a:t>
            </a:r>
            <a:r>
              <a:rPr lang="en-IN" sz="2000" dirty="0"/>
              <a:t>           c. </a:t>
            </a:r>
            <a:r>
              <a:rPr lang="en-US" sz="2000" dirty="0"/>
              <a:t>Niece                 d. Cannot be determined</a:t>
            </a:r>
            <a:endParaRPr lang="en-IN" sz="2800" dirty="0"/>
          </a:p>
          <a:p>
            <a:r>
              <a:rPr lang="en-US" sz="2800" dirty="0"/>
              <a:t> </a:t>
            </a:r>
            <a:endParaRPr lang="en-IN" sz="3600" dirty="0"/>
          </a:p>
        </p:txBody>
      </p:sp>
    </p:spTree>
    <p:extLst>
      <p:ext uri="{BB962C8B-B14F-4D97-AF65-F5344CB8AC3E}">
        <p14:creationId xmlns:p14="http://schemas.microsoft.com/office/powerpoint/2010/main" val="3535455213"/>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62DFC-31F4-6BE9-45E5-3330F6DCF83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8AFBE13-8EDC-0B56-1B67-7882209D28AE}"/>
              </a:ext>
            </a:extLst>
          </p:cNvPr>
          <p:cNvSpPr/>
          <p:nvPr/>
        </p:nvSpPr>
        <p:spPr>
          <a:xfrm>
            <a:off x="0" y="0"/>
            <a:ext cx="12192000" cy="914400"/>
          </a:xfrm>
          <a:prstGeom prst="rect">
            <a:avLst/>
          </a:prstGeom>
          <a:solidFill>
            <a:schemeClr val="accent5">
              <a:lumMod val="75000"/>
              <a:alpha val="9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PUZZLE BASED BLOOD RELATIONS  </a:t>
            </a:r>
            <a:endParaRPr lang="en-IN" sz="4400" b="1" dirty="0"/>
          </a:p>
        </p:txBody>
      </p:sp>
      <p:sp>
        <p:nvSpPr>
          <p:cNvPr id="5" name="TextBox 4">
            <a:extLst>
              <a:ext uri="{FF2B5EF4-FFF2-40B4-BE49-F238E27FC236}">
                <a16:creationId xmlns:a16="http://schemas.microsoft.com/office/drawing/2014/main" id="{CF2952EC-95C4-EE01-888D-DAFE2183CB42}"/>
              </a:ext>
            </a:extLst>
          </p:cNvPr>
          <p:cNvSpPr txBox="1"/>
          <p:nvPr/>
        </p:nvSpPr>
        <p:spPr>
          <a:xfrm>
            <a:off x="304799" y="1101213"/>
            <a:ext cx="11130116" cy="2185214"/>
          </a:xfrm>
          <a:prstGeom prst="rect">
            <a:avLst/>
          </a:prstGeom>
          <a:noFill/>
        </p:spPr>
        <p:txBody>
          <a:bodyPr wrap="square" rtlCol="0">
            <a:spAutoFit/>
          </a:bodyPr>
          <a:lstStyle/>
          <a:p>
            <a:r>
              <a:rPr lang="en-US" sz="2400" b="1" dirty="0"/>
              <a:t>Directions</a:t>
            </a:r>
            <a:r>
              <a:rPr lang="en-US" sz="2000" dirty="0"/>
              <a:t>: </a:t>
            </a:r>
            <a:r>
              <a:rPr lang="en-US" sz="2000" b="1" dirty="0"/>
              <a:t>Study the information below and answer the given questions.</a:t>
            </a:r>
          </a:p>
          <a:p>
            <a:pPr marL="342900" indent="-342900">
              <a:buFont typeface="+mj-lt"/>
              <a:buAutoNum type="arabicPeriod" startAt="3"/>
            </a:pPr>
            <a:endParaRPr lang="en-US" sz="2000" dirty="0"/>
          </a:p>
          <a:p>
            <a:pPr marL="457200" indent="-457200">
              <a:buFont typeface="+mj-lt"/>
              <a:buAutoNum type="arabicPeriod" startAt="3"/>
            </a:pPr>
            <a:r>
              <a:rPr lang="en-US" sz="2000" dirty="0"/>
              <a:t>A, B, C, D, E, F, and G are seven members of a family consisting of three generations and there are two married couples in the family. F is the son-in-law of D, who is the maternal grandfather of three children. C is the only child of B. G is the only sister of A. B is the maternal grandmother of E.</a:t>
            </a:r>
            <a:endParaRPr lang="en-IN" sz="3200" dirty="0"/>
          </a:p>
          <a:p>
            <a:r>
              <a:rPr lang="en-US" sz="3200" dirty="0"/>
              <a:t> </a:t>
            </a:r>
            <a:endParaRPr lang="en-IN" sz="4000" dirty="0"/>
          </a:p>
        </p:txBody>
      </p:sp>
      <p:sp>
        <p:nvSpPr>
          <p:cNvPr id="3" name="TextBox 2">
            <a:extLst>
              <a:ext uri="{FF2B5EF4-FFF2-40B4-BE49-F238E27FC236}">
                <a16:creationId xmlns:a16="http://schemas.microsoft.com/office/drawing/2014/main" id="{3B77D5BD-EE14-BE8F-EC50-CE7E2E811AAD}"/>
              </a:ext>
            </a:extLst>
          </p:cNvPr>
          <p:cNvSpPr txBox="1"/>
          <p:nvPr/>
        </p:nvSpPr>
        <p:spPr>
          <a:xfrm>
            <a:off x="550606" y="3429000"/>
            <a:ext cx="10422194" cy="1938992"/>
          </a:xfrm>
          <a:prstGeom prst="rect">
            <a:avLst/>
          </a:prstGeom>
          <a:noFill/>
        </p:spPr>
        <p:txBody>
          <a:bodyPr wrap="square" rtlCol="0">
            <a:spAutoFit/>
          </a:bodyPr>
          <a:lstStyle/>
          <a:p>
            <a:pPr marL="400050" indent="-400050">
              <a:buFont typeface="+mj-lt"/>
              <a:buAutoNum type="romanLcPeriod"/>
            </a:pPr>
            <a:r>
              <a:rPr lang="en-US" sz="2000" b="1" dirty="0"/>
              <a:t>How is A related to B </a:t>
            </a:r>
            <a:r>
              <a:rPr lang="en-US" sz="2000" dirty="0"/>
              <a:t>? </a:t>
            </a:r>
          </a:p>
          <a:p>
            <a:r>
              <a:rPr lang="en-US" sz="2000" dirty="0"/>
              <a:t>      a) Granddaughter   b)Niece          c) Nephew    d) Grandson               e) Either 1 or 4</a:t>
            </a:r>
          </a:p>
          <a:p>
            <a:pPr marL="400050" indent="-400050">
              <a:buFont typeface="+mj-lt"/>
              <a:buAutoNum type="romanLcPeriod" startAt="2"/>
            </a:pPr>
            <a:r>
              <a:rPr lang="en-US" sz="2000" b="1" dirty="0"/>
              <a:t>How many female members are there in the family </a:t>
            </a:r>
            <a:r>
              <a:rPr lang="en-US" sz="2000" dirty="0"/>
              <a:t>?</a:t>
            </a:r>
          </a:p>
          <a:p>
            <a:r>
              <a:rPr lang="en-US" sz="2000" dirty="0"/>
              <a:t>       a) One                      b) Two       c) Three          d) More Than three     e) Cannot be determined</a:t>
            </a:r>
          </a:p>
          <a:p>
            <a:pPr marL="400050" indent="-400050">
              <a:buFont typeface="+mj-lt"/>
              <a:buAutoNum type="romanLcPeriod" startAt="3"/>
            </a:pPr>
            <a:r>
              <a:rPr lang="en-US" sz="2000" b="1" dirty="0"/>
              <a:t>How is C related to D </a:t>
            </a:r>
            <a:r>
              <a:rPr lang="en-US" sz="2000" dirty="0"/>
              <a:t>? </a:t>
            </a:r>
          </a:p>
          <a:p>
            <a:r>
              <a:rPr lang="en-US" sz="2000" dirty="0"/>
              <a:t>       a) Daughter             b) Aunt      c) Niece            d)Wife                          e)Granddaughter</a:t>
            </a:r>
            <a:endParaRPr lang="en-IN" sz="2000" dirty="0"/>
          </a:p>
        </p:txBody>
      </p:sp>
    </p:spTree>
    <p:extLst>
      <p:ext uri="{BB962C8B-B14F-4D97-AF65-F5344CB8AC3E}">
        <p14:creationId xmlns:p14="http://schemas.microsoft.com/office/powerpoint/2010/main" val="428842782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ircle(in)">
                                      <p:cBhvr>
                                        <p:cTn id="12"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37692-E197-4CEA-9D31-AE7F2A1F31B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28E18C3-42C9-B979-0F7F-4BFC4980D0D0}"/>
              </a:ext>
            </a:extLst>
          </p:cNvPr>
          <p:cNvSpPr/>
          <p:nvPr/>
        </p:nvSpPr>
        <p:spPr>
          <a:xfrm>
            <a:off x="0" y="0"/>
            <a:ext cx="12192000" cy="914400"/>
          </a:xfrm>
          <a:prstGeom prst="rect">
            <a:avLst/>
          </a:prstGeom>
          <a:solidFill>
            <a:schemeClr val="accent5">
              <a:lumMod val="75000"/>
              <a:alpha val="9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PUZZLE BASED BLOOD RELATIONS  </a:t>
            </a:r>
            <a:endParaRPr lang="en-IN" sz="4400" b="1" dirty="0"/>
          </a:p>
        </p:txBody>
      </p:sp>
      <p:sp>
        <p:nvSpPr>
          <p:cNvPr id="5" name="TextBox 4">
            <a:extLst>
              <a:ext uri="{FF2B5EF4-FFF2-40B4-BE49-F238E27FC236}">
                <a16:creationId xmlns:a16="http://schemas.microsoft.com/office/drawing/2014/main" id="{A320FEFC-E41C-1A36-72CF-B718F2D07705}"/>
              </a:ext>
            </a:extLst>
          </p:cNvPr>
          <p:cNvSpPr txBox="1"/>
          <p:nvPr/>
        </p:nvSpPr>
        <p:spPr>
          <a:xfrm>
            <a:off x="304799" y="1101213"/>
            <a:ext cx="11130116" cy="1969770"/>
          </a:xfrm>
          <a:prstGeom prst="rect">
            <a:avLst/>
          </a:prstGeom>
          <a:noFill/>
        </p:spPr>
        <p:txBody>
          <a:bodyPr wrap="square" rtlCol="0">
            <a:spAutoFit/>
          </a:bodyPr>
          <a:lstStyle/>
          <a:p>
            <a:r>
              <a:rPr lang="en-US" sz="2400" b="1" dirty="0"/>
              <a:t>Directions</a:t>
            </a:r>
            <a:r>
              <a:rPr lang="en-US" sz="2000" dirty="0"/>
              <a:t>: </a:t>
            </a:r>
            <a:r>
              <a:rPr lang="en-US" sz="2000" b="1" dirty="0"/>
              <a:t>Study the information below and answer the given questions.</a:t>
            </a:r>
          </a:p>
          <a:p>
            <a:endParaRPr lang="en-IN" dirty="0"/>
          </a:p>
          <a:p>
            <a:pPr marL="342900" indent="-342900">
              <a:buFont typeface="+mj-lt"/>
              <a:buAutoNum type="arabicPeriod" startAt="4"/>
            </a:pPr>
            <a:r>
              <a:rPr lang="en-US" sz="2400" dirty="0"/>
              <a:t>In a 6 member family with two fathers and three brothers, C is the sister of F. B is the brother of E’s husband. D is the father of A and Grandfather of F.</a:t>
            </a:r>
            <a:endParaRPr lang="en-IN" sz="2400" dirty="0"/>
          </a:p>
          <a:p>
            <a:r>
              <a:rPr lang="en-US" sz="3200" dirty="0"/>
              <a:t> </a:t>
            </a:r>
            <a:endParaRPr lang="en-IN" sz="4000" dirty="0"/>
          </a:p>
        </p:txBody>
      </p:sp>
      <p:sp>
        <p:nvSpPr>
          <p:cNvPr id="3" name="TextBox 2">
            <a:extLst>
              <a:ext uri="{FF2B5EF4-FFF2-40B4-BE49-F238E27FC236}">
                <a16:creationId xmlns:a16="http://schemas.microsoft.com/office/drawing/2014/main" id="{F72EFFB1-C07A-17E4-F80C-8E31D12A86B1}"/>
              </a:ext>
            </a:extLst>
          </p:cNvPr>
          <p:cNvSpPr txBox="1"/>
          <p:nvPr/>
        </p:nvSpPr>
        <p:spPr>
          <a:xfrm>
            <a:off x="550605" y="3429000"/>
            <a:ext cx="11238271" cy="1938992"/>
          </a:xfrm>
          <a:prstGeom prst="rect">
            <a:avLst/>
          </a:prstGeom>
          <a:noFill/>
        </p:spPr>
        <p:txBody>
          <a:bodyPr wrap="square" rtlCol="0">
            <a:spAutoFit/>
          </a:bodyPr>
          <a:lstStyle/>
          <a:p>
            <a:pPr marL="400050" indent="-400050">
              <a:buFont typeface="+mj-lt"/>
              <a:buAutoNum type="romanLcPeriod"/>
            </a:pPr>
            <a:r>
              <a:rPr lang="en-US" sz="2400" b="1" dirty="0"/>
              <a:t>How is D related to B?</a:t>
            </a:r>
            <a:endParaRPr lang="en-US" sz="2800" b="1" dirty="0"/>
          </a:p>
          <a:p>
            <a:r>
              <a:rPr lang="en-US" sz="2400" dirty="0"/>
              <a:t>      a) Granddaughter   b)Father          c) Brother    d) Son               e) Cannot be determine</a:t>
            </a:r>
          </a:p>
          <a:p>
            <a:endParaRPr lang="en-US" sz="2400" dirty="0"/>
          </a:p>
          <a:p>
            <a:pPr marL="400050" indent="-400050">
              <a:buFont typeface="+mj-lt"/>
              <a:buAutoNum type="romanLcPeriod" startAt="2"/>
            </a:pPr>
            <a:r>
              <a:rPr lang="en-US" sz="2400" b="1" dirty="0"/>
              <a:t>Who is C’s mother ?</a:t>
            </a:r>
            <a:endParaRPr lang="en-US" sz="2800" b="1" dirty="0"/>
          </a:p>
          <a:p>
            <a:r>
              <a:rPr lang="en-US" sz="2400" dirty="0"/>
              <a:t>       a) E                     b) B      c) F          d) A     </a:t>
            </a:r>
          </a:p>
        </p:txBody>
      </p:sp>
    </p:spTree>
    <p:extLst>
      <p:ext uri="{BB962C8B-B14F-4D97-AF65-F5344CB8AC3E}">
        <p14:creationId xmlns:p14="http://schemas.microsoft.com/office/powerpoint/2010/main" val="18870480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ircle(in)">
                                      <p:cBhvr>
                                        <p:cTn id="12"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B6775BD-2F6A-EBD8-6689-48F0656B948B}"/>
              </a:ext>
            </a:extLst>
          </p:cNvPr>
          <p:cNvSpPr/>
          <p:nvPr/>
        </p:nvSpPr>
        <p:spPr>
          <a:xfrm>
            <a:off x="0" y="0"/>
            <a:ext cx="12192000" cy="914400"/>
          </a:xfrm>
          <a:prstGeom prst="rect">
            <a:avLst/>
          </a:prstGeom>
          <a:solidFill>
            <a:schemeClr val="accent5">
              <a:lumMod val="75000"/>
              <a:alpha val="9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CODED BLOOD RELATIONS </a:t>
            </a:r>
            <a:endParaRPr lang="en-IN" sz="4400" b="1" dirty="0"/>
          </a:p>
        </p:txBody>
      </p:sp>
      <p:sp>
        <p:nvSpPr>
          <p:cNvPr id="5" name="TextBox 4">
            <a:extLst>
              <a:ext uri="{FF2B5EF4-FFF2-40B4-BE49-F238E27FC236}">
                <a16:creationId xmlns:a16="http://schemas.microsoft.com/office/drawing/2014/main" id="{FFFF4888-C1BE-50E4-274B-4F4A10235149}"/>
              </a:ext>
            </a:extLst>
          </p:cNvPr>
          <p:cNvSpPr txBox="1"/>
          <p:nvPr/>
        </p:nvSpPr>
        <p:spPr>
          <a:xfrm>
            <a:off x="294967" y="1268362"/>
            <a:ext cx="11130116" cy="4832092"/>
          </a:xfrm>
          <a:prstGeom prst="rect">
            <a:avLst/>
          </a:prstGeom>
          <a:noFill/>
        </p:spPr>
        <p:txBody>
          <a:bodyPr wrap="square" rtlCol="0">
            <a:spAutoFit/>
          </a:bodyPr>
          <a:lstStyle/>
          <a:p>
            <a:pPr marL="514350" indent="-514350">
              <a:buFont typeface="+mj-lt"/>
              <a:buAutoNum type="romanUcPeriod"/>
            </a:pPr>
            <a:r>
              <a:rPr lang="en-IN" sz="2000" b="1" dirty="0"/>
              <a:t>Read the following information carefully and answer the questions :</a:t>
            </a:r>
          </a:p>
          <a:p>
            <a:endParaRPr lang="en-IN" sz="2000" b="1" dirty="0"/>
          </a:p>
          <a:p>
            <a:pPr marL="285750" indent="-285750">
              <a:buFont typeface="Wingdings" panose="05000000000000000000" pitchFamily="2" charset="2"/>
              <a:buChar char="Ø"/>
            </a:pPr>
            <a:r>
              <a:rPr lang="en-IN" sz="2400" dirty="0"/>
              <a:t>A + B  means 'A is the son of B’</a:t>
            </a:r>
          </a:p>
          <a:p>
            <a:pPr marL="285750" indent="-285750">
              <a:buFont typeface="Wingdings" panose="05000000000000000000" pitchFamily="2" charset="2"/>
              <a:buChar char="Ø"/>
            </a:pPr>
            <a:r>
              <a:rPr lang="en-IN" sz="2400" dirty="0"/>
              <a:t>A – B  means 'A is the wife of B’</a:t>
            </a:r>
          </a:p>
          <a:p>
            <a:pPr marL="285750" indent="-285750">
              <a:buFont typeface="Wingdings" panose="05000000000000000000" pitchFamily="2" charset="2"/>
              <a:buChar char="Ø"/>
            </a:pPr>
            <a:r>
              <a:rPr lang="en-IN" sz="2400" dirty="0"/>
              <a:t>A x B  means 'A is the brother of B’</a:t>
            </a:r>
          </a:p>
          <a:p>
            <a:pPr marL="285750" indent="-285750">
              <a:buFont typeface="Wingdings" panose="05000000000000000000" pitchFamily="2" charset="2"/>
              <a:buChar char="Ø"/>
            </a:pPr>
            <a:r>
              <a:rPr lang="en-IN" sz="2400" dirty="0"/>
              <a:t>A ÷ B  means 'A is the mother of B’</a:t>
            </a:r>
          </a:p>
          <a:p>
            <a:pPr marL="285750" indent="-285750">
              <a:buFont typeface="Wingdings" panose="05000000000000000000" pitchFamily="2" charset="2"/>
              <a:buChar char="Ø"/>
            </a:pPr>
            <a:r>
              <a:rPr lang="en-IN" sz="2400" dirty="0"/>
              <a:t>A = B  means 'A is the sister of B’</a:t>
            </a:r>
          </a:p>
          <a:p>
            <a:pPr marL="285750" indent="-285750">
              <a:buFont typeface="Wingdings" panose="05000000000000000000" pitchFamily="2" charset="2"/>
              <a:buChar char="Ø"/>
            </a:pPr>
            <a:endParaRPr lang="en-IN" sz="2400" dirty="0"/>
          </a:p>
          <a:p>
            <a:pPr marL="342900" indent="-342900">
              <a:buFont typeface="+mj-lt"/>
              <a:buAutoNum type="arabicPeriod"/>
            </a:pPr>
            <a:r>
              <a:rPr lang="en-IN" sz="2000" dirty="0"/>
              <a:t>What does </a:t>
            </a:r>
            <a:r>
              <a:rPr lang="en-IN" sz="2000" b="1" dirty="0"/>
              <a:t>P + R - Q </a:t>
            </a:r>
            <a:r>
              <a:rPr lang="en-IN" sz="2000" dirty="0"/>
              <a:t>mean ?</a:t>
            </a:r>
          </a:p>
          <a:p>
            <a:r>
              <a:rPr lang="en-IN" sz="2000" dirty="0"/>
              <a:t>    a. Q is the father of P       b. Q is the son of P    c. Q is the uncle of P    d. Q is the brother of P.</a:t>
            </a:r>
          </a:p>
          <a:p>
            <a:endParaRPr lang="en-IN" sz="2000" dirty="0"/>
          </a:p>
          <a:p>
            <a:endParaRPr lang="en-IN" sz="2000" dirty="0"/>
          </a:p>
          <a:p>
            <a:endParaRPr lang="en-IN" sz="2400" dirty="0"/>
          </a:p>
          <a:p>
            <a:endParaRPr lang="en-IN" sz="2000" dirty="0"/>
          </a:p>
        </p:txBody>
      </p:sp>
    </p:spTree>
    <p:extLst>
      <p:ext uri="{BB962C8B-B14F-4D97-AF65-F5344CB8AC3E}">
        <p14:creationId xmlns:p14="http://schemas.microsoft.com/office/powerpoint/2010/main" val="4285884885"/>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7B24B-C699-3FDE-4888-79D08F40AF0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B973F4D-ACD8-BCE4-51A9-AC575277EBCD}"/>
              </a:ext>
            </a:extLst>
          </p:cNvPr>
          <p:cNvSpPr/>
          <p:nvPr/>
        </p:nvSpPr>
        <p:spPr>
          <a:xfrm>
            <a:off x="0" y="0"/>
            <a:ext cx="12192000" cy="914400"/>
          </a:xfrm>
          <a:prstGeom prst="rect">
            <a:avLst/>
          </a:prstGeom>
          <a:solidFill>
            <a:schemeClr val="accent5">
              <a:lumMod val="75000"/>
              <a:alpha val="9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CODED BLOOD RELATIONS </a:t>
            </a:r>
            <a:endParaRPr lang="en-IN" sz="4400" b="1" dirty="0"/>
          </a:p>
        </p:txBody>
      </p:sp>
      <p:sp>
        <p:nvSpPr>
          <p:cNvPr id="5" name="TextBox 4">
            <a:extLst>
              <a:ext uri="{FF2B5EF4-FFF2-40B4-BE49-F238E27FC236}">
                <a16:creationId xmlns:a16="http://schemas.microsoft.com/office/drawing/2014/main" id="{5499945A-20AE-B236-4E91-FD3847CAE094}"/>
              </a:ext>
            </a:extLst>
          </p:cNvPr>
          <p:cNvSpPr txBox="1"/>
          <p:nvPr/>
        </p:nvSpPr>
        <p:spPr>
          <a:xfrm>
            <a:off x="304799" y="1101213"/>
            <a:ext cx="11130116" cy="4462760"/>
          </a:xfrm>
          <a:prstGeom prst="rect">
            <a:avLst/>
          </a:prstGeom>
          <a:noFill/>
        </p:spPr>
        <p:txBody>
          <a:bodyPr wrap="square" rtlCol="0">
            <a:spAutoFit/>
          </a:bodyPr>
          <a:lstStyle/>
          <a:p>
            <a:pPr marL="514350" indent="-514350">
              <a:buFont typeface="+mj-lt"/>
              <a:buAutoNum type="romanUcPeriod" startAt="2"/>
            </a:pPr>
            <a:r>
              <a:rPr lang="en-IN" sz="2000" b="1" dirty="0"/>
              <a:t>Read the following information carefully and answer the questions :</a:t>
            </a:r>
          </a:p>
          <a:p>
            <a:endParaRPr lang="en-IN" sz="2000" b="1" dirty="0"/>
          </a:p>
          <a:p>
            <a:pPr marL="342900" indent="-342900">
              <a:buFont typeface="Wingdings" panose="05000000000000000000" pitchFamily="2" charset="2"/>
              <a:buChar char="Ø"/>
            </a:pPr>
            <a:r>
              <a:rPr lang="en-IN" sz="2000" dirty="0"/>
              <a:t>P + Q  means ‘Q is the Son of P’</a:t>
            </a:r>
          </a:p>
          <a:p>
            <a:pPr marL="342900" indent="-342900">
              <a:buFont typeface="Wingdings" panose="05000000000000000000" pitchFamily="2" charset="2"/>
              <a:buChar char="Ø"/>
            </a:pPr>
            <a:r>
              <a:rPr lang="en-IN" sz="2000" dirty="0"/>
              <a:t>P – Q  means ‘ Q is the Father of P’</a:t>
            </a:r>
          </a:p>
          <a:p>
            <a:pPr marL="342900" indent="-342900">
              <a:buFont typeface="Wingdings" panose="05000000000000000000" pitchFamily="2" charset="2"/>
              <a:buChar char="Ø"/>
            </a:pPr>
            <a:r>
              <a:rPr lang="en-IN" sz="2000" dirty="0"/>
              <a:t>P x Q  means ‘ Q is the Daughter of  P ‘</a:t>
            </a:r>
          </a:p>
          <a:p>
            <a:pPr marL="342900" indent="-342900">
              <a:buFont typeface="Wingdings" panose="05000000000000000000" pitchFamily="2" charset="2"/>
              <a:buChar char="Ø"/>
            </a:pPr>
            <a:r>
              <a:rPr lang="en-IN" sz="2000" dirty="0"/>
              <a:t>P ÷ Q  means ‘ Q is the Mother of P ‘</a:t>
            </a:r>
          </a:p>
          <a:p>
            <a:pPr marL="342900" indent="-342900">
              <a:buFont typeface="Wingdings" panose="05000000000000000000" pitchFamily="2" charset="2"/>
              <a:buChar char="Ø"/>
            </a:pPr>
            <a:r>
              <a:rPr lang="en-IN" sz="2000" dirty="0"/>
              <a:t>P % Q means ‘ Q is Wife of P ‘</a:t>
            </a:r>
          </a:p>
          <a:p>
            <a:pPr marL="342900" indent="-342900">
              <a:buFont typeface="Wingdings" panose="05000000000000000000" pitchFamily="2" charset="2"/>
              <a:buChar char="Ø"/>
            </a:pPr>
            <a:endParaRPr lang="en-IN" sz="2000" dirty="0"/>
          </a:p>
          <a:p>
            <a:pPr marL="342900" indent="-342900">
              <a:buFont typeface="Wingdings" panose="05000000000000000000" pitchFamily="2" charset="2"/>
              <a:buChar char="Ø"/>
            </a:pPr>
            <a:endParaRPr lang="en-IN" sz="2000" dirty="0"/>
          </a:p>
          <a:p>
            <a:pPr marL="457200" indent="-457200">
              <a:buFont typeface="+mj-lt"/>
              <a:buAutoNum type="arabicPeriod"/>
            </a:pPr>
            <a:endParaRPr lang="en-IN" sz="2000" dirty="0"/>
          </a:p>
          <a:p>
            <a:pPr marL="457200" indent="-457200">
              <a:buFont typeface="+mj-lt"/>
              <a:buAutoNum type="arabicPeriod"/>
            </a:pPr>
            <a:r>
              <a:rPr lang="en-IN" sz="2000" dirty="0"/>
              <a:t>Then how is P related to M , in M + N % O x P ?</a:t>
            </a:r>
          </a:p>
          <a:p>
            <a:r>
              <a:rPr lang="en-IN" sz="2000" dirty="0"/>
              <a:t>        a) grand grand Son   b) Grand grand Daughter    c) Grand Son     d) Grand Daughter</a:t>
            </a:r>
          </a:p>
          <a:p>
            <a:endParaRPr lang="en-IN" sz="2400" dirty="0"/>
          </a:p>
          <a:p>
            <a:endParaRPr lang="en-IN" sz="2000" dirty="0"/>
          </a:p>
        </p:txBody>
      </p:sp>
    </p:spTree>
    <p:extLst>
      <p:ext uri="{BB962C8B-B14F-4D97-AF65-F5344CB8AC3E}">
        <p14:creationId xmlns:p14="http://schemas.microsoft.com/office/powerpoint/2010/main" val="2117358385"/>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099E2-FC0B-5E6B-010F-2B05D2FA480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B403AA9-31DC-1A30-680E-2FEC89BF2409}"/>
              </a:ext>
            </a:extLst>
          </p:cNvPr>
          <p:cNvSpPr/>
          <p:nvPr/>
        </p:nvSpPr>
        <p:spPr>
          <a:xfrm>
            <a:off x="0" y="0"/>
            <a:ext cx="12192000" cy="914400"/>
          </a:xfrm>
          <a:prstGeom prst="rect">
            <a:avLst/>
          </a:prstGeom>
          <a:solidFill>
            <a:schemeClr val="accent5">
              <a:lumMod val="75000"/>
              <a:alpha val="9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CODED BLOOD RELATIONS </a:t>
            </a:r>
            <a:endParaRPr lang="en-IN" sz="4400" b="1" dirty="0"/>
          </a:p>
        </p:txBody>
      </p:sp>
      <p:sp>
        <p:nvSpPr>
          <p:cNvPr id="5" name="TextBox 4">
            <a:extLst>
              <a:ext uri="{FF2B5EF4-FFF2-40B4-BE49-F238E27FC236}">
                <a16:creationId xmlns:a16="http://schemas.microsoft.com/office/drawing/2014/main" id="{6B43A00D-16DD-A7CD-CF2B-904E5720122B}"/>
              </a:ext>
            </a:extLst>
          </p:cNvPr>
          <p:cNvSpPr txBox="1"/>
          <p:nvPr/>
        </p:nvSpPr>
        <p:spPr>
          <a:xfrm>
            <a:off x="304799" y="1101213"/>
            <a:ext cx="11130116" cy="3094180"/>
          </a:xfrm>
          <a:prstGeom prst="rect">
            <a:avLst/>
          </a:prstGeom>
          <a:noFill/>
        </p:spPr>
        <p:txBody>
          <a:bodyPr wrap="square" rtlCol="0">
            <a:spAutoFit/>
          </a:bodyPr>
          <a:lstStyle/>
          <a:p>
            <a:pPr marL="514350" indent="-514350">
              <a:buFont typeface="+mj-lt"/>
              <a:buAutoNum type="romanUcPeriod" startAt="3"/>
            </a:pPr>
            <a:r>
              <a:rPr lang="en-IN" sz="2000" b="1" dirty="0"/>
              <a:t>Read the following information carefully and answer the questions :</a:t>
            </a:r>
          </a:p>
          <a:p>
            <a:endParaRPr lang="en-IN" sz="2000" b="1" dirty="0"/>
          </a:p>
          <a:p>
            <a:pPr lvl="0">
              <a:lnSpc>
                <a:spcPct val="107000"/>
              </a:lnSpc>
              <a:buSzPts val="1400"/>
            </a:pPr>
            <a:r>
              <a:rPr lang="en-IN" sz="2000" dirty="0">
                <a:effectLst/>
                <a:latin typeface="Calibri" panose="020F0502020204030204" pitchFamily="34" charset="0"/>
                <a:ea typeface="Calibri" panose="020F0502020204030204" pitchFamily="34" charset="0"/>
                <a:cs typeface="Times New Roman" panose="02020603050405020304" pitchFamily="18" charset="0"/>
              </a:rPr>
              <a:t>If “ A &amp; B “ means A is the father of B  , ‘ A @ B “ means A is the sister of B , then which of the following means ‘ H is the father of M’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lphaLcPeriod"/>
            </a:pPr>
            <a:r>
              <a:rPr lang="en-IN" sz="2000" dirty="0">
                <a:effectLst/>
                <a:latin typeface="Calibri" panose="020F0502020204030204" pitchFamily="34" charset="0"/>
                <a:ea typeface="Calibri" panose="020F0502020204030204" pitchFamily="34" charset="0"/>
                <a:cs typeface="Times New Roman" panose="02020603050405020304" pitchFamily="18" charset="0"/>
              </a:rPr>
              <a:t>H @ K @ P &amp; M</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lphaLcPeriod"/>
            </a:pPr>
            <a:r>
              <a:rPr lang="en-IN" sz="2000" dirty="0">
                <a:effectLst/>
                <a:latin typeface="Calibri" panose="020F0502020204030204" pitchFamily="34" charset="0"/>
                <a:ea typeface="Calibri" panose="020F0502020204030204" pitchFamily="34" charset="0"/>
                <a:cs typeface="Times New Roman" panose="02020603050405020304" pitchFamily="18" charset="0"/>
              </a:rPr>
              <a:t>K &amp; H @ P @ M</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lphaLcPeriod"/>
            </a:pPr>
            <a:r>
              <a:rPr lang="en-IN" sz="2000" dirty="0">
                <a:effectLst/>
                <a:latin typeface="Calibri" panose="020F0502020204030204" pitchFamily="34" charset="0"/>
                <a:ea typeface="Calibri" panose="020F0502020204030204" pitchFamily="34" charset="0"/>
                <a:cs typeface="Times New Roman" panose="02020603050405020304" pitchFamily="18" charset="0"/>
              </a:rPr>
              <a:t>M &amp; K @ P @ H</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lphaLcPeriod"/>
            </a:pPr>
            <a:r>
              <a:rPr lang="en-IN" sz="2000" dirty="0">
                <a:effectLst/>
                <a:latin typeface="Calibri" panose="020F0502020204030204" pitchFamily="34" charset="0"/>
                <a:ea typeface="Calibri" panose="020F0502020204030204" pitchFamily="34" charset="0"/>
                <a:cs typeface="Times New Roman" panose="02020603050405020304" pitchFamily="18" charset="0"/>
              </a:rPr>
              <a:t>H &amp; K @ P @ M</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2000" dirty="0"/>
          </a:p>
        </p:txBody>
      </p:sp>
    </p:spTree>
    <p:extLst>
      <p:ext uri="{BB962C8B-B14F-4D97-AF65-F5344CB8AC3E}">
        <p14:creationId xmlns:p14="http://schemas.microsoft.com/office/powerpoint/2010/main" val="2327185175"/>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1066B-B5CD-3C26-6C6F-1D7533C9BDC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6446407-C45F-A3DA-35C3-0D5B4C7D0806}"/>
              </a:ext>
            </a:extLst>
          </p:cNvPr>
          <p:cNvSpPr/>
          <p:nvPr/>
        </p:nvSpPr>
        <p:spPr>
          <a:xfrm>
            <a:off x="0" y="0"/>
            <a:ext cx="12192000" cy="914400"/>
          </a:xfrm>
          <a:prstGeom prst="rect">
            <a:avLst/>
          </a:prstGeom>
          <a:solidFill>
            <a:schemeClr val="accent5">
              <a:lumMod val="75000"/>
              <a:alpha val="9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CODED BLOOD RELATIONS </a:t>
            </a:r>
            <a:endParaRPr lang="en-IN" sz="4400" b="1" dirty="0"/>
          </a:p>
        </p:txBody>
      </p:sp>
      <p:sp>
        <p:nvSpPr>
          <p:cNvPr id="5" name="TextBox 4">
            <a:extLst>
              <a:ext uri="{FF2B5EF4-FFF2-40B4-BE49-F238E27FC236}">
                <a16:creationId xmlns:a16="http://schemas.microsoft.com/office/drawing/2014/main" id="{C47ED988-7115-7E0D-D1DA-B68BA3EEE80E}"/>
              </a:ext>
            </a:extLst>
          </p:cNvPr>
          <p:cNvSpPr txBox="1"/>
          <p:nvPr/>
        </p:nvSpPr>
        <p:spPr>
          <a:xfrm>
            <a:off x="304799" y="1101213"/>
            <a:ext cx="11130116" cy="5783635"/>
          </a:xfrm>
          <a:prstGeom prst="rect">
            <a:avLst/>
          </a:prstGeom>
          <a:noFill/>
        </p:spPr>
        <p:txBody>
          <a:bodyPr wrap="square" rtlCol="0">
            <a:spAutoFit/>
          </a:bodyPr>
          <a:lstStyle/>
          <a:p>
            <a:pPr marL="514350" indent="-514350">
              <a:buFont typeface="+mj-lt"/>
              <a:buAutoNum type="romanUcPeriod" startAt="4"/>
            </a:pPr>
            <a:r>
              <a:rPr lang="en-IN" sz="2000" b="1" dirty="0"/>
              <a:t>Read the following information carefully and answer the questions :</a:t>
            </a:r>
          </a:p>
          <a:p>
            <a:endParaRPr lang="en-IN" sz="2000" b="1" dirty="0"/>
          </a:p>
          <a:p>
            <a:pPr algn="l">
              <a:spcAft>
                <a:spcPts val="1125"/>
              </a:spcAft>
              <a:buNone/>
            </a:pPr>
            <a:r>
              <a:rPr lang="en-US" sz="2000" b="0" i="0" dirty="0">
                <a:solidFill>
                  <a:srgbClr val="000000"/>
                </a:solidFill>
                <a:effectLst/>
                <a:latin typeface="acumin-pro"/>
              </a:rPr>
              <a:t>X + Y ⇒ X is husband of Y</a:t>
            </a:r>
          </a:p>
          <a:p>
            <a:pPr algn="l">
              <a:spcAft>
                <a:spcPts val="1125"/>
              </a:spcAft>
              <a:buNone/>
            </a:pPr>
            <a:r>
              <a:rPr lang="en-US" sz="2000" b="0" i="0" dirty="0">
                <a:solidFill>
                  <a:srgbClr val="000000"/>
                </a:solidFill>
                <a:effectLst/>
                <a:latin typeface="acumin-pro"/>
              </a:rPr>
              <a:t>X ∼ Y ⇒ X is sister of Y</a:t>
            </a:r>
          </a:p>
          <a:p>
            <a:pPr algn="l">
              <a:spcAft>
                <a:spcPts val="1125"/>
              </a:spcAft>
              <a:buNone/>
            </a:pPr>
            <a:r>
              <a:rPr lang="en-US" sz="2000" b="0" i="0" dirty="0">
                <a:solidFill>
                  <a:srgbClr val="000000"/>
                </a:solidFill>
                <a:effectLst/>
                <a:latin typeface="acumin-pro"/>
              </a:rPr>
              <a:t>X # Y ⇒ X is brother of Y</a:t>
            </a:r>
          </a:p>
          <a:p>
            <a:pPr algn="l">
              <a:spcAft>
                <a:spcPts val="1125"/>
              </a:spcAft>
              <a:buNone/>
            </a:pPr>
            <a:r>
              <a:rPr lang="en-US" sz="2000" b="0" i="0" dirty="0">
                <a:solidFill>
                  <a:srgbClr val="000000"/>
                </a:solidFill>
                <a:effectLst/>
                <a:latin typeface="acumin-pro"/>
              </a:rPr>
              <a:t>X % Y ⇒ X is daughter of Y</a:t>
            </a:r>
          </a:p>
          <a:p>
            <a:pPr algn="l">
              <a:spcAft>
                <a:spcPts val="1125"/>
              </a:spcAft>
              <a:buNone/>
            </a:pPr>
            <a:r>
              <a:rPr lang="en-US" sz="2000" b="0" i="0" dirty="0">
                <a:solidFill>
                  <a:srgbClr val="000000"/>
                </a:solidFill>
                <a:effectLst/>
                <a:latin typeface="acumin-pro"/>
              </a:rPr>
              <a:t>X $ Y ⇒ X is mother of Y</a:t>
            </a:r>
          </a:p>
          <a:p>
            <a:endParaRPr lang="en-IN" sz="2000" dirty="0"/>
          </a:p>
          <a:p>
            <a:r>
              <a:rPr lang="en-US" sz="2400" dirty="0"/>
              <a:t>If Reema $ Deep, and Deep + Sita, then to Sita who is Reema’s husband?</a:t>
            </a:r>
          </a:p>
          <a:p>
            <a:pPr marL="342900" indent="-342900">
              <a:buFont typeface="+mj-lt"/>
              <a:buAutoNum type="alphaLcPeriod"/>
            </a:pPr>
            <a:r>
              <a:rPr lang="en-US" sz="2400" dirty="0"/>
              <a:t>Father-in-law</a:t>
            </a:r>
          </a:p>
          <a:p>
            <a:pPr marL="342900" indent="-342900">
              <a:buFont typeface="+mj-lt"/>
              <a:buAutoNum type="alphaLcPeriod"/>
            </a:pPr>
            <a:r>
              <a:rPr lang="en-US" sz="2400" dirty="0"/>
              <a:t>Mother-in-law</a:t>
            </a:r>
          </a:p>
          <a:p>
            <a:pPr marL="342900" indent="-342900">
              <a:buFont typeface="+mj-lt"/>
              <a:buAutoNum type="alphaLcPeriod"/>
            </a:pPr>
            <a:r>
              <a:rPr lang="en-US" sz="2400" dirty="0"/>
              <a:t>Sister</a:t>
            </a:r>
          </a:p>
          <a:p>
            <a:pPr marL="342900" indent="-342900">
              <a:buFont typeface="+mj-lt"/>
              <a:buAutoNum type="alphaLcPeriod"/>
            </a:pPr>
            <a:r>
              <a:rPr lang="en-US" sz="2400" dirty="0"/>
              <a:t>Father</a:t>
            </a:r>
          </a:p>
          <a:p>
            <a:pPr marL="342900" indent="-342900">
              <a:buFont typeface="+mj-lt"/>
              <a:buAutoNum type="alphaLcPeriod"/>
            </a:pPr>
            <a:r>
              <a:rPr lang="en-US" sz="2400" dirty="0"/>
              <a:t>None</a:t>
            </a:r>
          </a:p>
          <a:p>
            <a:endParaRPr lang="en-IN" sz="2000" dirty="0"/>
          </a:p>
        </p:txBody>
      </p:sp>
    </p:spTree>
    <p:extLst>
      <p:ext uri="{BB962C8B-B14F-4D97-AF65-F5344CB8AC3E}">
        <p14:creationId xmlns:p14="http://schemas.microsoft.com/office/powerpoint/2010/main" val="1169843947"/>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C630A-FF94-5F3F-E166-CEB310A5EF8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4F2A5CF-1977-0250-0636-07F635EC73EE}"/>
              </a:ext>
            </a:extLst>
          </p:cNvPr>
          <p:cNvSpPr/>
          <p:nvPr/>
        </p:nvSpPr>
        <p:spPr>
          <a:xfrm>
            <a:off x="0" y="0"/>
            <a:ext cx="12192000" cy="914400"/>
          </a:xfrm>
          <a:prstGeom prst="rect">
            <a:avLst/>
          </a:prstGeom>
          <a:solidFill>
            <a:schemeClr val="accent5">
              <a:lumMod val="75000"/>
              <a:alpha val="9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CODED BLOOD RELATIONS </a:t>
            </a:r>
            <a:endParaRPr lang="en-IN" sz="4400" b="1" dirty="0"/>
          </a:p>
        </p:txBody>
      </p:sp>
      <p:sp>
        <p:nvSpPr>
          <p:cNvPr id="5" name="TextBox 4">
            <a:extLst>
              <a:ext uri="{FF2B5EF4-FFF2-40B4-BE49-F238E27FC236}">
                <a16:creationId xmlns:a16="http://schemas.microsoft.com/office/drawing/2014/main" id="{B7C0B84E-F693-7472-93AA-F8291E6B1CCF}"/>
              </a:ext>
            </a:extLst>
          </p:cNvPr>
          <p:cNvSpPr txBox="1"/>
          <p:nvPr/>
        </p:nvSpPr>
        <p:spPr>
          <a:xfrm>
            <a:off x="304799" y="1101213"/>
            <a:ext cx="11130116" cy="5924699"/>
          </a:xfrm>
          <a:prstGeom prst="rect">
            <a:avLst/>
          </a:prstGeom>
          <a:noFill/>
        </p:spPr>
        <p:txBody>
          <a:bodyPr wrap="square" rtlCol="0">
            <a:spAutoFit/>
          </a:bodyPr>
          <a:lstStyle/>
          <a:p>
            <a:pPr marL="514350" indent="-514350">
              <a:buFont typeface="+mj-lt"/>
              <a:buAutoNum type="romanUcPeriod" startAt="5"/>
            </a:pPr>
            <a:r>
              <a:rPr lang="en-IN" sz="2000" b="1" dirty="0"/>
              <a:t>Read the following information carefully and answer the questions :</a:t>
            </a:r>
          </a:p>
          <a:p>
            <a:endParaRPr lang="en-IN" sz="2000" b="1" dirty="0"/>
          </a:p>
          <a:p>
            <a:pPr algn="l">
              <a:spcAft>
                <a:spcPts val="1125"/>
              </a:spcAft>
              <a:buNone/>
            </a:pPr>
            <a:r>
              <a:rPr lang="en-US" sz="2000" b="0" i="0" dirty="0">
                <a:solidFill>
                  <a:srgbClr val="000000"/>
                </a:solidFill>
                <a:effectLst/>
                <a:latin typeface="acumin-pro"/>
              </a:rPr>
              <a:t>X + Y ⇒ X is husband of Y</a:t>
            </a:r>
          </a:p>
          <a:p>
            <a:pPr algn="l">
              <a:spcAft>
                <a:spcPts val="1125"/>
              </a:spcAft>
              <a:buNone/>
            </a:pPr>
            <a:r>
              <a:rPr lang="en-US" sz="2000" b="0" i="0" dirty="0">
                <a:solidFill>
                  <a:srgbClr val="000000"/>
                </a:solidFill>
                <a:effectLst/>
                <a:latin typeface="acumin-pro"/>
              </a:rPr>
              <a:t>X ∼ Y ⇒ X is sister of Y</a:t>
            </a:r>
          </a:p>
          <a:p>
            <a:pPr algn="l">
              <a:spcAft>
                <a:spcPts val="1125"/>
              </a:spcAft>
              <a:buNone/>
            </a:pPr>
            <a:r>
              <a:rPr lang="en-US" sz="2000" b="0" i="0" dirty="0">
                <a:solidFill>
                  <a:srgbClr val="000000"/>
                </a:solidFill>
                <a:effectLst/>
                <a:latin typeface="acumin-pro"/>
              </a:rPr>
              <a:t>X # Y ⇒ X is brother of Y</a:t>
            </a:r>
          </a:p>
          <a:p>
            <a:pPr algn="l">
              <a:spcAft>
                <a:spcPts val="1125"/>
              </a:spcAft>
              <a:buNone/>
            </a:pPr>
            <a:r>
              <a:rPr lang="en-US" sz="2000" b="0" i="0" dirty="0">
                <a:solidFill>
                  <a:srgbClr val="000000"/>
                </a:solidFill>
                <a:effectLst/>
                <a:latin typeface="acumin-pro"/>
              </a:rPr>
              <a:t>X % Y ⇒ X is daughter of Y</a:t>
            </a:r>
          </a:p>
          <a:p>
            <a:pPr algn="l">
              <a:spcAft>
                <a:spcPts val="1125"/>
              </a:spcAft>
              <a:buNone/>
            </a:pPr>
            <a:r>
              <a:rPr lang="en-US" sz="2000" b="0" i="0" dirty="0">
                <a:solidFill>
                  <a:srgbClr val="000000"/>
                </a:solidFill>
                <a:effectLst/>
                <a:latin typeface="acumin-pro"/>
              </a:rPr>
              <a:t>X $ Y ⇒ X is mother of Y</a:t>
            </a:r>
          </a:p>
          <a:p>
            <a:endParaRPr lang="en-IN" sz="2000" dirty="0"/>
          </a:p>
          <a:p>
            <a:pPr algn="l">
              <a:spcAft>
                <a:spcPts val="1125"/>
              </a:spcAft>
              <a:buNone/>
            </a:pPr>
            <a:r>
              <a:rPr lang="en-US" sz="2400" b="0" i="0" dirty="0">
                <a:solidFill>
                  <a:srgbClr val="000000"/>
                </a:solidFill>
                <a:effectLst/>
                <a:latin typeface="acumin-pro"/>
              </a:rPr>
              <a:t>If D + F % G + H, then H is D’s :</a:t>
            </a:r>
          </a:p>
          <a:p>
            <a:pPr marL="457200" indent="-457200" algn="l">
              <a:buFont typeface="+mj-lt"/>
              <a:buAutoNum type="alphaLcParenR"/>
            </a:pPr>
            <a:r>
              <a:rPr lang="en-US" sz="2400" b="0" i="0" dirty="0">
                <a:solidFill>
                  <a:srgbClr val="000000"/>
                </a:solidFill>
                <a:effectLst/>
                <a:latin typeface="acumin-pro"/>
              </a:rPr>
              <a:t>Mother</a:t>
            </a:r>
          </a:p>
          <a:p>
            <a:pPr marL="457200" indent="-457200" algn="l">
              <a:buFont typeface="+mj-lt"/>
              <a:buAutoNum type="alphaLcParenR"/>
            </a:pPr>
            <a:r>
              <a:rPr lang="en-US" sz="2400" b="0" i="0" dirty="0">
                <a:solidFill>
                  <a:srgbClr val="000000"/>
                </a:solidFill>
                <a:effectLst/>
                <a:latin typeface="acumin-pro"/>
              </a:rPr>
              <a:t>Mother-in-law</a:t>
            </a:r>
          </a:p>
          <a:p>
            <a:pPr marL="457200" indent="-457200" algn="l">
              <a:buFont typeface="+mj-lt"/>
              <a:buAutoNum type="alphaLcParenR"/>
            </a:pPr>
            <a:r>
              <a:rPr lang="en-US" sz="2400" b="0" i="0" dirty="0">
                <a:solidFill>
                  <a:srgbClr val="000000"/>
                </a:solidFill>
                <a:effectLst/>
                <a:latin typeface="acumin-pro"/>
              </a:rPr>
              <a:t>Sister</a:t>
            </a:r>
          </a:p>
          <a:p>
            <a:pPr marL="457200" indent="-457200" algn="l">
              <a:buFont typeface="+mj-lt"/>
              <a:buAutoNum type="alphaLcParenR"/>
            </a:pPr>
            <a:r>
              <a:rPr lang="en-US" sz="2400" b="0" i="0" dirty="0">
                <a:solidFill>
                  <a:srgbClr val="000000"/>
                </a:solidFill>
                <a:effectLst/>
                <a:latin typeface="acumin-pro"/>
              </a:rPr>
              <a:t>Father</a:t>
            </a:r>
          </a:p>
          <a:p>
            <a:pPr marL="457200" indent="-457200" algn="l">
              <a:buFont typeface="+mj-lt"/>
              <a:buAutoNum type="alphaLcParenR"/>
            </a:pPr>
            <a:r>
              <a:rPr lang="en-US" sz="2400" b="0" i="0" dirty="0">
                <a:solidFill>
                  <a:srgbClr val="000000"/>
                </a:solidFill>
                <a:effectLst/>
                <a:latin typeface="acumin-pro"/>
              </a:rPr>
              <a:t>None</a:t>
            </a:r>
          </a:p>
          <a:p>
            <a:endParaRPr lang="en-IN" sz="2000" dirty="0"/>
          </a:p>
        </p:txBody>
      </p:sp>
    </p:spTree>
    <p:extLst>
      <p:ext uri="{BB962C8B-B14F-4D97-AF65-F5344CB8AC3E}">
        <p14:creationId xmlns:p14="http://schemas.microsoft.com/office/powerpoint/2010/main" val="3126260064"/>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CA0C7-9318-C9A9-EFFF-B22E878A825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4BF0D8E-1CC2-7A1C-8A81-A2201B89C2B7}"/>
              </a:ext>
            </a:extLst>
          </p:cNvPr>
          <p:cNvSpPr/>
          <p:nvPr/>
        </p:nvSpPr>
        <p:spPr>
          <a:xfrm>
            <a:off x="0" y="0"/>
            <a:ext cx="12192000" cy="914400"/>
          </a:xfrm>
          <a:prstGeom prst="rect">
            <a:avLst/>
          </a:prstGeom>
          <a:solidFill>
            <a:schemeClr val="accent5">
              <a:lumMod val="75000"/>
              <a:alpha val="9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CODED BLOOD RELATIONS </a:t>
            </a:r>
            <a:endParaRPr lang="en-IN" sz="4400" b="1" dirty="0"/>
          </a:p>
        </p:txBody>
      </p:sp>
      <p:sp>
        <p:nvSpPr>
          <p:cNvPr id="5" name="TextBox 4">
            <a:extLst>
              <a:ext uri="{FF2B5EF4-FFF2-40B4-BE49-F238E27FC236}">
                <a16:creationId xmlns:a16="http://schemas.microsoft.com/office/drawing/2014/main" id="{18A5E6A2-A014-DAAE-6327-2550AE0E0EF0}"/>
              </a:ext>
            </a:extLst>
          </p:cNvPr>
          <p:cNvSpPr txBox="1"/>
          <p:nvPr/>
        </p:nvSpPr>
        <p:spPr>
          <a:xfrm>
            <a:off x="373625" y="1140542"/>
            <a:ext cx="11130116" cy="5924699"/>
          </a:xfrm>
          <a:prstGeom prst="rect">
            <a:avLst/>
          </a:prstGeom>
          <a:noFill/>
        </p:spPr>
        <p:txBody>
          <a:bodyPr wrap="square" rtlCol="0">
            <a:spAutoFit/>
          </a:bodyPr>
          <a:lstStyle/>
          <a:p>
            <a:pPr marL="514350" indent="-514350">
              <a:buFont typeface="+mj-lt"/>
              <a:buAutoNum type="romanUcPeriod" startAt="6"/>
            </a:pPr>
            <a:r>
              <a:rPr lang="en-IN" sz="2000" b="1" dirty="0"/>
              <a:t>Read the following information carefully and answer the questions :</a:t>
            </a:r>
          </a:p>
          <a:p>
            <a:endParaRPr lang="en-IN" sz="2000" b="1" dirty="0"/>
          </a:p>
          <a:p>
            <a:pPr algn="l">
              <a:spcAft>
                <a:spcPts val="1125"/>
              </a:spcAft>
              <a:buNone/>
            </a:pPr>
            <a:r>
              <a:rPr lang="en-US" sz="2000" b="0" i="0" dirty="0">
                <a:solidFill>
                  <a:srgbClr val="000000"/>
                </a:solidFill>
                <a:effectLst/>
                <a:latin typeface="acumin-pro"/>
              </a:rPr>
              <a:t>X + Y ⇒ X is husband of Y</a:t>
            </a:r>
          </a:p>
          <a:p>
            <a:pPr algn="l">
              <a:spcAft>
                <a:spcPts val="1125"/>
              </a:spcAft>
              <a:buNone/>
            </a:pPr>
            <a:r>
              <a:rPr lang="en-US" sz="2000" b="0" i="0" dirty="0">
                <a:solidFill>
                  <a:srgbClr val="000000"/>
                </a:solidFill>
                <a:effectLst/>
                <a:latin typeface="acumin-pro"/>
              </a:rPr>
              <a:t>X ∼ Y ⇒ X is sister of Y</a:t>
            </a:r>
          </a:p>
          <a:p>
            <a:pPr algn="l">
              <a:spcAft>
                <a:spcPts val="1125"/>
              </a:spcAft>
              <a:buNone/>
            </a:pPr>
            <a:r>
              <a:rPr lang="en-US" sz="2000" b="0" i="0" dirty="0">
                <a:solidFill>
                  <a:srgbClr val="000000"/>
                </a:solidFill>
                <a:effectLst/>
                <a:latin typeface="acumin-pro"/>
              </a:rPr>
              <a:t>X # Y ⇒ X is brother of Y</a:t>
            </a:r>
          </a:p>
          <a:p>
            <a:pPr algn="l">
              <a:spcAft>
                <a:spcPts val="1125"/>
              </a:spcAft>
              <a:buNone/>
            </a:pPr>
            <a:r>
              <a:rPr lang="en-US" sz="2000" b="0" i="0" dirty="0">
                <a:solidFill>
                  <a:srgbClr val="000000"/>
                </a:solidFill>
                <a:effectLst/>
                <a:latin typeface="acumin-pro"/>
              </a:rPr>
              <a:t>X % Y ⇒ X is daughter of Y</a:t>
            </a:r>
          </a:p>
          <a:p>
            <a:pPr algn="l">
              <a:spcAft>
                <a:spcPts val="1125"/>
              </a:spcAft>
              <a:buNone/>
            </a:pPr>
            <a:r>
              <a:rPr lang="en-US" sz="2000" b="0" i="0" dirty="0">
                <a:solidFill>
                  <a:srgbClr val="000000"/>
                </a:solidFill>
                <a:effectLst/>
                <a:latin typeface="acumin-pro"/>
              </a:rPr>
              <a:t>X $ Y ⇒ X is mother of Y</a:t>
            </a:r>
          </a:p>
          <a:p>
            <a:endParaRPr lang="en-IN" sz="2000" dirty="0"/>
          </a:p>
          <a:p>
            <a:pPr algn="l">
              <a:spcAft>
                <a:spcPts val="1125"/>
              </a:spcAft>
              <a:buNone/>
            </a:pPr>
            <a:r>
              <a:rPr lang="en-US" sz="2400" b="0" i="0" dirty="0">
                <a:solidFill>
                  <a:srgbClr val="000000"/>
                </a:solidFill>
                <a:effectLst/>
                <a:latin typeface="acumin-pro"/>
              </a:rPr>
              <a:t>Which of the following statements state that A is the grandfather of I?</a:t>
            </a:r>
          </a:p>
          <a:p>
            <a:pPr marL="457200" indent="-457200" algn="l">
              <a:buFont typeface="+mj-lt"/>
              <a:buAutoNum type="alphaLcParenR"/>
            </a:pPr>
            <a:r>
              <a:rPr lang="en-US" sz="2400" b="0" i="0" dirty="0">
                <a:solidFill>
                  <a:srgbClr val="000000"/>
                </a:solidFill>
                <a:effectLst/>
                <a:latin typeface="acumin-pro"/>
              </a:rPr>
              <a:t>A $ B + D + F $ I</a:t>
            </a:r>
          </a:p>
          <a:p>
            <a:pPr marL="457200" indent="-457200" algn="l">
              <a:buFont typeface="+mj-lt"/>
              <a:buAutoNum type="alphaLcParenR"/>
            </a:pPr>
            <a:r>
              <a:rPr lang="en-US" sz="2400" b="0" i="0" dirty="0">
                <a:solidFill>
                  <a:srgbClr val="000000"/>
                </a:solidFill>
                <a:effectLst/>
                <a:latin typeface="acumin-pro"/>
              </a:rPr>
              <a:t>A % B + D + F $ I</a:t>
            </a:r>
          </a:p>
          <a:p>
            <a:pPr marL="457200" indent="-457200" algn="l">
              <a:buFont typeface="+mj-lt"/>
              <a:buAutoNum type="alphaLcParenR"/>
            </a:pPr>
            <a:r>
              <a:rPr lang="en-US" sz="2400" b="0" i="0" dirty="0">
                <a:solidFill>
                  <a:srgbClr val="000000"/>
                </a:solidFill>
                <a:effectLst/>
                <a:latin typeface="acumin-pro"/>
              </a:rPr>
              <a:t>A + B $ D + F $ I</a:t>
            </a:r>
          </a:p>
          <a:p>
            <a:pPr marL="457200" indent="-457200" algn="l">
              <a:buFont typeface="+mj-lt"/>
              <a:buAutoNum type="alphaLcParenR"/>
            </a:pPr>
            <a:r>
              <a:rPr lang="en-US" sz="2400" b="0" i="0" dirty="0">
                <a:solidFill>
                  <a:srgbClr val="000000"/>
                </a:solidFill>
                <a:effectLst/>
                <a:latin typeface="acumin-pro"/>
              </a:rPr>
              <a:t>A ∼ B + D $ F ∼ I</a:t>
            </a:r>
          </a:p>
          <a:p>
            <a:pPr marL="457200" indent="-457200" algn="l">
              <a:buFont typeface="+mj-lt"/>
              <a:buAutoNum type="alphaLcParenR"/>
            </a:pPr>
            <a:r>
              <a:rPr lang="en-US" sz="2400" b="0" i="0" dirty="0">
                <a:solidFill>
                  <a:srgbClr val="000000"/>
                </a:solidFill>
                <a:effectLst/>
                <a:latin typeface="acumin-pro"/>
              </a:rPr>
              <a:t>None</a:t>
            </a:r>
          </a:p>
          <a:p>
            <a:endParaRPr lang="en-IN" sz="2000" dirty="0"/>
          </a:p>
        </p:txBody>
      </p:sp>
    </p:spTree>
    <p:extLst>
      <p:ext uri="{BB962C8B-B14F-4D97-AF65-F5344CB8AC3E}">
        <p14:creationId xmlns:p14="http://schemas.microsoft.com/office/powerpoint/2010/main" val="884164636"/>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D3476-2D5B-3F47-2158-5D2349A04DE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9C336F8-981F-0C12-1FEF-0893D37602EB}"/>
              </a:ext>
            </a:extLst>
          </p:cNvPr>
          <p:cNvSpPr/>
          <p:nvPr/>
        </p:nvSpPr>
        <p:spPr>
          <a:xfrm>
            <a:off x="0" y="0"/>
            <a:ext cx="12192000" cy="914400"/>
          </a:xfrm>
          <a:prstGeom prst="rect">
            <a:avLst/>
          </a:prstGeom>
          <a:solidFill>
            <a:schemeClr val="accent5">
              <a:lumMod val="75000"/>
              <a:alpha val="9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CODED BLOOD RELATIONS </a:t>
            </a:r>
            <a:endParaRPr lang="en-IN" sz="4400" b="1" dirty="0"/>
          </a:p>
        </p:txBody>
      </p:sp>
      <p:sp>
        <p:nvSpPr>
          <p:cNvPr id="5" name="TextBox 4">
            <a:extLst>
              <a:ext uri="{FF2B5EF4-FFF2-40B4-BE49-F238E27FC236}">
                <a16:creationId xmlns:a16="http://schemas.microsoft.com/office/drawing/2014/main" id="{939F797B-C40B-1570-F473-F86CAE0AA3A7}"/>
              </a:ext>
            </a:extLst>
          </p:cNvPr>
          <p:cNvSpPr txBox="1"/>
          <p:nvPr/>
        </p:nvSpPr>
        <p:spPr>
          <a:xfrm>
            <a:off x="373625" y="1140542"/>
            <a:ext cx="11130116" cy="5334794"/>
          </a:xfrm>
          <a:prstGeom prst="rect">
            <a:avLst/>
          </a:prstGeom>
          <a:noFill/>
        </p:spPr>
        <p:txBody>
          <a:bodyPr wrap="square" rtlCol="0">
            <a:spAutoFit/>
          </a:bodyPr>
          <a:lstStyle/>
          <a:p>
            <a:pPr marL="514350" indent="-514350">
              <a:buFont typeface="+mj-lt"/>
              <a:buAutoNum type="romanUcPeriod" startAt="7"/>
            </a:pPr>
            <a:r>
              <a:rPr lang="en-IN" sz="2000" b="1" dirty="0"/>
              <a:t>Read the following information carefully and answer the questions :</a:t>
            </a:r>
          </a:p>
          <a:p>
            <a:endParaRPr lang="en-IN" sz="2000" b="1" dirty="0"/>
          </a:p>
          <a:p>
            <a:pPr algn="l">
              <a:spcAft>
                <a:spcPts val="1125"/>
              </a:spcAft>
              <a:buNone/>
            </a:pPr>
            <a:r>
              <a:rPr lang="en-US" sz="2000" b="0" i="0" dirty="0">
                <a:solidFill>
                  <a:srgbClr val="000000"/>
                </a:solidFill>
                <a:effectLst/>
                <a:latin typeface="acumin-pro"/>
              </a:rPr>
              <a:t>(</a:t>
            </a:r>
            <a:r>
              <a:rPr lang="en-US" sz="2000" b="0" i="0" dirty="0" err="1">
                <a:solidFill>
                  <a:srgbClr val="000000"/>
                </a:solidFill>
                <a:effectLst/>
                <a:latin typeface="acumin-pro"/>
              </a:rPr>
              <a:t>i</a:t>
            </a:r>
            <a:r>
              <a:rPr lang="en-US" sz="2000" b="0" i="0" dirty="0">
                <a:solidFill>
                  <a:srgbClr val="000000"/>
                </a:solidFill>
                <a:effectLst/>
                <a:latin typeface="acumin-pro"/>
              </a:rPr>
              <a:t>) ‘P × Q’ means ‘P is brother of Q’.</a:t>
            </a:r>
          </a:p>
          <a:p>
            <a:pPr algn="l">
              <a:spcAft>
                <a:spcPts val="1125"/>
              </a:spcAft>
              <a:buNone/>
            </a:pPr>
            <a:r>
              <a:rPr lang="en-US" sz="2000" b="0" i="0" dirty="0">
                <a:solidFill>
                  <a:srgbClr val="000000"/>
                </a:solidFill>
                <a:effectLst/>
                <a:latin typeface="acumin-pro"/>
              </a:rPr>
              <a:t>(ii) ‘P – Q’ means ‘P is mother of Q’.</a:t>
            </a:r>
          </a:p>
          <a:p>
            <a:pPr algn="l">
              <a:spcAft>
                <a:spcPts val="1125"/>
              </a:spcAft>
              <a:buNone/>
            </a:pPr>
            <a:r>
              <a:rPr lang="en-US" sz="2000" b="0" i="0" dirty="0">
                <a:solidFill>
                  <a:srgbClr val="000000"/>
                </a:solidFill>
                <a:effectLst/>
                <a:latin typeface="acumin-pro"/>
              </a:rPr>
              <a:t>(iii) ‘P + Q’ means ‘P is sister of Q’.</a:t>
            </a:r>
          </a:p>
          <a:p>
            <a:pPr algn="l">
              <a:spcAft>
                <a:spcPts val="1125"/>
              </a:spcAft>
              <a:buNone/>
            </a:pPr>
            <a:r>
              <a:rPr lang="en-US" sz="2000" b="0" i="0" dirty="0">
                <a:solidFill>
                  <a:srgbClr val="000000"/>
                </a:solidFill>
                <a:effectLst/>
                <a:latin typeface="acumin-pro"/>
              </a:rPr>
              <a:t>(iv) ‘P ÷ Q’ means ‘P is father of Q’.</a:t>
            </a:r>
          </a:p>
          <a:p>
            <a:endParaRPr lang="en-IN" sz="2000" dirty="0"/>
          </a:p>
          <a:p>
            <a:pPr algn="l">
              <a:buNone/>
            </a:pPr>
            <a:r>
              <a:rPr lang="en-US" sz="2400" b="0" i="0" dirty="0">
                <a:solidFill>
                  <a:srgbClr val="000000"/>
                </a:solidFill>
                <a:effectLst/>
                <a:latin typeface="acumin-pro"/>
              </a:rPr>
              <a:t>How is J related to E in the expression W + J ÷ R × E?</a:t>
            </a:r>
          </a:p>
          <a:p>
            <a:pPr marL="457200" indent="-457200" algn="l">
              <a:buFont typeface="+mj-lt"/>
              <a:buAutoNum type="alphaLcParenR"/>
            </a:pPr>
            <a:r>
              <a:rPr lang="en-US" sz="2400" b="0" i="0" dirty="0">
                <a:solidFill>
                  <a:srgbClr val="000000"/>
                </a:solidFill>
                <a:effectLst/>
                <a:latin typeface="acumin-pro"/>
              </a:rPr>
              <a:t>Maternal Uncle</a:t>
            </a:r>
          </a:p>
          <a:p>
            <a:pPr marL="457200" indent="-457200" algn="l">
              <a:buFont typeface="+mj-lt"/>
              <a:buAutoNum type="alphaLcParenR"/>
            </a:pPr>
            <a:r>
              <a:rPr lang="en-US" sz="2400" b="0" i="0" dirty="0">
                <a:solidFill>
                  <a:srgbClr val="000000"/>
                </a:solidFill>
                <a:effectLst/>
                <a:latin typeface="acumin-pro"/>
              </a:rPr>
              <a:t>Paternal aunt</a:t>
            </a:r>
          </a:p>
          <a:p>
            <a:pPr marL="457200" indent="-457200" algn="l">
              <a:buFont typeface="+mj-lt"/>
              <a:buAutoNum type="alphaLcParenR"/>
            </a:pPr>
            <a:r>
              <a:rPr lang="en-US" sz="2400" b="0" i="0" dirty="0">
                <a:solidFill>
                  <a:srgbClr val="000000"/>
                </a:solidFill>
                <a:effectLst/>
                <a:latin typeface="acumin-pro"/>
              </a:rPr>
              <a:t>Father</a:t>
            </a:r>
          </a:p>
          <a:p>
            <a:pPr marL="457200" indent="-457200" algn="l">
              <a:buFont typeface="+mj-lt"/>
              <a:buAutoNum type="alphaLcParenR"/>
            </a:pPr>
            <a:r>
              <a:rPr lang="en-US" sz="2400" b="0" i="0" dirty="0">
                <a:solidFill>
                  <a:srgbClr val="000000"/>
                </a:solidFill>
                <a:effectLst/>
                <a:latin typeface="acumin-pro"/>
              </a:rPr>
              <a:t>Data inadequate</a:t>
            </a:r>
          </a:p>
          <a:p>
            <a:pPr marL="457200" indent="-457200" algn="l">
              <a:buFont typeface="+mj-lt"/>
              <a:buAutoNum type="alphaLcParenR"/>
            </a:pPr>
            <a:r>
              <a:rPr lang="en-US" sz="2400" b="0" i="0" dirty="0">
                <a:solidFill>
                  <a:srgbClr val="000000"/>
                </a:solidFill>
                <a:effectLst/>
                <a:latin typeface="acumin-pro"/>
              </a:rPr>
              <a:t>None of these</a:t>
            </a:r>
          </a:p>
          <a:p>
            <a:endParaRPr lang="en-IN" sz="2000" dirty="0"/>
          </a:p>
        </p:txBody>
      </p:sp>
    </p:spTree>
    <p:extLst>
      <p:ext uri="{BB962C8B-B14F-4D97-AF65-F5344CB8AC3E}">
        <p14:creationId xmlns:p14="http://schemas.microsoft.com/office/powerpoint/2010/main" val="3068688156"/>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E720F-E41F-6796-6605-01F31593095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49F94D5-A7B1-503C-9675-7A770FC51C3B}"/>
              </a:ext>
            </a:extLst>
          </p:cNvPr>
          <p:cNvSpPr/>
          <p:nvPr/>
        </p:nvSpPr>
        <p:spPr>
          <a:xfrm>
            <a:off x="0" y="0"/>
            <a:ext cx="12192000" cy="914400"/>
          </a:xfrm>
          <a:prstGeom prst="rect">
            <a:avLst/>
          </a:prstGeom>
          <a:solidFill>
            <a:schemeClr val="accent5">
              <a:lumMod val="75000"/>
              <a:alpha val="9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CODED BLOOD RELATIONS </a:t>
            </a:r>
            <a:endParaRPr lang="en-IN" sz="4400" b="1" dirty="0"/>
          </a:p>
        </p:txBody>
      </p:sp>
      <p:sp>
        <p:nvSpPr>
          <p:cNvPr id="5" name="TextBox 4">
            <a:extLst>
              <a:ext uri="{FF2B5EF4-FFF2-40B4-BE49-F238E27FC236}">
                <a16:creationId xmlns:a16="http://schemas.microsoft.com/office/drawing/2014/main" id="{9A55835B-8425-78E0-BAB0-AAE9BAB6FF3A}"/>
              </a:ext>
            </a:extLst>
          </p:cNvPr>
          <p:cNvSpPr txBox="1"/>
          <p:nvPr/>
        </p:nvSpPr>
        <p:spPr>
          <a:xfrm>
            <a:off x="373625" y="1140542"/>
            <a:ext cx="11130116" cy="5334794"/>
          </a:xfrm>
          <a:prstGeom prst="rect">
            <a:avLst/>
          </a:prstGeom>
          <a:noFill/>
        </p:spPr>
        <p:txBody>
          <a:bodyPr wrap="square" rtlCol="0">
            <a:spAutoFit/>
          </a:bodyPr>
          <a:lstStyle/>
          <a:p>
            <a:pPr marL="514350" indent="-514350">
              <a:buFont typeface="+mj-lt"/>
              <a:buAutoNum type="romanUcPeriod" startAt="8"/>
            </a:pPr>
            <a:r>
              <a:rPr lang="en-IN" sz="2000" b="1" dirty="0"/>
              <a:t>Read the following information carefully and answer the questions :</a:t>
            </a:r>
          </a:p>
          <a:p>
            <a:endParaRPr lang="en-IN" sz="2000" b="1" dirty="0"/>
          </a:p>
          <a:p>
            <a:pPr algn="l">
              <a:spcAft>
                <a:spcPts val="1125"/>
              </a:spcAft>
              <a:buNone/>
            </a:pPr>
            <a:r>
              <a:rPr lang="en-US" sz="2000" b="0" i="0" dirty="0">
                <a:solidFill>
                  <a:srgbClr val="000000"/>
                </a:solidFill>
                <a:effectLst/>
                <a:latin typeface="acumin-pro"/>
              </a:rPr>
              <a:t>(</a:t>
            </a:r>
            <a:r>
              <a:rPr lang="en-US" sz="2000" b="0" i="0" dirty="0" err="1">
                <a:solidFill>
                  <a:srgbClr val="000000"/>
                </a:solidFill>
                <a:effectLst/>
                <a:latin typeface="acumin-pro"/>
              </a:rPr>
              <a:t>i</a:t>
            </a:r>
            <a:r>
              <a:rPr lang="en-US" sz="2000" b="0" i="0" dirty="0">
                <a:solidFill>
                  <a:srgbClr val="000000"/>
                </a:solidFill>
                <a:effectLst/>
                <a:latin typeface="acumin-pro"/>
              </a:rPr>
              <a:t>) ‘P × Q’ means ‘P is brother of Q’.</a:t>
            </a:r>
          </a:p>
          <a:p>
            <a:pPr algn="l">
              <a:spcAft>
                <a:spcPts val="1125"/>
              </a:spcAft>
              <a:buNone/>
            </a:pPr>
            <a:r>
              <a:rPr lang="en-US" sz="2000" b="0" i="0" dirty="0">
                <a:solidFill>
                  <a:srgbClr val="000000"/>
                </a:solidFill>
                <a:effectLst/>
                <a:latin typeface="acumin-pro"/>
              </a:rPr>
              <a:t>(ii) ‘P – Q’ means ‘P is mother of Q’.</a:t>
            </a:r>
          </a:p>
          <a:p>
            <a:pPr algn="l">
              <a:spcAft>
                <a:spcPts val="1125"/>
              </a:spcAft>
              <a:buNone/>
            </a:pPr>
            <a:r>
              <a:rPr lang="en-US" sz="2000" b="0" i="0" dirty="0">
                <a:solidFill>
                  <a:srgbClr val="000000"/>
                </a:solidFill>
                <a:effectLst/>
                <a:latin typeface="acumin-pro"/>
              </a:rPr>
              <a:t>(iii) ‘P + Q’ means ‘P is sister of Q’.</a:t>
            </a:r>
          </a:p>
          <a:p>
            <a:pPr algn="l">
              <a:spcAft>
                <a:spcPts val="1125"/>
              </a:spcAft>
              <a:buNone/>
            </a:pPr>
            <a:r>
              <a:rPr lang="en-US" sz="2000" b="0" i="0" dirty="0">
                <a:solidFill>
                  <a:srgbClr val="000000"/>
                </a:solidFill>
                <a:effectLst/>
                <a:latin typeface="acumin-pro"/>
              </a:rPr>
              <a:t>(iv) ‘P ÷ Q’ means ‘P is father of Q’.</a:t>
            </a:r>
          </a:p>
          <a:p>
            <a:endParaRPr lang="en-IN" sz="2000" dirty="0"/>
          </a:p>
          <a:p>
            <a:pPr algn="l">
              <a:buNone/>
            </a:pPr>
            <a:r>
              <a:rPr lang="en-US" sz="2400" b="0" i="0" dirty="0">
                <a:solidFill>
                  <a:srgbClr val="000000"/>
                </a:solidFill>
                <a:effectLst/>
                <a:latin typeface="acumin-pro"/>
              </a:rPr>
              <a:t>Which of the following expression represents B is the paternal uncle of H?</a:t>
            </a:r>
          </a:p>
          <a:p>
            <a:pPr marL="457200" indent="-457200" algn="l">
              <a:buFont typeface="+mj-lt"/>
              <a:buAutoNum type="alphaLcParenR"/>
            </a:pPr>
            <a:r>
              <a:rPr lang="en-US" sz="2400" b="0" i="0" dirty="0">
                <a:solidFill>
                  <a:srgbClr val="000000"/>
                </a:solidFill>
                <a:effectLst/>
                <a:latin typeface="acumin-pro"/>
              </a:rPr>
              <a:t>B + M – H</a:t>
            </a:r>
          </a:p>
          <a:p>
            <a:pPr marL="457200" indent="-457200" algn="l">
              <a:buFont typeface="+mj-lt"/>
              <a:buAutoNum type="alphaLcParenR"/>
            </a:pPr>
            <a:r>
              <a:rPr lang="en-US" sz="2400" b="0" i="0" dirty="0">
                <a:solidFill>
                  <a:srgbClr val="000000"/>
                </a:solidFill>
                <a:effectLst/>
                <a:latin typeface="acumin-pro"/>
              </a:rPr>
              <a:t>B + M ÷ H</a:t>
            </a:r>
          </a:p>
          <a:p>
            <a:pPr marL="457200" indent="-457200" algn="l">
              <a:buFont typeface="+mj-lt"/>
              <a:buAutoNum type="alphaLcParenR"/>
            </a:pPr>
            <a:r>
              <a:rPr lang="en-US" sz="2400" b="0" i="0" dirty="0">
                <a:solidFill>
                  <a:srgbClr val="000000"/>
                </a:solidFill>
                <a:effectLst/>
                <a:latin typeface="acumin-pro"/>
              </a:rPr>
              <a:t>B × M + H</a:t>
            </a:r>
          </a:p>
          <a:p>
            <a:pPr marL="457200" indent="-457200" algn="l">
              <a:buFont typeface="+mj-lt"/>
              <a:buAutoNum type="alphaLcParenR"/>
            </a:pPr>
            <a:r>
              <a:rPr lang="en-US" sz="2400" b="0" i="0" dirty="0">
                <a:solidFill>
                  <a:srgbClr val="000000"/>
                </a:solidFill>
                <a:effectLst/>
                <a:latin typeface="acumin-pro"/>
              </a:rPr>
              <a:t>B × M ÷ H</a:t>
            </a:r>
          </a:p>
          <a:p>
            <a:pPr marL="457200" indent="-457200" algn="l">
              <a:buFont typeface="+mj-lt"/>
              <a:buAutoNum type="alphaLcParenR"/>
            </a:pPr>
            <a:r>
              <a:rPr lang="en-US" sz="2400" b="0" i="0" dirty="0">
                <a:solidFill>
                  <a:srgbClr val="000000"/>
                </a:solidFill>
                <a:effectLst/>
                <a:latin typeface="acumin-pro"/>
              </a:rPr>
              <a:t>None of these</a:t>
            </a:r>
          </a:p>
          <a:p>
            <a:endParaRPr lang="en-IN" sz="2000" dirty="0"/>
          </a:p>
        </p:txBody>
      </p:sp>
    </p:spTree>
    <p:extLst>
      <p:ext uri="{BB962C8B-B14F-4D97-AF65-F5344CB8AC3E}">
        <p14:creationId xmlns:p14="http://schemas.microsoft.com/office/powerpoint/2010/main" val="1328996193"/>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76504-F0C4-B84A-7BDF-E4590D70FC6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218C324-E695-C310-9396-EE6295FB4481}"/>
              </a:ext>
            </a:extLst>
          </p:cNvPr>
          <p:cNvSpPr/>
          <p:nvPr/>
        </p:nvSpPr>
        <p:spPr>
          <a:xfrm>
            <a:off x="0" y="0"/>
            <a:ext cx="12192000" cy="914400"/>
          </a:xfrm>
          <a:prstGeom prst="rect">
            <a:avLst/>
          </a:prstGeom>
          <a:solidFill>
            <a:schemeClr val="accent5">
              <a:lumMod val="75000"/>
              <a:alpha val="9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CODED BLOOD RELATIONS </a:t>
            </a:r>
            <a:endParaRPr lang="en-IN" sz="4400" b="1" dirty="0"/>
          </a:p>
        </p:txBody>
      </p:sp>
      <p:sp>
        <p:nvSpPr>
          <p:cNvPr id="5" name="TextBox 4">
            <a:extLst>
              <a:ext uri="{FF2B5EF4-FFF2-40B4-BE49-F238E27FC236}">
                <a16:creationId xmlns:a16="http://schemas.microsoft.com/office/drawing/2014/main" id="{EF9D6728-B6A5-99DC-B96B-4E2BD98D7FE1}"/>
              </a:ext>
            </a:extLst>
          </p:cNvPr>
          <p:cNvSpPr txBox="1"/>
          <p:nvPr/>
        </p:nvSpPr>
        <p:spPr>
          <a:xfrm>
            <a:off x="373625" y="1074365"/>
            <a:ext cx="11130116" cy="5783635"/>
          </a:xfrm>
          <a:prstGeom prst="rect">
            <a:avLst/>
          </a:prstGeom>
          <a:noFill/>
        </p:spPr>
        <p:txBody>
          <a:bodyPr wrap="square" rtlCol="0">
            <a:spAutoFit/>
          </a:bodyPr>
          <a:lstStyle/>
          <a:p>
            <a:pPr marL="514350" indent="-514350">
              <a:buFont typeface="+mj-lt"/>
              <a:buAutoNum type="romanUcPeriod" startAt="9"/>
            </a:pPr>
            <a:r>
              <a:rPr lang="en-IN" sz="2000" b="1" dirty="0"/>
              <a:t>Read the following information carefully and answer the questions :</a:t>
            </a:r>
          </a:p>
          <a:p>
            <a:endParaRPr lang="en-IN" sz="2000" b="1" dirty="0"/>
          </a:p>
          <a:p>
            <a:pPr algn="l">
              <a:spcAft>
                <a:spcPts val="1125"/>
              </a:spcAft>
              <a:buNone/>
            </a:pPr>
            <a:r>
              <a:rPr lang="en-US" sz="2000" b="0" i="0" dirty="0">
                <a:solidFill>
                  <a:srgbClr val="000000"/>
                </a:solidFill>
                <a:effectLst/>
                <a:latin typeface="acumin-pro"/>
              </a:rPr>
              <a:t>‘A + C’ means ‘A is the son of C’,</a:t>
            </a:r>
          </a:p>
          <a:p>
            <a:pPr algn="l">
              <a:spcAft>
                <a:spcPts val="1125"/>
              </a:spcAft>
              <a:buNone/>
            </a:pPr>
            <a:r>
              <a:rPr lang="en-US" sz="2000" b="0" i="0" dirty="0">
                <a:solidFill>
                  <a:srgbClr val="000000"/>
                </a:solidFill>
                <a:effectLst/>
                <a:latin typeface="acumin-pro"/>
              </a:rPr>
              <a:t>‘A – C’ means ‘A is the wife of C’,</a:t>
            </a:r>
          </a:p>
          <a:p>
            <a:pPr algn="l">
              <a:spcAft>
                <a:spcPts val="1125"/>
              </a:spcAft>
              <a:buNone/>
            </a:pPr>
            <a:r>
              <a:rPr lang="en-US" sz="2000" b="0" i="0" dirty="0">
                <a:solidFill>
                  <a:srgbClr val="000000"/>
                </a:solidFill>
                <a:effectLst/>
                <a:latin typeface="acumin-pro"/>
              </a:rPr>
              <a:t>‘A ÷ C’ means ‘A is the father of C’,</a:t>
            </a:r>
          </a:p>
          <a:p>
            <a:pPr algn="l">
              <a:spcAft>
                <a:spcPts val="1125"/>
              </a:spcAft>
              <a:buNone/>
            </a:pPr>
            <a:r>
              <a:rPr lang="en-US" sz="2000" b="0" i="0" dirty="0">
                <a:solidFill>
                  <a:srgbClr val="000000"/>
                </a:solidFill>
                <a:effectLst/>
                <a:latin typeface="acumin-pro"/>
              </a:rPr>
              <a:t>‘A × C’ means ‘A is the sister of C’,</a:t>
            </a:r>
          </a:p>
          <a:p>
            <a:pPr algn="l">
              <a:spcAft>
                <a:spcPts val="1125"/>
              </a:spcAft>
              <a:buNone/>
            </a:pPr>
            <a:r>
              <a:rPr lang="en-US" sz="2000" b="0" i="0" dirty="0">
                <a:solidFill>
                  <a:srgbClr val="000000"/>
                </a:solidFill>
                <a:effectLst/>
                <a:latin typeface="acumin-pro"/>
              </a:rPr>
              <a:t>If S ÷ H × R – A + B ÷ K, then</a:t>
            </a:r>
          </a:p>
          <a:p>
            <a:endParaRPr lang="en-IN" sz="2000" dirty="0"/>
          </a:p>
          <a:p>
            <a:pPr algn="l">
              <a:buNone/>
            </a:pPr>
            <a:r>
              <a:rPr lang="en-US" sz="2400" b="0" i="0" dirty="0">
                <a:solidFill>
                  <a:srgbClr val="000000"/>
                </a:solidFill>
                <a:effectLst/>
                <a:latin typeface="acumin-pro"/>
              </a:rPr>
              <a:t>How is S related to A?</a:t>
            </a:r>
          </a:p>
          <a:p>
            <a:pPr marL="457200" indent="-457200" algn="l">
              <a:buFont typeface="+mj-lt"/>
              <a:buAutoNum type="alphaLcParenR"/>
            </a:pPr>
            <a:r>
              <a:rPr lang="en-US" sz="2400" b="0" i="0" dirty="0">
                <a:solidFill>
                  <a:srgbClr val="000000"/>
                </a:solidFill>
                <a:effectLst/>
                <a:latin typeface="acumin-pro"/>
              </a:rPr>
              <a:t>Father-in-law</a:t>
            </a:r>
          </a:p>
          <a:p>
            <a:pPr marL="457200" indent="-457200" algn="l">
              <a:buFont typeface="+mj-lt"/>
              <a:buAutoNum type="alphaLcParenR"/>
            </a:pPr>
            <a:r>
              <a:rPr lang="en-US" sz="2400" b="0" i="0" dirty="0">
                <a:solidFill>
                  <a:srgbClr val="000000"/>
                </a:solidFill>
                <a:effectLst/>
                <a:latin typeface="acumin-pro"/>
              </a:rPr>
              <a:t>Mother-in-law</a:t>
            </a:r>
          </a:p>
          <a:p>
            <a:pPr marL="457200" indent="-457200" algn="l">
              <a:buFont typeface="+mj-lt"/>
              <a:buAutoNum type="alphaLcParenR"/>
            </a:pPr>
            <a:r>
              <a:rPr lang="en-US" sz="2400" b="0" i="0" dirty="0">
                <a:solidFill>
                  <a:srgbClr val="000000"/>
                </a:solidFill>
                <a:effectLst/>
                <a:latin typeface="acumin-pro"/>
              </a:rPr>
              <a:t>Mother</a:t>
            </a:r>
          </a:p>
          <a:p>
            <a:pPr marL="457200" indent="-457200" algn="l">
              <a:buFont typeface="+mj-lt"/>
              <a:buAutoNum type="alphaLcParenR"/>
            </a:pPr>
            <a:r>
              <a:rPr lang="en-US" sz="2400" b="0" i="0" dirty="0">
                <a:solidFill>
                  <a:srgbClr val="000000"/>
                </a:solidFill>
                <a:effectLst/>
                <a:latin typeface="acumin-pro"/>
              </a:rPr>
              <a:t>Father</a:t>
            </a:r>
          </a:p>
          <a:p>
            <a:pPr marL="457200" indent="-457200" algn="l">
              <a:buFont typeface="+mj-lt"/>
              <a:buAutoNum type="alphaLcParenR"/>
            </a:pPr>
            <a:r>
              <a:rPr lang="en-US" sz="2400" b="0" i="0" dirty="0">
                <a:solidFill>
                  <a:srgbClr val="000000"/>
                </a:solidFill>
                <a:effectLst/>
                <a:latin typeface="acumin-pro"/>
              </a:rPr>
              <a:t>None of these</a:t>
            </a:r>
          </a:p>
          <a:p>
            <a:endParaRPr lang="en-IN" sz="2000" dirty="0"/>
          </a:p>
        </p:txBody>
      </p:sp>
    </p:spTree>
    <p:extLst>
      <p:ext uri="{BB962C8B-B14F-4D97-AF65-F5344CB8AC3E}">
        <p14:creationId xmlns:p14="http://schemas.microsoft.com/office/powerpoint/2010/main" val="2031897651"/>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CF2FB-9308-9003-DFD0-0BC032CBA1F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5B6A6F9-F882-0C8B-54CD-36E093EB109D}"/>
              </a:ext>
            </a:extLst>
          </p:cNvPr>
          <p:cNvSpPr/>
          <p:nvPr/>
        </p:nvSpPr>
        <p:spPr>
          <a:xfrm>
            <a:off x="0" y="0"/>
            <a:ext cx="12192000" cy="914400"/>
          </a:xfrm>
          <a:prstGeom prst="rect">
            <a:avLst/>
          </a:prstGeom>
          <a:solidFill>
            <a:schemeClr val="accent5">
              <a:lumMod val="75000"/>
              <a:alpha val="9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CODED BLOOD RELATIONS </a:t>
            </a:r>
            <a:endParaRPr lang="en-IN" sz="4400" b="1" dirty="0"/>
          </a:p>
        </p:txBody>
      </p:sp>
      <p:sp>
        <p:nvSpPr>
          <p:cNvPr id="5" name="TextBox 4">
            <a:extLst>
              <a:ext uri="{FF2B5EF4-FFF2-40B4-BE49-F238E27FC236}">
                <a16:creationId xmlns:a16="http://schemas.microsoft.com/office/drawing/2014/main" id="{2A32B3E9-3B0E-A16D-7EE1-3DF0FE4BEBBE}"/>
              </a:ext>
            </a:extLst>
          </p:cNvPr>
          <p:cNvSpPr txBox="1"/>
          <p:nvPr/>
        </p:nvSpPr>
        <p:spPr>
          <a:xfrm>
            <a:off x="373625" y="1074365"/>
            <a:ext cx="11130116" cy="5106526"/>
          </a:xfrm>
          <a:prstGeom prst="rect">
            <a:avLst/>
          </a:prstGeom>
          <a:noFill/>
        </p:spPr>
        <p:txBody>
          <a:bodyPr wrap="square" rtlCol="0">
            <a:spAutoFit/>
          </a:bodyPr>
          <a:lstStyle/>
          <a:p>
            <a:pPr marL="514350" indent="-514350">
              <a:buFont typeface="+mj-lt"/>
              <a:buAutoNum type="romanUcPeriod" startAt="10"/>
            </a:pPr>
            <a:r>
              <a:rPr lang="en-IN" sz="2000" b="1" dirty="0"/>
              <a:t>Read the following information carefully and answer the questions :</a:t>
            </a:r>
          </a:p>
          <a:p>
            <a:endParaRPr lang="en-IN" sz="2000" b="1" dirty="0"/>
          </a:p>
          <a:p>
            <a:pPr algn="l">
              <a:spcAft>
                <a:spcPts val="1125"/>
              </a:spcAft>
              <a:buNone/>
            </a:pPr>
            <a:r>
              <a:rPr lang="en-US" sz="2000" b="0" i="0" dirty="0">
                <a:solidFill>
                  <a:srgbClr val="000000"/>
                </a:solidFill>
                <a:effectLst/>
                <a:latin typeface="acumin-pro"/>
              </a:rPr>
              <a:t>If ‘A &amp; B’ means ‘A is the mother of B’</a:t>
            </a:r>
          </a:p>
          <a:p>
            <a:pPr algn="l">
              <a:spcAft>
                <a:spcPts val="1125"/>
              </a:spcAft>
              <a:buNone/>
            </a:pPr>
            <a:r>
              <a:rPr lang="en-US" sz="2000" b="0" i="0" dirty="0">
                <a:solidFill>
                  <a:srgbClr val="000000"/>
                </a:solidFill>
                <a:effectLst/>
                <a:latin typeface="acumin-pro"/>
              </a:rPr>
              <a:t>If ‘A $ B’ means ‘A is the brother of B’</a:t>
            </a:r>
          </a:p>
          <a:p>
            <a:pPr algn="l">
              <a:spcAft>
                <a:spcPts val="1125"/>
              </a:spcAft>
              <a:buNone/>
            </a:pPr>
            <a:r>
              <a:rPr lang="en-US" sz="2000" b="0" i="0" dirty="0">
                <a:solidFill>
                  <a:srgbClr val="000000"/>
                </a:solidFill>
                <a:effectLst/>
                <a:latin typeface="acumin-pro"/>
              </a:rPr>
              <a:t>If ‘A # B’ means ‘A is the sister of B’</a:t>
            </a:r>
          </a:p>
          <a:p>
            <a:pPr algn="l">
              <a:spcAft>
                <a:spcPts val="1125"/>
              </a:spcAft>
              <a:buNone/>
            </a:pPr>
            <a:r>
              <a:rPr lang="en-US" sz="2000" b="0" i="0" dirty="0">
                <a:solidFill>
                  <a:srgbClr val="000000"/>
                </a:solidFill>
                <a:effectLst/>
                <a:latin typeface="acumin-pro"/>
              </a:rPr>
              <a:t>If ‘A @ B’ means ‘A is the father of B’</a:t>
            </a:r>
          </a:p>
          <a:p>
            <a:pPr algn="l">
              <a:spcAft>
                <a:spcPts val="1125"/>
              </a:spcAft>
              <a:buNone/>
            </a:pPr>
            <a:r>
              <a:rPr lang="en-US" sz="2000" b="0" i="0" dirty="0">
                <a:solidFill>
                  <a:srgbClr val="000000"/>
                </a:solidFill>
                <a:effectLst/>
                <a:latin typeface="acumin-pro"/>
              </a:rPr>
              <a:t>If ‘A % B’ means ‘A is the daughter of B’</a:t>
            </a:r>
          </a:p>
          <a:p>
            <a:pPr algn="l">
              <a:buNone/>
            </a:pPr>
            <a:r>
              <a:rPr lang="en-US" sz="2000" b="0" i="0" dirty="0">
                <a:solidFill>
                  <a:srgbClr val="000000"/>
                </a:solidFill>
                <a:effectLst/>
                <a:latin typeface="acumin-pro"/>
              </a:rPr>
              <a:t>Which of the following means R is a brother of P?</a:t>
            </a:r>
          </a:p>
          <a:p>
            <a:pPr marL="457200" indent="-457200" algn="l">
              <a:buFont typeface="+mj-lt"/>
              <a:buAutoNum type="alphaLcParenR"/>
            </a:pPr>
            <a:r>
              <a:rPr lang="en-US" sz="2000" b="0" i="0" dirty="0">
                <a:solidFill>
                  <a:srgbClr val="000000"/>
                </a:solidFill>
                <a:effectLst/>
                <a:latin typeface="acumin-pro"/>
              </a:rPr>
              <a:t>Q * R &amp; P</a:t>
            </a:r>
          </a:p>
          <a:p>
            <a:pPr marL="457200" indent="-457200" algn="l">
              <a:buFont typeface="+mj-lt"/>
              <a:buAutoNum type="alphaLcParenR"/>
            </a:pPr>
            <a:r>
              <a:rPr lang="en-US" sz="2000" b="0" i="0" dirty="0">
                <a:solidFill>
                  <a:srgbClr val="000000"/>
                </a:solidFill>
                <a:effectLst/>
                <a:latin typeface="acumin-pro"/>
              </a:rPr>
              <a:t>R * Q &amp; P</a:t>
            </a:r>
          </a:p>
          <a:p>
            <a:pPr marL="457200" indent="-457200" algn="l">
              <a:buFont typeface="+mj-lt"/>
              <a:buAutoNum type="alphaLcParenR"/>
            </a:pPr>
            <a:r>
              <a:rPr lang="en-US" sz="2000" b="0" i="0" dirty="0">
                <a:solidFill>
                  <a:srgbClr val="000000"/>
                </a:solidFill>
                <a:effectLst/>
                <a:latin typeface="acumin-pro"/>
              </a:rPr>
              <a:t>Q % P &amp; R</a:t>
            </a:r>
          </a:p>
          <a:p>
            <a:pPr marL="457200" indent="-457200" algn="l">
              <a:buFont typeface="+mj-lt"/>
              <a:buAutoNum type="alphaLcParenR"/>
            </a:pPr>
            <a:r>
              <a:rPr lang="en-US" sz="2000" b="0" i="0" dirty="0">
                <a:solidFill>
                  <a:srgbClr val="000000"/>
                </a:solidFill>
                <a:effectLst/>
                <a:latin typeface="acumin-pro"/>
              </a:rPr>
              <a:t>P * Q % R</a:t>
            </a:r>
          </a:p>
          <a:p>
            <a:pPr marL="457200" indent="-457200" algn="l">
              <a:buFont typeface="+mj-lt"/>
              <a:buAutoNum type="alphaLcParenR"/>
            </a:pPr>
            <a:r>
              <a:rPr lang="en-US" sz="2000" b="0" i="0" dirty="0">
                <a:solidFill>
                  <a:srgbClr val="000000"/>
                </a:solidFill>
                <a:effectLst/>
                <a:latin typeface="acumin-pro"/>
              </a:rPr>
              <a:t>R @ P &amp; Q</a:t>
            </a:r>
          </a:p>
          <a:p>
            <a:endParaRPr lang="en-IN" sz="2000" dirty="0"/>
          </a:p>
        </p:txBody>
      </p:sp>
    </p:spTree>
    <p:extLst>
      <p:ext uri="{BB962C8B-B14F-4D97-AF65-F5344CB8AC3E}">
        <p14:creationId xmlns:p14="http://schemas.microsoft.com/office/powerpoint/2010/main" val="1060538985"/>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3B556-1C60-AA67-4D29-9188F02AE39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F6AE550-5C06-7148-C465-EF3B88F7D815}"/>
              </a:ext>
            </a:extLst>
          </p:cNvPr>
          <p:cNvSpPr/>
          <p:nvPr/>
        </p:nvSpPr>
        <p:spPr>
          <a:xfrm>
            <a:off x="0" y="0"/>
            <a:ext cx="12192000" cy="914400"/>
          </a:xfrm>
          <a:prstGeom prst="rect">
            <a:avLst/>
          </a:prstGeom>
          <a:solidFill>
            <a:schemeClr val="accent5">
              <a:lumMod val="75000"/>
              <a:alpha val="9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PUZZLE BASED BLOOD RELATIONS  </a:t>
            </a:r>
            <a:endParaRPr lang="en-IN" sz="4400" b="1" dirty="0"/>
          </a:p>
        </p:txBody>
      </p:sp>
      <p:sp>
        <p:nvSpPr>
          <p:cNvPr id="5" name="TextBox 4">
            <a:extLst>
              <a:ext uri="{FF2B5EF4-FFF2-40B4-BE49-F238E27FC236}">
                <a16:creationId xmlns:a16="http://schemas.microsoft.com/office/drawing/2014/main" id="{8222EAD3-9558-A606-C28A-20D2F0185B45}"/>
              </a:ext>
            </a:extLst>
          </p:cNvPr>
          <p:cNvSpPr txBox="1"/>
          <p:nvPr/>
        </p:nvSpPr>
        <p:spPr>
          <a:xfrm>
            <a:off x="304799" y="1101213"/>
            <a:ext cx="11130116" cy="2585323"/>
          </a:xfrm>
          <a:prstGeom prst="rect">
            <a:avLst/>
          </a:prstGeom>
          <a:noFill/>
        </p:spPr>
        <p:txBody>
          <a:bodyPr wrap="square" rtlCol="0">
            <a:spAutoFit/>
          </a:bodyPr>
          <a:lstStyle/>
          <a:p>
            <a:r>
              <a:rPr lang="en-US" sz="2400" b="1" dirty="0"/>
              <a:t>Directions</a:t>
            </a:r>
            <a:r>
              <a:rPr lang="en-US" sz="2000" dirty="0"/>
              <a:t>: </a:t>
            </a:r>
            <a:r>
              <a:rPr lang="en-US" sz="2000" b="1" dirty="0"/>
              <a:t>Study the information below and answer the given questions.</a:t>
            </a:r>
          </a:p>
          <a:p>
            <a:endParaRPr lang="en-IN" dirty="0"/>
          </a:p>
          <a:p>
            <a:r>
              <a:rPr lang="en-IN" sz="2400" dirty="0"/>
              <a:t>5. </a:t>
            </a:r>
            <a:r>
              <a:rPr lang="en-US" sz="2400" dirty="0"/>
              <a:t>Seven persons viz. F, H, J, N, S, U and X are from the same family with three generations and not more than three couples. The number of females is more than the number of males. F is the son-in-law of N who is the grandparent of H. X is the wife of U and mother-in-law of J. All the couples have only one child and no single parent has a child. S is not a female but a parent of J.</a:t>
            </a:r>
            <a:endParaRPr lang="en-IN" sz="4000" dirty="0"/>
          </a:p>
        </p:txBody>
      </p:sp>
      <p:sp>
        <p:nvSpPr>
          <p:cNvPr id="3" name="TextBox 2">
            <a:extLst>
              <a:ext uri="{FF2B5EF4-FFF2-40B4-BE49-F238E27FC236}">
                <a16:creationId xmlns:a16="http://schemas.microsoft.com/office/drawing/2014/main" id="{D88BFB75-C240-FCBA-6E24-BEA2E88AAC85}"/>
              </a:ext>
            </a:extLst>
          </p:cNvPr>
          <p:cNvSpPr txBox="1"/>
          <p:nvPr/>
        </p:nvSpPr>
        <p:spPr>
          <a:xfrm>
            <a:off x="589934" y="4215580"/>
            <a:ext cx="11238271" cy="2308324"/>
          </a:xfrm>
          <a:prstGeom prst="rect">
            <a:avLst/>
          </a:prstGeom>
          <a:noFill/>
        </p:spPr>
        <p:txBody>
          <a:bodyPr wrap="square" rtlCol="0">
            <a:spAutoFit/>
          </a:bodyPr>
          <a:lstStyle/>
          <a:p>
            <a:r>
              <a:rPr lang="en-US" sz="2400" dirty="0"/>
              <a:t>1) How is H related to J? </a:t>
            </a:r>
          </a:p>
          <a:p>
            <a:pPr marL="457200" indent="-457200">
              <a:buAutoNum type="alphaUcPeriod"/>
            </a:pPr>
            <a:r>
              <a:rPr lang="en-US" sz="2400" dirty="0"/>
              <a:t>Sister </a:t>
            </a:r>
          </a:p>
          <a:p>
            <a:pPr marL="457200" indent="-457200">
              <a:buAutoNum type="alphaUcPeriod"/>
            </a:pPr>
            <a:r>
              <a:rPr lang="en-US" sz="2400" dirty="0"/>
              <a:t>Daughter </a:t>
            </a:r>
          </a:p>
          <a:p>
            <a:pPr marL="457200" indent="-457200">
              <a:buAutoNum type="alphaUcPeriod"/>
            </a:pPr>
            <a:r>
              <a:rPr lang="en-US" sz="2400" dirty="0"/>
              <a:t>Son </a:t>
            </a:r>
          </a:p>
          <a:p>
            <a:pPr marL="457200" indent="-457200">
              <a:buAutoNum type="alphaUcPeriod"/>
            </a:pPr>
            <a:r>
              <a:rPr lang="en-US" sz="2400" dirty="0"/>
              <a:t>Granddaughter </a:t>
            </a:r>
          </a:p>
          <a:p>
            <a:pPr marL="457200" indent="-457200">
              <a:buAutoNum type="alphaUcPeriod"/>
            </a:pPr>
            <a:r>
              <a:rPr lang="en-US" sz="2400" dirty="0"/>
              <a:t>None of these</a:t>
            </a:r>
          </a:p>
        </p:txBody>
      </p:sp>
    </p:spTree>
    <p:extLst>
      <p:ext uri="{BB962C8B-B14F-4D97-AF65-F5344CB8AC3E}">
        <p14:creationId xmlns:p14="http://schemas.microsoft.com/office/powerpoint/2010/main" val="378584894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ircle(in)">
                                      <p:cBhvr>
                                        <p:cTn id="12"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C700E-35AA-EA0C-3759-2D2C16441AD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644D969-0D8D-6AB8-5B5E-598A7B3A7150}"/>
              </a:ext>
            </a:extLst>
          </p:cNvPr>
          <p:cNvSpPr/>
          <p:nvPr/>
        </p:nvSpPr>
        <p:spPr>
          <a:xfrm>
            <a:off x="0" y="0"/>
            <a:ext cx="12192000" cy="914400"/>
          </a:xfrm>
          <a:prstGeom prst="rect">
            <a:avLst/>
          </a:prstGeom>
          <a:solidFill>
            <a:schemeClr val="accent5">
              <a:lumMod val="75000"/>
              <a:alpha val="9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PUZZLE BASED BLOOD RELATIONS  </a:t>
            </a:r>
            <a:endParaRPr lang="en-IN" sz="4400" b="1" dirty="0"/>
          </a:p>
        </p:txBody>
      </p:sp>
      <p:sp>
        <p:nvSpPr>
          <p:cNvPr id="3" name="TextBox 2">
            <a:extLst>
              <a:ext uri="{FF2B5EF4-FFF2-40B4-BE49-F238E27FC236}">
                <a16:creationId xmlns:a16="http://schemas.microsoft.com/office/drawing/2014/main" id="{1E701A32-C2C3-2092-EF28-F28B7F179137}"/>
              </a:ext>
            </a:extLst>
          </p:cNvPr>
          <p:cNvSpPr txBox="1"/>
          <p:nvPr/>
        </p:nvSpPr>
        <p:spPr>
          <a:xfrm>
            <a:off x="285134" y="1197076"/>
            <a:ext cx="11238271" cy="2308324"/>
          </a:xfrm>
          <a:prstGeom prst="rect">
            <a:avLst/>
          </a:prstGeom>
          <a:noFill/>
        </p:spPr>
        <p:txBody>
          <a:bodyPr wrap="square" rtlCol="0">
            <a:spAutoFit/>
          </a:bodyPr>
          <a:lstStyle/>
          <a:p>
            <a:r>
              <a:rPr lang="en-US" sz="2400" dirty="0"/>
              <a:t>2) Who among the following person is the mother of J? </a:t>
            </a:r>
          </a:p>
          <a:p>
            <a:pPr marL="457200" indent="-457200">
              <a:buAutoNum type="alphaUcPeriod"/>
            </a:pPr>
            <a:r>
              <a:rPr lang="en-US" sz="2400" dirty="0"/>
              <a:t>Wife of U </a:t>
            </a:r>
          </a:p>
          <a:p>
            <a:pPr marL="457200" indent="-457200">
              <a:buAutoNum type="alphaUcPeriod"/>
            </a:pPr>
            <a:r>
              <a:rPr lang="en-US" sz="2400" dirty="0"/>
              <a:t>Mother-in-law of F </a:t>
            </a:r>
          </a:p>
          <a:p>
            <a:pPr marL="457200" indent="-457200">
              <a:buAutoNum type="alphaUcPeriod"/>
            </a:pPr>
            <a:r>
              <a:rPr lang="en-US" sz="2400" dirty="0"/>
              <a:t>Wife of F </a:t>
            </a:r>
          </a:p>
          <a:p>
            <a:pPr marL="457200" indent="-457200">
              <a:buAutoNum type="alphaUcPeriod"/>
            </a:pPr>
            <a:r>
              <a:rPr lang="en-US" sz="2400" dirty="0"/>
              <a:t>H </a:t>
            </a:r>
          </a:p>
          <a:p>
            <a:pPr marL="457200" indent="-457200">
              <a:buAutoNum type="alphaUcPeriod"/>
            </a:pPr>
            <a:r>
              <a:rPr lang="en-US" sz="2400" dirty="0"/>
              <a:t>Cannot be determined</a:t>
            </a:r>
          </a:p>
        </p:txBody>
      </p:sp>
    </p:spTree>
    <p:extLst>
      <p:ext uri="{BB962C8B-B14F-4D97-AF65-F5344CB8AC3E}">
        <p14:creationId xmlns:p14="http://schemas.microsoft.com/office/powerpoint/2010/main" val="309714571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B3FD2-2DE0-3B2E-9FC9-729DFE5879F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6E47EEA-F6B7-EC50-C908-2232C7B41601}"/>
              </a:ext>
            </a:extLst>
          </p:cNvPr>
          <p:cNvSpPr/>
          <p:nvPr/>
        </p:nvSpPr>
        <p:spPr>
          <a:xfrm>
            <a:off x="0" y="0"/>
            <a:ext cx="12192000" cy="914400"/>
          </a:xfrm>
          <a:prstGeom prst="rect">
            <a:avLst/>
          </a:prstGeom>
          <a:solidFill>
            <a:schemeClr val="accent5">
              <a:lumMod val="75000"/>
              <a:alpha val="9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PUZZLE BASED BLOOD RELATIONS  </a:t>
            </a:r>
            <a:endParaRPr lang="en-IN" sz="4400" b="1" dirty="0"/>
          </a:p>
        </p:txBody>
      </p:sp>
      <p:sp>
        <p:nvSpPr>
          <p:cNvPr id="5" name="TextBox 4">
            <a:extLst>
              <a:ext uri="{FF2B5EF4-FFF2-40B4-BE49-F238E27FC236}">
                <a16:creationId xmlns:a16="http://schemas.microsoft.com/office/drawing/2014/main" id="{F676C540-D131-DF2C-06AC-C374183053C7}"/>
              </a:ext>
            </a:extLst>
          </p:cNvPr>
          <p:cNvSpPr txBox="1"/>
          <p:nvPr/>
        </p:nvSpPr>
        <p:spPr>
          <a:xfrm>
            <a:off x="304799" y="1101213"/>
            <a:ext cx="11130116" cy="2215991"/>
          </a:xfrm>
          <a:prstGeom prst="rect">
            <a:avLst/>
          </a:prstGeom>
          <a:noFill/>
        </p:spPr>
        <p:txBody>
          <a:bodyPr wrap="square" rtlCol="0">
            <a:spAutoFit/>
          </a:bodyPr>
          <a:lstStyle/>
          <a:p>
            <a:r>
              <a:rPr lang="en-US" sz="2400" b="1" dirty="0"/>
              <a:t>Directions</a:t>
            </a:r>
            <a:r>
              <a:rPr lang="en-US" sz="2000" dirty="0"/>
              <a:t>: </a:t>
            </a:r>
            <a:r>
              <a:rPr lang="en-US" sz="2000" b="1" dirty="0"/>
              <a:t>Study the information below and answer the given questions.</a:t>
            </a:r>
          </a:p>
          <a:p>
            <a:endParaRPr lang="en-IN" dirty="0"/>
          </a:p>
          <a:p>
            <a:r>
              <a:rPr lang="en-US" sz="2400" dirty="0"/>
              <a:t>6. In a family of eight persons and three generations, M is the only son of X who is a son-in-law of T. S is a spouse of T. K is a sister-in-law of Y who is the father-in-law of L. Y does not have any siblings. Z is the mother of X and spouse of Y. T and M are of the same genders. </a:t>
            </a:r>
            <a:endParaRPr lang="en-IN" sz="4000" dirty="0"/>
          </a:p>
        </p:txBody>
      </p:sp>
      <p:sp>
        <p:nvSpPr>
          <p:cNvPr id="3" name="TextBox 2">
            <a:extLst>
              <a:ext uri="{FF2B5EF4-FFF2-40B4-BE49-F238E27FC236}">
                <a16:creationId xmlns:a16="http://schemas.microsoft.com/office/drawing/2014/main" id="{DFD92A47-CFDE-D35C-89DA-18DC4925B21D}"/>
              </a:ext>
            </a:extLst>
          </p:cNvPr>
          <p:cNvSpPr txBox="1"/>
          <p:nvPr/>
        </p:nvSpPr>
        <p:spPr>
          <a:xfrm>
            <a:off x="589934" y="4215580"/>
            <a:ext cx="11238271" cy="2308324"/>
          </a:xfrm>
          <a:prstGeom prst="rect">
            <a:avLst/>
          </a:prstGeom>
          <a:noFill/>
        </p:spPr>
        <p:txBody>
          <a:bodyPr wrap="square" rtlCol="0">
            <a:spAutoFit/>
          </a:bodyPr>
          <a:lstStyle/>
          <a:p>
            <a:pPr marL="457200" indent="-457200">
              <a:buAutoNum type="arabicParenR"/>
            </a:pPr>
            <a:r>
              <a:rPr lang="en-US" sz="2400" dirty="0"/>
              <a:t>How many male members are in the family?</a:t>
            </a:r>
          </a:p>
          <a:p>
            <a:r>
              <a:rPr lang="en-US" sz="2400" dirty="0"/>
              <a:t> A.1 </a:t>
            </a:r>
          </a:p>
          <a:p>
            <a:r>
              <a:rPr lang="en-US" sz="2400" dirty="0"/>
              <a:t>B.2 </a:t>
            </a:r>
          </a:p>
          <a:p>
            <a:r>
              <a:rPr lang="en-US" sz="2400" dirty="0"/>
              <a:t>C.3 </a:t>
            </a:r>
          </a:p>
          <a:p>
            <a:r>
              <a:rPr lang="en-US" sz="2400" dirty="0"/>
              <a:t>D.4 </a:t>
            </a:r>
          </a:p>
          <a:p>
            <a:r>
              <a:rPr lang="en-US" sz="2400" dirty="0" err="1"/>
              <a:t>E.Can’t</a:t>
            </a:r>
            <a:r>
              <a:rPr lang="en-US" sz="2400" dirty="0"/>
              <a:t> be determined</a:t>
            </a:r>
          </a:p>
        </p:txBody>
      </p:sp>
    </p:spTree>
    <p:extLst>
      <p:ext uri="{BB962C8B-B14F-4D97-AF65-F5344CB8AC3E}">
        <p14:creationId xmlns:p14="http://schemas.microsoft.com/office/powerpoint/2010/main" val="282023547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ircle(in)">
                                      <p:cBhvr>
                                        <p:cTn id="12"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0A240-BBB9-0379-7CFC-A92B3FC080E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94FD7E0-A02C-0C8E-6FB3-1DBB7D4E2928}"/>
              </a:ext>
            </a:extLst>
          </p:cNvPr>
          <p:cNvSpPr/>
          <p:nvPr/>
        </p:nvSpPr>
        <p:spPr>
          <a:xfrm>
            <a:off x="0" y="0"/>
            <a:ext cx="12192000" cy="914400"/>
          </a:xfrm>
          <a:prstGeom prst="rect">
            <a:avLst/>
          </a:prstGeom>
          <a:solidFill>
            <a:schemeClr val="accent5">
              <a:lumMod val="75000"/>
              <a:alpha val="9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PUZZLE BASED BLOOD RELATIONS  </a:t>
            </a:r>
            <a:endParaRPr lang="en-IN" sz="4400" b="1" dirty="0"/>
          </a:p>
        </p:txBody>
      </p:sp>
      <p:sp>
        <p:nvSpPr>
          <p:cNvPr id="3" name="TextBox 2">
            <a:extLst>
              <a:ext uri="{FF2B5EF4-FFF2-40B4-BE49-F238E27FC236}">
                <a16:creationId xmlns:a16="http://schemas.microsoft.com/office/drawing/2014/main" id="{7F099A22-1930-6BE0-5BE8-DD93570175B6}"/>
              </a:ext>
            </a:extLst>
          </p:cNvPr>
          <p:cNvSpPr txBox="1"/>
          <p:nvPr/>
        </p:nvSpPr>
        <p:spPr>
          <a:xfrm>
            <a:off x="285134" y="1197076"/>
            <a:ext cx="11238271" cy="2308324"/>
          </a:xfrm>
          <a:prstGeom prst="rect">
            <a:avLst/>
          </a:prstGeom>
          <a:noFill/>
        </p:spPr>
        <p:txBody>
          <a:bodyPr wrap="square" rtlCol="0">
            <a:spAutoFit/>
          </a:bodyPr>
          <a:lstStyle/>
          <a:p>
            <a:r>
              <a:rPr lang="en-US" sz="2400" dirty="0"/>
              <a:t>2) Who among the following person is the paternal grandfather of M? </a:t>
            </a:r>
          </a:p>
          <a:p>
            <a:r>
              <a:rPr lang="en-US" sz="2400" dirty="0"/>
              <a:t>A.S </a:t>
            </a:r>
          </a:p>
          <a:p>
            <a:r>
              <a:rPr lang="en-US" sz="2400" dirty="0"/>
              <a:t>B.T </a:t>
            </a:r>
          </a:p>
          <a:p>
            <a:r>
              <a:rPr lang="en-US" sz="2400" dirty="0"/>
              <a:t>C.Z </a:t>
            </a:r>
          </a:p>
          <a:p>
            <a:r>
              <a:rPr lang="en-US" sz="2400" dirty="0"/>
              <a:t>D.Y </a:t>
            </a:r>
          </a:p>
          <a:p>
            <a:r>
              <a:rPr lang="en-US" sz="2400" dirty="0" err="1"/>
              <a:t>E.None</a:t>
            </a:r>
            <a:r>
              <a:rPr lang="en-US" sz="2400" dirty="0"/>
              <a:t> of the above</a:t>
            </a:r>
          </a:p>
        </p:txBody>
      </p:sp>
    </p:spTree>
    <p:extLst>
      <p:ext uri="{BB962C8B-B14F-4D97-AF65-F5344CB8AC3E}">
        <p14:creationId xmlns:p14="http://schemas.microsoft.com/office/powerpoint/2010/main" val="224408836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75A57-582C-1F1F-E291-8B3666F0D77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CEBD5B7-96D8-6362-0132-87C1EAC6E750}"/>
              </a:ext>
            </a:extLst>
          </p:cNvPr>
          <p:cNvSpPr/>
          <p:nvPr/>
        </p:nvSpPr>
        <p:spPr>
          <a:xfrm>
            <a:off x="0" y="0"/>
            <a:ext cx="12192000" cy="914400"/>
          </a:xfrm>
          <a:prstGeom prst="rect">
            <a:avLst/>
          </a:prstGeom>
          <a:solidFill>
            <a:schemeClr val="accent5">
              <a:lumMod val="75000"/>
              <a:alpha val="9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PUZZLE BASED BLOOD RELATIONS  </a:t>
            </a:r>
            <a:endParaRPr lang="en-IN" sz="4400" b="1" dirty="0"/>
          </a:p>
        </p:txBody>
      </p:sp>
      <p:sp>
        <p:nvSpPr>
          <p:cNvPr id="5" name="TextBox 4">
            <a:extLst>
              <a:ext uri="{FF2B5EF4-FFF2-40B4-BE49-F238E27FC236}">
                <a16:creationId xmlns:a16="http://schemas.microsoft.com/office/drawing/2014/main" id="{5AEE4012-0DF1-6823-98B3-67329870D6B8}"/>
              </a:ext>
            </a:extLst>
          </p:cNvPr>
          <p:cNvSpPr txBox="1"/>
          <p:nvPr/>
        </p:nvSpPr>
        <p:spPr>
          <a:xfrm>
            <a:off x="304799" y="1101213"/>
            <a:ext cx="11130116" cy="2585323"/>
          </a:xfrm>
          <a:prstGeom prst="rect">
            <a:avLst/>
          </a:prstGeom>
          <a:noFill/>
        </p:spPr>
        <p:txBody>
          <a:bodyPr wrap="square" rtlCol="0">
            <a:spAutoFit/>
          </a:bodyPr>
          <a:lstStyle/>
          <a:p>
            <a:r>
              <a:rPr lang="en-US" sz="2400" b="1" dirty="0"/>
              <a:t>Directions</a:t>
            </a:r>
            <a:r>
              <a:rPr lang="en-US" sz="2000" dirty="0"/>
              <a:t>: </a:t>
            </a:r>
            <a:r>
              <a:rPr lang="en-US" sz="2000" b="1" dirty="0"/>
              <a:t>Study the information below and answer the given questions.</a:t>
            </a:r>
          </a:p>
          <a:p>
            <a:endParaRPr lang="en-IN" dirty="0"/>
          </a:p>
          <a:p>
            <a:r>
              <a:rPr lang="en-US" sz="2400" dirty="0">
                <a:solidFill>
                  <a:srgbClr val="000000"/>
                </a:solidFill>
                <a:latin typeface="acumin-pro"/>
              </a:rPr>
              <a:t>7. There are 11 members in a family. Anisha and Anish are sister and brother respectively, whose father's sister's father is Ashish who is the husband of Anamika. Ajay and Akash are brothers of Arzoo and Anju is the wife of Akash whose son is Anish. Aman is the brother of the grandmother of Anisha. Aisha is the mother of Anjali whose father is Aman.</a:t>
            </a:r>
            <a:endParaRPr lang="en-IN" sz="4000" dirty="0"/>
          </a:p>
        </p:txBody>
      </p:sp>
      <p:sp>
        <p:nvSpPr>
          <p:cNvPr id="3" name="TextBox 2">
            <a:extLst>
              <a:ext uri="{FF2B5EF4-FFF2-40B4-BE49-F238E27FC236}">
                <a16:creationId xmlns:a16="http://schemas.microsoft.com/office/drawing/2014/main" id="{11A57662-5860-39E6-7BCC-995D803E67AF}"/>
              </a:ext>
            </a:extLst>
          </p:cNvPr>
          <p:cNvSpPr txBox="1"/>
          <p:nvPr/>
        </p:nvSpPr>
        <p:spPr>
          <a:xfrm>
            <a:off x="373625" y="3873349"/>
            <a:ext cx="11238271" cy="1938992"/>
          </a:xfrm>
          <a:prstGeom prst="rect">
            <a:avLst/>
          </a:prstGeom>
          <a:noFill/>
        </p:spPr>
        <p:txBody>
          <a:bodyPr wrap="square" rtlCol="0">
            <a:spAutoFit/>
          </a:bodyPr>
          <a:lstStyle/>
          <a:p>
            <a:r>
              <a:rPr lang="en-US" sz="2000" dirty="0"/>
              <a:t>How is Anju related to Ashish?</a:t>
            </a:r>
          </a:p>
          <a:p>
            <a:pPr marL="342900" indent="-342900">
              <a:buFont typeface="+mj-lt"/>
              <a:buAutoNum type="alphaLcPeriod"/>
            </a:pPr>
            <a:r>
              <a:rPr lang="en-US" sz="2000" dirty="0"/>
              <a:t>Daughter-in-law</a:t>
            </a:r>
          </a:p>
          <a:p>
            <a:pPr marL="342900" indent="-342900">
              <a:buFont typeface="+mj-lt"/>
              <a:buAutoNum type="alphaLcPeriod"/>
            </a:pPr>
            <a:r>
              <a:rPr lang="en-US" sz="2000" dirty="0"/>
              <a:t>Daughter</a:t>
            </a:r>
          </a:p>
          <a:p>
            <a:pPr marL="342900" indent="-342900">
              <a:buFont typeface="+mj-lt"/>
              <a:buAutoNum type="alphaLcPeriod"/>
            </a:pPr>
            <a:r>
              <a:rPr lang="en-US" sz="2000" dirty="0"/>
              <a:t>Wife</a:t>
            </a:r>
          </a:p>
          <a:p>
            <a:pPr marL="342900" indent="-342900">
              <a:buFont typeface="+mj-lt"/>
              <a:buAutoNum type="alphaLcPeriod"/>
            </a:pPr>
            <a:r>
              <a:rPr lang="en-US" sz="2000" dirty="0"/>
              <a:t>Sister</a:t>
            </a:r>
          </a:p>
          <a:p>
            <a:pPr marL="342900" indent="-342900">
              <a:buFont typeface="+mj-lt"/>
              <a:buAutoNum type="alphaLcPeriod"/>
            </a:pPr>
            <a:r>
              <a:rPr lang="en-US" sz="2000" dirty="0"/>
              <a:t>Mother</a:t>
            </a:r>
          </a:p>
        </p:txBody>
      </p:sp>
    </p:spTree>
    <p:extLst>
      <p:ext uri="{BB962C8B-B14F-4D97-AF65-F5344CB8AC3E}">
        <p14:creationId xmlns:p14="http://schemas.microsoft.com/office/powerpoint/2010/main" val="52722196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ircle(in)">
                                      <p:cBhvr>
                                        <p:cTn id="12"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DD20A-0A65-A592-12EA-AA90C1ED3AE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262DFF2-25BD-8AF4-3E6C-ECAD95AA9688}"/>
              </a:ext>
            </a:extLst>
          </p:cNvPr>
          <p:cNvSpPr/>
          <p:nvPr/>
        </p:nvSpPr>
        <p:spPr>
          <a:xfrm>
            <a:off x="0" y="0"/>
            <a:ext cx="12192000" cy="914400"/>
          </a:xfrm>
          <a:prstGeom prst="rect">
            <a:avLst/>
          </a:prstGeom>
          <a:solidFill>
            <a:schemeClr val="accent5">
              <a:lumMod val="75000"/>
              <a:alpha val="9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PUZZLE BASED BLOOD RELATIONS  </a:t>
            </a:r>
            <a:endParaRPr lang="en-IN" sz="4400" b="1" dirty="0"/>
          </a:p>
        </p:txBody>
      </p:sp>
      <p:sp>
        <p:nvSpPr>
          <p:cNvPr id="5" name="TextBox 4">
            <a:extLst>
              <a:ext uri="{FF2B5EF4-FFF2-40B4-BE49-F238E27FC236}">
                <a16:creationId xmlns:a16="http://schemas.microsoft.com/office/drawing/2014/main" id="{B7605939-8C23-428B-ED57-40E26BB5161C}"/>
              </a:ext>
            </a:extLst>
          </p:cNvPr>
          <p:cNvSpPr txBox="1"/>
          <p:nvPr/>
        </p:nvSpPr>
        <p:spPr>
          <a:xfrm>
            <a:off x="304799" y="1101213"/>
            <a:ext cx="11130116" cy="1846659"/>
          </a:xfrm>
          <a:prstGeom prst="rect">
            <a:avLst/>
          </a:prstGeom>
          <a:noFill/>
        </p:spPr>
        <p:txBody>
          <a:bodyPr wrap="square" rtlCol="0">
            <a:spAutoFit/>
          </a:bodyPr>
          <a:lstStyle/>
          <a:p>
            <a:r>
              <a:rPr lang="en-US" sz="2400" b="1" dirty="0"/>
              <a:t>Directions</a:t>
            </a:r>
            <a:r>
              <a:rPr lang="en-US" sz="2000" dirty="0"/>
              <a:t>: </a:t>
            </a:r>
            <a:r>
              <a:rPr lang="en-US" sz="2000" b="1" dirty="0"/>
              <a:t>Study the information below and answer the given questions.</a:t>
            </a:r>
          </a:p>
          <a:p>
            <a:endParaRPr lang="en-IN" dirty="0"/>
          </a:p>
          <a:p>
            <a:r>
              <a:rPr lang="en-US" sz="2400" dirty="0">
                <a:solidFill>
                  <a:srgbClr val="000000"/>
                </a:solidFill>
                <a:latin typeface="acumin-pro"/>
              </a:rPr>
              <a:t>8. In a family, there are seven members- O, P, Q, R, S, T and U. P and Q are a married couple, P being a male member. S is the only son of R, who is the brother of P. T is the sister of S. Q is the daughter-in-law of U, whose husband has died. O is the mother of S.</a:t>
            </a:r>
            <a:endParaRPr lang="en-IN" sz="4000" dirty="0"/>
          </a:p>
        </p:txBody>
      </p:sp>
      <p:sp>
        <p:nvSpPr>
          <p:cNvPr id="3" name="TextBox 2">
            <a:extLst>
              <a:ext uri="{FF2B5EF4-FFF2-40B4-BE49-F238E27FC236}">
                <a16:creationId xmlns:a16="http://schemas.microsoft.com/office/drawing/2014/main" id="{C015944A-9F75-F0D5-172B-F71DCE4D4825}"/>
              </a:ext>
            </a:extLst>
          </p:cNvPr>
          <p:cNvSpPr txBox="1"/>
          <p:nvPr/>
        </p:nvSpPr>
        <p:spPr>
          <a:xfrm>
            <a:off x="373625" y="3578382"/>
            <a:ext cx="11238271" cy="2616101"/>
          </a:xfrm>
          <a:prstGeom prst="rect">
            <a:avLst/>
          </a:prstGeom>
          <a:noFill/>
        </p:spPr>
        <p:txBody>
          <a:bodyPr wrap="square" rtlCol="0">
            <a:spAutoFit/>
          </a:bodyPr>
          <a:lstStyle/>
          <a:p>
            <a:r>
              <a:rPr lang="en-US" sz="2000" dirty="0"/>
              <a:t>Who is R to Q?</a:t>
            </a:r>
          </a:p>
          <a:p>
            <a:endParaRPr lang="en-US" sz="2000" dirty="0"/>
          </a:p>
          <a:p>
            <a:pPr marL="342900" indent="-342900">
              <a:buFont typeface="+mj-lt"/>
              <a:buAutoNum type="alphaLcPeriod"/>
            </a:pPr>
            <a:r>
              <a:rPr lang="en-US" sz="2000" dirty="0"/>
              <a:t>Brother</a:t>
            </a:r>
          </a:p>
          <a:p>
            <a:pPr marL="342900" indent="-342900">
              <a:buFont typeface="+mj-lt"/>
              <a:buAutoNum type="alphaLcPeriod"/>
            </a:pPr>
            <a:r>
              <a:rPr lang="en-US" sz="2000" dirty="0"/>
              <a:t>Sister</a:t>
            </a:r>
          </a:p>
          <a:p>
            <a:pPr marL="342900" indent="-342900">
              <a:buFont typeface="+mj-lt"/>
              <a:buAutoNum type="alphaLcPeriod"/>
            </a:pPr>
            <a:r>
              <a:rPr lang="en-US" sz="2000" dirty="0"/>
              <a:t>Husband</a:t>
            </a:r>
          </a:p>
          <a:p>
            <a:pPr marL="342900" indent="-342900">
              <a:buFont typeface="+mj-lt"/>
              <a:buAutoNum type="alphaLcPeriod"/>
            </a:pPr>
            <a:r>
              <a:rPr lang="en-US" sz="2000" dirty="0"/>
              <a:t>Brother in law</a:t>
            </a:r>
          </a:p>
          <a:p>
            <a:pPr marL="342900" indent="-342900">
              <a:buFont typeface="+mj-lt"/>
              <a:buAutoNum type="alphaLcPeriod"/>
            </a:pPr>
            <a:r>
              <a:rPr lang="en-US" sz="2000" dirty="0"/>
              <a:t>None of these</a:t>
            </a:r>
          </a:p>
          <a:p>
            <a:pPr marL="342900" indent="-342900">
              <a:buFont typeface="+mj-lt"/>
              <a:buAutoNum type="alphaLcPeriod"/>
            </a:pPr>
            <a:endParaRPr lang="en-US" sz="2400" dirty="0"/>
          </a:p>
        </p:txBody>
      </p:sp>
    </p:spTree>
    <p:extLst>
      <p:ext uri="{BB962C8B-B14F-4D97-AF65-F5344CB8AC3E}">
        <p14:creationId xmlns:p14="http://schemas.microsoft.com/office/powerpoint/2010/main" val="72157920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ircle(in)">
                                      <p:cBhvr>
                                        <p:cTn id="12"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1A2B3-F5AA-B65E-77B4-39405481F78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95BC064-DE07-736A-5AFE-CB0880B3102E}"/>
              </a:ext>
            </a:extLst>
          </p:cNvPr>
          <p:cNvSpPr/>
          <p:nvPr/>
        </p:nvSpPr>
        <p:spPr>
          <a:xfrm>
            <a:off x="0" y="0"/>
            <a:ext cx="12192000" cy="914400"/>
          </a:xfrm>
          <a:prstGeom prst="rect">
            <a:avLst/>
          </a:prstGeom>
          <a:solidFill>
            <a:schemeClr val="accent5">
              <a:lumMod val="75000"/>
              <a:alpha val="9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PUZZLE BASED BLOOD RELATIONS  </a:t>
            </a:r>
            <a:endParaRPr lang="en-IN" sz="4400" b="1" dirty="0"/>
          </a:p>
        </p:txBody>
      </p:sp>
      <p:sp>
        <p:nvSpPr>
          <p:cNvPr id="5" name="TextBox 4">
            <a:extLst>
              <a:ext uri="{FF2B5EF4-FFF2-40B4-BE49-F238E27FC236}">
                <a16:creationId xmlns:a16="http://schemas.microsoft.com/office/drawing/2014/main" id="{B80C6A7E-CDB1-82D8-5A0D-0EE7009FC2D8}"/>
              </a:ext>
            </a:extLst>
          </p:cNvPr>
          <p:cNvSpPr txBox="1"/>
          <p:nvPr/>
        </p:nvSpPr>
        <p:spPr>
          <a:xfrm>
            <a:off x="304799" y="1101213"/>
            <a:ext cx="11130116" cy="1477328"/>
          </a:xfrm>
          <a:prstGeom prst="rect">
            <a:avLst/>
          </a:prstGeom>
          <a:noFill/>
        </p:spPr>
        <p:txBody>
          <a:bodyPr wrap="square" rtlCol="0">
            <a:spAutoFit/>
          </a:bodyPr>
          <a:lstStyle/>
          <a:p>
            <a:r>
              <a:rPr lang="en-US" sz="2400" b="1" dirty="0"/>
              <a:t>Directions</a:t>
            </a:r>
            <a:r>
              <a:rPr lang="en-US" sz="2000" dirty="0"/>
              <a:t>: </a:t>
            </a:r>
            <a:r>
              <a:rPr lang="en-US" sz="2000" b="1" dirty="0"/>
              <a:t>Study the information below and answer the given questions.</a:t>
            </a:r>
          </a:p>
          <a:p>
            <a:endParaRPr lang="en-IN" dirty="0"/>
          </a:p>
          <a:p>
            <a:r>
              <a:rPr lang="en-US" sz="2400" dirty="0">
                <a:solidFill>
                  <a:srgbClr val="000000"/>
                </a:solidFill>
                <a:latin typeface="acumin-pro"/>
              </a:rPr>
              <a:t>9. There are seven members in a family. There are two married couples. S and T are the children of L and M. R is the wife of T. U is the brother of R. V is the niece of U.</a:t>
            </a:r>
            <a:endParaRPr lang="en-IN" sz="4000" dirty="0"/>
          </a:p>
        </p:txBody>
      </p:sp>
      <p:sp>
        <p:nvSpPr>
          <p:cNvPr id="3" name="TextBox 2">
            <a:extLst>
              <a:ext uri="{FF2B5EF4-FFF2-40B4-BE49-F238E27FC236}">
                <a16:creationId xmlns:a16="http://schemas.microsoft.com/office/drawing/2014/main" id="{399E82B9-21B4-D396-6AFB-864C7A74CEA9}"/>
              </a:ext>
            </a:extLst>
          </p:cNvPr>
          <p:cNvSpPr txBox="1"/>
          <p:nvPr/>
        </p:nvSpPr>
        <p:spPr>
          <a:xfrm>
            <a:off x="476864" y="2578541"/>
            <a:ext cx="11238271" cy="4547399"/>
          </a:xfrm>
          <a:prstGeom prst="rect">
            <a:avLst/>
          </a:prstGeom>
          <a:noFill/>
        </p:spPr>
        <p:txBody>
          <a:bodyPr wrap="square" rtlCol="0">
            <a:spAutoFit/>
          </a:bodyPr>
          <a:lstStyle/>
          <a:p>
            <a:pPr>
              <a:spcAft>
                <a:spcPts val="1125"/>
              </a:spcAft>
            </a:pPr>
            <a:r>
              <a:rPr lang="en-US" sz="2000" dirty="0">
                <a:solidFill>
                  <a:srgbClr val="000000"/>
                </a:solidFill>
                <a:latin typeface="acumin-pro"/>
              </a:rPr>
              <a:t>Which of the following statement(s) are correct?</a:t>
            </a:r>
          </a:p>
          <a:p>
            <a:pPr>
              <a:spcAft>
                <a:spcPts val="1125"/>
              </a:spcAft>
            </a:pPr>
            <a:r>
              <a:rPr lang="en-US" sz="2000" dirty="0" err="1">
                <a:solidFill>
                  <a:srgbClr val="000000"/>
                </a:solidFill>
                <a:latin typeface="acumin-pro"/>
              </a:rPr>
              <a:t>i</a:t>
            </a:r>
            <a:r>
              <a:rPr lang="en-US" sz="2000" dirty="0">
                <a:solidFill>
                  <a:srgbClr val="000000"/>
                </a:solidFill>
                <a:latin typeface="acumin-pro"/>
              </a:rPr>
              <a:t>) </a:t>
            </a:r>
            <a:r>
              <a:rPr lang="en-US" sz="2200" dirty="0">
                <a:solidFill>
                  <a:srgbClr val="000000"/>
                </a:solidFill>
                <a:latin typeface="acumin-pro"/>
              </a:rPr>
              <a:t>T is the father of V.</a:t>
            </a:r>
          </a:p>
          <a:p>
            <a:pPr>
              <a:spcAft>
                <a:spcPts val="1125"/>
              </a:spcAft>
            </a:pPr>
            <a:r>
              <a:rPr lang="en-US" sz="2200" dirty="0">
                <a:solidFill>
                  <a:srgbClr val="000000"/>
                </a:solidFill>
                <a:latin typeface="acumin-pro"/>
              </a:rPr>
              <a:t>ii) T is the brother– in – law of U.</a:t>
            </a:r>
          </a:p>
          <a:p>
            <a:r>
              <a:rPr lang="en-US" sz="2200" dirty="0">
                <a:solidFill>
                  <a:srgbClr val="000000"/>
                </a:solidFill>
                <a:latin typeface="acumin-pro"/>
              </a:rPr>
              <a:t>iii) V is the niece of S.</a:t>
            </a:r>
          </a:p>
          <a:p>
            <a:endParaRPr lang="en-US" sz="2200" dirty="0">
              <a:solidFill>
                <a:srgbClr val="000000"/>
              </a:solidFill>
              <a:latin typeface="acumin-pro"/>
            </a:endParaRPr>
          </a:p>
          <a:p>
            <a:pPr marL="457200" indent="-457200">
              <a:buFont typeface="+mj-lt"/>
              <a:buAutoNum type="alphaLcPeriod"/>
            </a:pPr>
            <a:r>
              <a:rPr lang="en-US" sz="2200" dirty="0"/>
              <a:t>Only </a:t>
            </a:r>
            <a:r>
              <a:rPr lang="en-US" sz="2200" dirty="0" err="1"/>
              <a:t>i</a:t>
            </a:r>
            <a:r>
              <a:rPr lang="en-US" sz="2200" dirty="0"/>
              <a:t>) is correct.</a:t>
            </a:r>
          </a:p>
          <a:p>
            <a:pPr marL="342900" indent="-342900">
              <a:buFont typeface="+mj-lt"/>
              <a:buAutoNum type="alphaLcPeriod"/>
            </a:pPr>
            <a:r>
              <a:rPr lang="en-US" sz="2200" dirty="0"/>
              <a:t>Only ii) is correct.</a:t>
            </a:r>
          </a:p>
          <a:p>
            <a:pPr marL="342900" indent="-342900">
              <a:buFont typeface="+mj-lt"/>
              <a:buAutoNum type="alphaLcPeriod"/>
            </a:pPr>
            <a:r>
              <a:rPr lang="en-US" sz="2200" dirty="0"/>
              <a:t>Both ii) and iii) are correct.</a:t>
            </a:r>
          </a:p>
          <a:p>
            <a:pPr marL="342900" indent="-342900">
              <a:buFont typeface="+mj-lt"/>
              <a:buAutoNum type="alphaLcPeriod"/>
            </a:pPr>
            <a:r>
              <a:rPr lang="en-US" sz="2200" dirty="0"/>
              <a:t>Both </a:t>
            </a:r>
            <a:r>
              <a:rPr lang="en-US" sz="2200" dirty="0" err="1"/>
              <a:t>i</a:t>
            </a:r>
            <a:r>
              <a:rPr lang="en-US" sz="2200" dirty="0"/>
              <a:t>) and ii) are correct.</a:t>
            </a:r>
          </a:p>
          <a:p>
            <a:pPr marL="342900" indent="-342900">
              <a:buFont typeface="+mj-lt"/>
              <a:buAutoNum type="alphaLcPeriod"/>
            </a:pPr>
            <a:r>
              <a:rPr lang="en-US" sz="2200" dirty="0"/>
              <a:t>All are correct.</a:t>
            </a:r>
          </a:p>
          <a:p>
            <a:pPr>
              <a:buNone/>
            </a:pPr>
            <a:endParaRPr lang="en-US" sz="2000" dirty="0"/>
          </a:p>
          <a:p>
            <a:pPr marL="342900" indent="-342900">
              <a:buFont typeface="+mj-lt"/>
              <a:buAutoNum type="alphaLcPeriod"/>
            </a:pPr>
            <a:endParaRPr lang="en-US" sz="2400" dirty="0"/>
          </a:p>
        </p:txBody>
      </p:sp>
    </p:spTree>
    <p:extLst>
      <p:ext uri="{BB962C8B-B14F-4D97-AF65-F5344CB8AC3E}">
        <p14:creationId xmlns:p14="http://schemas.microsoft.com/office/powerpoint/2010/main" val="119327766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ircle(in)">
                                      <p:cBhvr>
                                        <p:cTn id="12"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83C21-0ADA-7E45-F57F-0D6E514AC72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71D5261-3F4B-BD8C-57E7-F59C88E243BA}"/>
              </a:ext>
            </a:extLst>
          </p:cNvPr>
          <p:cNvSpPr/>
          <p:nvPr/>
        </p:nvSpPr>
        <p:spPr>
          <a:xfrm>
            <a:off x="0" y="0"/>
            <a:ext cx="12192000" cy="914400"/>
          </a:xfrm>
          <a:prstGeom prst="rect">
            <a:avLst/>
          </a:prstGeom>
          <a:solidFill>
            <a:schemeClr val="accent5">
              <a:lumMod val="75000"/>
              <a:alpha val="9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PUZZLE BASED BLOOD RELATIONS  </a:t>
            </a:r>
            <a:endParaRPr lang="en-IN" sz="4400" b="1" dirty="0"/>
          </a:p>
        </p:txBody>
      </p:sp>
      <p:sp>
        <p:nvSpPr>
          <p:cNvPr id="5" name="TextBox 4">
            <a:extLst>
              <a:ext uri="{FF2B5EF4-FFF2-40B4-BE49-F238E27FC236}">
                <a16:creationId xmlns:a16="http://schemas.microsoft.com/office/drawing/2014/main" id="{EC3465D5-C1F8-3A81-C828-86DD584DD27A}"/>
              </a:ext>
            </a:extLst>
          </p:cNvPr>
          <p:cNvSpPr txBox="1"/>
          <p:nvPr/>
        </p:nvSpPr>
        <p:spPr>
          <a:xfrm>
            <a:off x="304799" y="1101213"/>
            <a:ext cx="11130116" cy="1477328"/>
          </a:xfrm>
          <a:prstGeom prst="rect">
            <a:avLst/>
          </a:prstGeom>
          <a:noFill/>
        </p:spPr>
        <p:txBody>
          <a:bodyPr wrap="square" rtlCol="0">
            <a:spAutoFit/>
          </a:bodyPr>
          <a:lstStyle/>
          <a:p>
            <a:r>
              <a:rPr lang="en-US" sz="2400" b="1" dirty="0"/>
              <a:t>Directions</a:t>
            </a:r>
            <a:r>
              <a:rPr lang="en-US" sz="2000" dirty="0"/>
              <a:t>: </a:t>
            </a:r>
            <a:r>
              <a:rPr lang="en-US" sz="2000" b="1" dirty="0"/>
              <a:t>Study the information below and answer the given questions.</a:t>
            </a:r>
          </a:p>
          <a:p>
            <a:endParaRPr lang="en-IN" dirty="0"/>
          </a:p>
          <a:p>
            <a:r>
              <a:rPr lang="en-US" sz="2400" dirty="0">
                <a:solidFill>
                  <a:srgbClr val="000000"/>
                </a:solidFill>
                <a:latin typeface="acumin-pro"/>
              </a:rPr>
              <a:t>9. There are seven members in a family. There are two married couples. S and T are the children of L and M. R is the wife of T. U is the brother of R. V is the niece of U.</a:t>
            </a:r>
            <a:endParaRPr lang="en-IN" sz="4000" dirty="0"/>
          </a:p>
        </p:txBody>
      </p:sp>
      <p:sp>
        <p:nvSpPr>
          <p:cNvPr id="3" name="TextBox 2">
            <a:extLst>
              <a:ext uri="{FF2B5EF4-FFF2-40B4-BE49-F238E27FC236}">
                <a16:creationId xmlns:a16="http://schemas.microsoft.com/office/drawing/2014/main" id="{4C8C63EE-B401-E97D-0E14-BC284FF5181A}"/>
              </a:ext>
            </a:extLst>
          </p:cNvPr>
          <p:cNvSpPr txBox="1"/>
          <p:nvPr/>
        </p:nvSpPr>
        <p:spPr>
          <a:xfrm>
            <a:off x="476864" y="2578541"/>
            <a:ext cx="11238271" cy="4547399"/>
          </a:xfrm>
          <a:prstGeom prst="rect">
            <a:avLst/>
          </a:prstGeom>
          <a:noFill/>
        </p:spPr>
        <p:txBody>
          <a:bodyPr wrap="square" rtlCol="0">
            <a:spAutoFit/>
          </a:bodyPr>
          <a:lstStyle/>
          <a:p>
            <a:pPr>
              <a:spcAft>
                <a:spcPts val="1125"/>
              </a:spcAft>
            </a:pPr>
            <a:r>
              <a:rPr lang="en-US" sz="2000" dirty="0">
                <a:solidFill>
                  <a:srgbClr val="000000"/>
                </a:solidFill>
                <a:latin typeface="acumin-pro"/>
              </a:rPr>
              <a:t>Which of the following statement(s) are correct?</a:t>
            </a:r>
          </a:p>
          <a:p>
            <a:pPr>
              <a:spcAft>
                <a:spcPts val="1125"/>
              </a:spcAft>
            </a:pPr>
            <a:r>
              <a:rPr lang="en-US" sz="2000" dirty="0" err="1">
                <a:solidFill>
                  <a:srgbClr val="000000"/>
                </a:solidFill>
                <a:latin typeface="acumin-pro"/>
              </a:rPr>
              <a:t>i</a:t>
            </a:r>
            <a:r>
              <a:rPr lang="en-US" sz="2000" dirty="0">
                <a:solidFill>
                  <a:srgbClr val="000000"/>
                </a:solidFill>
                <a:latin typeface="acumin-pro"/>
              </a:rPr>
              <a:t>) </a:t>
            </a:r>
            <a:r>
              <a:rPr lang="en-US" sz="2200" dirty="0">
                <a:solidFill>
                  <a:srgbClr val="000000"/>
                </a:solidFill>
                <a:latin typeface="acumin-pro"/>
              </a:rPr>
              <a:t>T is the father of V.</a:t>
            </a:r>
          </a:p>
          <a:p>
            <a:pPr>
              <a:spcAft>
                <a:spcPts val="1125"/>
              </a:spcAft>
            </a:pPr>
            <a:r>
              <a:rPr lang="en-US" sz="2200" dirty="0">
                <a:solidFill>
                  <a:srgbClr val="000000"/>
                </a:solidFill>
                <a:latin typeface="acumin-pro"/>
              </a:rPr>
              <a:t>ii) T is the brother– in – law of U.</a:t>
            </a:r>
          </a:p>
          <a:p>
            <a:r>
              <a:rPr lang="en-US" sz="2200" dirty="0">
                <a:solidFill>
                  <a:srgbClr val="000000"/>
                </a:solidFill>
                <a:latin typeface="acumin-pro"/>
              </a:rPr>
              <a:t>iii) V is the niece of S.</a:t>
            </a:r>
          </a:p>
          <a:p>
            <a:endParaRPr lang="en-US" sz="2200" dirty="0">
              <a:solidFill>
                <a:srgbClr val="000000"/>
              </a:solidFill>
              <a:latin typeface="acumin-pro"/>
            </a:endParaRPr>
          </a:p>
          <a:p>
            <a:pPr marL="457200" indent="-457200">
              <a:buFont typeface="+mj-lt"/>
              <a:buAutoNum type="alphaLcPeriod"/>
            </a:pPr>
            <a:r>
              <a:rPr lang="en-US" sz="2200" dirty="0"/>
              <a:t>Only </a:t>
            </a:r>
            <a:r>
              <a:rPr lang="en-US" sz="2200" dirty="0" err="1"/>
              <a:t>i</a:t>
            </a:r>
            <a:r>
              <a:rPr lang="en-US" sz="2200" dirty="0"/>
              <a:t>) is correct.</a:t>
            </a:r>
          </a:p>
          <a:p>
            <a:pPr marL="342900" indent="-342900">
              <a:buFont typeface="+mj-lt"/>
              <a:buAutoNum type="alphaLcPeriod"/>
            </a:pPr>
            <a:r>
              <a:rPr lang="en-US" sz="2200" dirty="0"/>
              <a:t>Only ii) is correct.</a:t>
            </a:r>
          </a:p>
          <a:p>
            <a:pPr marL="342900" indent="-342900">
              <a:buFont typeface="+mj-lt"/>
              <a:buAutoNum type="alphaLcPeriod"/>
            </a:pPr>
            <a:r>
              <a:rPr lang="en-US" sz="2200" dirty="0"/>
              <a:t>Both ii) and iii) are correct.</a:t>
            </a:r>
          </a:p>
          <a:p>
            <a:pPr marL="342900" indent="-342900">
              <a:buFont typeface="+mj-lt"/>
              <a:buAutoNum type="alphaLcPeriod"/>
            </a:pPr>
            <a:r>
              <a:rPr lang="en-US" sz="2200" dirty="0"/>
              <a:t>Both </a:t>
            </a:r>
            <a:r>
              <a:rPr lang="en-US" sz="2200" dirty="0" err="1"/>
              <a:t>i</a:t>
            </a:r>
            <a:r>
              <a:rPr lang="en-US" sz="2200" dirty="0"/>
              <a:t>) and ii) are correct.</a:t>
            </a:r>
          </a:p>
          <a:p>
            <a:pPr marL="342900" indent="-342900">
              <a:buFont typeface="+mj-lt"/>
              <a:buAutoNum type="alphaLcPeriod"/>
            </a:pPr>
            <a:r>
              <a:rPr lang="en-US" sz="2200" dirty="0"/>
              <a:t>All are correct.</a:t>
            </a:r>
          </a:p>
          <a:p>
            <a:pPr>
              <a:buNone/>
            </a:pPr>
            <a:endParaRPr lang="en-US" sz="2000" dirty="0"/>
          </a:p>
          <a:p>
            <a:pPr marL="342900" indent="-342900">
              <a:buFont typeface="+mj-lt"/>
              <a:buAutoNum type="alphaLcPeriod"/>
            </a:pPr>
            <a:endParaRPr lang="en-US" sz="2400" dirty="0"/>
          </a:p>
        </p:txBody>
      </p:sp>
    </p:spTree>
    <p:extLst>
      <p:ext uri="{BB962C8B-B14F-4D97-AF65-F5344CB8AC3E}">
        <p14:creationId xmlns:p14="http://schemas.microsoft.com/office/powerpoint/2010/main" val="301896916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ircle(in)">
                                      <p:cBhvr>
                                        <p:cTn id="12"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01A02-B959-7FA4-1FD3-ECDCD8A3411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E02186A-6F34-B1CC-8C20-D8753304DEE4}"/>
              </a:ext>
            </a:extLst>
          </p:cNvPr>
          <p:cNvSpPr/>
          <p:nvPr/>
        </p:nvSpPr>
        <p:spPr>
          <a:xfrm>
            <a:off x="0" y="0"/>
            <a:ext cx="12192000" cy="914400"/>
          </a:xfrm>
          <a:prstGeom prst="rect">
            <a:avLst/>
          </a:prstGeom>
          <a:solidFill>
            <a:schemeClr val="accent5">
              <a:lumMod val="75000"/>
              <a:alpha val="9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PUZZLE BASED BLOOD RELATIONS  </a:t>
            </a:r>
            <a:endParaRPr lang="en-IN" sz="4400" b="1" dirty="0"/>
          </a:p>
        </p:txBody>
      </p:sp>
      <p:sp>
        <p:nvSpPr>
          <p:cNvPr id="5" name="TextBox 4">
            <a:extLst>
              <a:ext uri="{FF2B5EF4-FFF2-40B4-BE49-F238E27FC236}">
                <a16:creationId xmlns:a16="http://schemas.microsoft.com/office/drawing/2014/main" id="{7C52AB95-1346-04FF-709C-D7303E4FD9E2}"/>
              </a:ext>
            </a:extLst>
          </p:cNvPr>
          <p:cNvSpPr txBox="1"/>
          <p:nvPr/>
        </p:nvSpPr>
        <p:spPr>
          <a:xfrm>
            <a:off x="304799" y="1101213"/>
            <a:ext cx="11130116" cy="2508379"/>
          </a:xfrm>
          <a:prstGeom prst="rect">
            <a:avLst/>
          </a:prstGeom>
          <a:noFill/>
        </p:spPr>
        <p:txBody>
          <a:bodyPr wrap="square" rtlCol="0">
            <a:spAutoFit/>
          </a:bodyPr>
          <a:lstStyle/>
          <a:p>
            <a:r>
              <a:rPr lang="en-US" sz="2400" b="1" dirty="0"/>
              <a:t>Directions</a:t>
            </a:r>
            <a:r>
              <a:rPr lang="en-US" sz="2000" dirty="0"/>
              <a:t>: </a:t>
            </a:r>
            <a:r>
              <a:rPr lang="en-US" sz="2000" b="1" dirty="0"/>
              <a:t>Study the information below and answer the given questions.</a:t>
            </a:r>
          </a:p>
          <a:p>
            <a:endParaRPr lang="en-IN" dirty="0"/>
          </a:p>
          <a:p>
            <a:pPr lvl="0"/>
            <a:r>
              <a:rPr lang="en-US" sz="2400" dirty="0">
                <a:solidFill>
                  <a:srgbClr val="000000"/>
                </a:solidFill>
                <a:latin typeface="acumin-pro"/>
              </a:rPr>
              <a:t>10. </a:t>
            </a:r>
            <a:r>
              <a:rPr lang="en-US" sz="2500" dirty="0">
                <a:solidFill>
                  <a:prstClr val="black"/>
                </a:solidFill>
                <a:latin typeface="Nunito Sans" panose="00000500000000000000" pitchFamily="2" charset="0"/>
              </a:rPr>
              <a:t>In a 6 member family with two fathers and three brothers, Cindy is the sister of Farah. Benny is the brother of Eliot’s husband. Duncan is the father of Andy and Grandfather of Farah.</a:t>
            </a:r>
          </a:p>
          <a:p>
            <a:endParaRPr lang="en-IN" sz="4000" dirty="0"/>
          </a:p>
        </p:txBody>
      </p:sp>
      <p:sp>
        <p:nvSpPr>
          <p:cNvPr id="3" name="TextBox 2">
            <a:extLst>
              <a:ext uri="{FF2B5EF4-FFF2-40B4-BE49-F238E27FC236}">
                <a16:creationId xmlns:a16="http://schemas.microsoft.com/office/drawing/2014/main" id="{FF6150D3-0B8A-2EB9-62DE-27CEEF0FDBA4}"/>
              </a:ext>
            </a:extLst>
          </p:cNvPr>
          <p:cNvSpPr txBox="1"/>
          <p:nvPr/>
        </p:nvSpPr>
        <p:spPr>
          <a:xfrm>
            <a:off x="304799" y="3540797"/>
            <a:ext cx="11238271" cy="3847207"/>
          </a:xfrm>
          <a:prstGeom prst="rect">
            <a:avLst/>
          </a:prstGeom>
          <a:noFill/>
        </p:spPr>
        <p:txBody>
          <a:bodyPr wrap="square" rtlCol="0">
            <a:spAutoFit/>
          </a:bodyPr>
          <a:lstStyle/>
          <a:p>
            <a:pPr lvl="0"/>
            <a:r>
              <a:rPr lang="en-US" sz="2000" dirty="0"/>
              <a:t>1. </a:t>
            </a:r>
            <a:r>
              <a:rPr lang="en-US" sz="2500" dirty="0">
                <a:solidFill>
                  <a:prstClr val="black"/>
                </a:solidFill>
                <a:latin typeface="Nunito Sans" panose="00000500000000000000" pitchFamily="2" charset="0"/>
              </a:rPr>
              <a:t>How is Duncan related to Benny?</a:t>
            </a:r>
          </a:p>
          <a:p>
            <a:pPr>
              <a:spcAft>
                <a:spcPts val="1125"/>
              </a:spcAft>
            </a:pPr>
            <a:endParaRPr lang="en-US" sz="2000" dirty="0"/>
          </a:p>
          <a:p>
            <a:pPr>
              <a:spcAft>
                <a:spcPts val="1125"/>
              </a:spcAft>
            </a:pPr>
            <a:r>
              <a:rPr lang="en-US" sz="2000" dirty="0" err="1"/>
              <a:t>A.Grandfather</a:t>
            </a:r>
            <a:endParaRPr lang="en-US" sz="2000" dirty="0"/>
          </a:p>
          <a:p>
            <a:pPr>
              <a:spcAft>
                <a:spcPts val="1125"/>
              </a:spcAft>
            </a:pPr>
            <a:r>
              <a:rPr lang="en-US" sz="2000" dirty="0" err="1"/>
              <a:t>B.Father</a:t>
            </a:r>
            <a:r>
              <a:rPr lang="en-US" sz="2000" dirty="0"/>
              <a:t> </a:t>
            </a:r>
          </a:p>
          <a:p>
            <a:pPr>
              <a:spcAft>
                <a:spcPts val="1125"/>
              </a:spcAft>
            </a:pPr>
            <a:r>
              <a:rPr lang="en-US" sz="2000" dirty="0" err="1"/>
              <a:t>C.Brother</a:t>
            </a:r>
            <a:endParaRPr lang="en-US" sz="2000" dirty="0"/>
          </a:p>
          <a:p>
            <a:pPr>
              <a:spcAft>
                <a:spcPts val="1125"/>
              </a:spcAft>
            </a:pPr>
            <a:r>
              <a:rPr lang="en-US" sz="2000" dirty="0" err="1"/>
              <a:t>D.Father</a:t>
            </a:r>
            <a:r>
              <a:rPr lang="en-US" sz="2000" dirty="0"/>
              <a:t>-in-law </a:t>
            </a:r>
          </a:p>
          <a:p>
            <a:pPr>
              <a:spcAft>
                <a:spcPts val="1125"/>
              </a:spcAft>
            </a:pPr>
            <a:r>
              <a:rPr lang="en-US" sz="2000" dirty="0" err="1"/>
              <a:t>E.Can't</a:t>
            </a:r>
            <a:r>
              <a:rPr lang="en-US" sz="2000" dirty="0"/>
              <a:t> be determined</a:t>
            </a:r>
            <a:endParaRPr lang="en-US" sz="2200" dirty="0"/>
          </a:p>
          <a:p>
            <a:pPr>
              <a:buNone/>
            </a:pPr>
            <a:endParaRPr lang="en-US" sz="2000" dirty="0"/>
          </a:p>
          <a:p>
            <a:pPr marL="342900" indent="-342900">
              <a:buFont typeface="+mj-lt"/>
              <a:buAutoNum type="alphaLcPeriod"/>
            </a:pPr>
            <a:endParaRPr lang="en-US" sz="2400" dirty="0"/>
          </a:p>
        </p:txBody>
      </p:sp>
    </p:spTree>
    <p:extLst>
      <p:ext uri="{BB962C8B-B14F-4D97-AF65-F5344CB8AC3E}">
        <p14:creationId xmlns:p14="http://schemas.microsoft.com/office/powerpoint/2010/main" val="185168047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ircle(in)">
                                      <p:cBhvr>
                                        <p:cTn id="12"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E6341-1D4E-7935-E5C8-F79814C5167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EF92E6B-569E-A76D-7B7A-ABE1089247DB}"/>
              </a:ext>
            </a:extLst>
          </p:cNvPr>
          <p:cNvSpPr/>
          <p:nvPr/>
        </p:nvSpPr>
        <p:spPr>
          <a:xfrm>
            <a:off x="0" y="0"/>
            <a:ext cx="12192000" cy="914400"/>
          </a:xfrm>
          <a:prstGeom prst="rect">
            <a:avLst/>
          </a:prstGeom>
          <a:solidFill>
            <a:schemeClr val="accent5">
              <a:lumMod val="75000"/>
              <a:alpha val="9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PUZZLE BASED BLOOD RELATIONS  </a:t>
            </a:r>
            <a:endParaRPr lang="en-IN" sz="4400" b="1" dirty="0"/>
          </a:p>
        </p:txBody>
      </p:sp>
      <p:sp>
        <p:nvSpPr>
          <p:cNvPr id="3" name="TextBox 2">
            <a:extLst>
              <a:ext uri="{FF2B5EF4-FFF2-40B4-BE49-F238E27FC236}">
                <a16:creationId xmlns:a16="http://schemas.microsoft.com/office/drawing/2014/main" id="{0689EE4B-888D-A83A-D221-3ECA5EFCC655}"/>
              </a:ext>
            </a:extLst>
          </p:cNvPr>
          <p:cNvSpPr txBox="1"/>
          <p:nvPr/>
        </p:nvSpPr>
        <p:spPr>
          <a:xfrm>
            <a:off x="245805" y="1259713"/>
            <a:ext cx="11238271" cy="4231928"/>
          </a:xfrm>
          <a:prstGeom prst="rect">
            <a:avLst/>
          </a:prstGeom>
          <a:noFill/>
        </p:spPr>
        <p:txBody>
          <a:bodyPr wrap="square" rtlCol="0">
            <a:spAutoFit/>
          </a:bodyPr>
          <a:lstStyle/>
          <a:p>
            <a:r>
              <a:rPr lang="en-US" sz="2000" dirty="0"/>
              <a:t>2. </a:t>
            </a:r>
            <a:r>
              <a:rPr lang="en-US" sz="2000" dirty="0">
                <a:latin typeface="Nunito Sans" panose="00000500000000000000" pitchFamily="2" charset="0"/>
              </a:rPr>
              <a:t>Who is C’s mother?</a:t>
            </a:r>
          </a:p>
          <a:p>
            <a:pPr lvl="0"/>
            <a:endParaRPr lang="en-US" sz="2500" dirty="0">
              <a:solidFill>
                <a:prstClr val="black"/>
              </a:solidFill>
              <a:latin typeface="Nunito Sans" panose="00000500000000000000" pitchFamily="2" charset="0"/>
            </a:endParaRPr>
          </a:p>
          <a:p>
            <a:pPr>
              <a:spcAft>
                <a:spcPts val="1125"/>
              </a:spcAft>
            </a:pPr>
            <a:endParaRPr lang="en-US" sz="2000" dirty="0"/>
          </a:p>
          <a:p>
            <a:pPr>
              <a:spcAft>
                <a:spcPts val="1125"/>
              </a:spcAft>
            </a:pPr>
            <a:r>
              <a:rPr lang="en-US" sz="2000" dirty="0" err="1"/>
              <a:t>A.Eliot</a:t>
            </a:r>
            <a:endParaRPr lang="en-US" sz="2000" dirty="0"/>
          </a:p>
          <a:p>
            <a:pPr>
              <a:spcAft>
                <a:spcPts val="1125"/>
              </a:spcAft>
            </a:pPr>
            <a:r>
              <a:rPr lang="en-US" sz="2000" dirty="0" err="1"/>
              <a:t>B.Benny</a:t>
            </a:r>
            <a:r>
              <a:rPr lang="en-US" sz="2000" dirty="0"/>
              <a:t> </a:t>
            </a:r>
          </a:p>
          <a:p>
            <a:pPr>
              <a:spcAft>
                <a:spcPts val="1125"/>
              </a:spcAft>
            </a:pPr>
            <a:r>
              <a:rPr lang="en-US" sz="2000" dirty="0" err="1"/>
              <a:t>C.Farah</a:t>
            </a:r>
            <a:endParaRPr lang="en-US" sz="2000" dirty="0"/>
          </a:p>
          <a:p>
            <a:pPr>
              <a:spcAft>
                <a:spcPts val="1125"/>
              </a:spcAft>
            </a:pPr>
            <a:r>
              <a:rPr lang="en-US" sz="2000" dirty="0" err="1"/>
              <a:t>D.Andy</a:t>
            </a:r>
            <a:endParaRPr lang="en-US" sz="2000" dirty="0"/>
          </a:p>
          <a:p>
            <a:pPr>
              <a:spcAft>
                <a:spcPts val="1125"/>
              </a:spcAft>
            </a:pPr>
            <a:endParaRPr lang="en-US" sz="2200" dirty="0"/>
          </a:p>
          <a:p>
            <a:pPr>
              <a:buNone/>
            </a:pPr>
            <a:endParaRPr lang="en-US" sz="2000" dirty="0"/>
          </a:p>
          <a:p>
            <a:pPr marL="342900" indent="-342900">
              <a:buFont typeface="+mj-lt"/>
              <a:buAutoNum type="alphaLcPeriod"/>
            </a:pPr>
            <a:endParaRPr lang="en-US" sz="2400" dirty="0"/>
          </a:p>
        </p:txBody>
      </p:sp>
    </p:spTree>
    <p:extLst>
      <p:ext uri="{BB962C8B-B14F-4D97-AF65-F5344CB8AC3E}">
        <p14:creationId xmlns:p14="http://schemas.microsoft.com/office/powerpoint/2010/main" val="307614303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Vibrant and Expressive Thank You So Much Design with Colorful Confetti and Playful Typography for Appreciation and Celebration">
            <a:extLst>
              <a:ext uri="{FF2B5EF4-FFF2-40B4-BE49-F238E27FC236}">
                <a16:creationId xmlns:a16="http://schemas.microsoft.com/office/drawing/2014/main" id="{090185BD-D4A4-448C-49DE-0BD6D32DE0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4796183"/>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327</TotalTime>
  <Words>2500</Words>
  <Application>Microsoft Office PowerPoint</Application>
  <PresentationFormat>Widescreen</PresentationFormat>
  <Paragraphs>293</Paragraphs>
  <Slides>31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acumin-pro</vt:lpstr>
      <vt:lpstr>Arial</vt:lpstr>
      <vt:lpstr>Calibri</vt:lpstr>
      <vt:lpstr>Calibri Light</vt:lpstr>
      <vt:lpstr>Nunito Sans</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vara prasad</dc:creator>
  <cp:lastModifiedBy>vara prasad</cp:lastModifiedBy>
  <cp:revision>21</cp:revision>
  <dcterms:created xsi:type="dcterms:W3CDTF">2025-09-23T04:01:22Z</dcterms:created>
  <dcterms:modified xsi:type="dcterms:W3CDTF">2026-05-13T14:32:43Z</dcterms:modified>
</cp:coreProperties>
</file>