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5"/>
  </p:notesMasterIdLst>
  <p:sldIdLst>
    <p:sldId id="416" r:id="rId2"/>
    <p:sldId id="326" r:id="rId3"/>
    <p:sldId id="1156" r:id="rId4"/>
    <p:sldId id="2270" r:id="rId5"/>
    <p:sldId id="2142" r:id="rId6"/>
    <p:sldId id="2246" r:id="rId7"/>
    <p:sldId id="2146" r:id="rId8"/>
    <p:sldId id="2145" r:id="rId9"/>
    <p:sldId id="2127" r:id="rId10"/>
    <p:sldId id="2269" r:id="rId11"/>
    <p:sldId id="2144" r:id="rId12"/>
    <p:sldId id="2247" r:id="rId13"/>
    <p:sldId id="2135" r:id="rId14"/>
    <p:sldId id="2248" r:id="rId15"/>
    <p:sldId id="2266" r:id="rId16"/>
    <p:sldId id="1183" r:id="rId17"/>
    <p:sldId id="2249" r:id="rId18"/>
    <p:sldId id="2147" r:id="rId19"/>
    <p:sldId id="2250" r:id="rId20"/>
    <p:sldId id="2251" r:id="rId21"/>
    <p:sldId id="2252" r:id="rId22"/>
    <p:sldId id="2149" r:id="rId23"/>
    <p:sldId id="1225" r:id="rId24"/>
    <p:sldId id="2244" r:id="rId25"/>
    <p:sldId id="2203" r:id="rId26"/>
    <p:sldId id="2185" r:id="rId27"/>
    <p:sldId id="2255" r:id="rId28"/>
    <p:sldId id="2256" r:id="rId29"/>
    <p:sldId id="2237" r:id="rId30"/>
    <p:sldId id="2232" r:id="rId31"/>
    <p:sldId id="2233" r:id="rId32"/>
    <p:sldId id="2235" r:id="rId33"/>
    <p:sldId id="2231" r:id="rId34"/>
    <p:sldId id="2180" r:id="rId35"/>
    <p:sldId id="2187" r:id="rId36"/>
    <p:sldId id="2220" r:id="rId37"/>
    <p:sldId id="2202" r:id="rId38"/>
    <p:sldId id="2201" r:id="rId39"/>
    <p:sldId id="2258" r:id="rId40"/>
    <p:sldId id="2188" r:id="rId41"/>
    <p:sldId id="2189" r:id="rId42"/>
    <p:sldId id="2257" r:id="rId43"/>
    <p:sldId id="2190" r:id="rId44"/>
    <p:sldId id="2264" r:id="rId45"/>
    <p:sldId id="2192" r:id="rId46"/>
    <p:sldId id="2265" r:id="rId47"/>
    <p:sldId id="2238" r:id="rId48"/>
    <p:sldId id="2243" r:id="rId49"/>
    <p:sldId id="2239" r:id="rId50"/>
    <p:sldId id="2240" r:id="rId51"/>
    <p:sldId id="2241" r:id="rId52"/>
    <p:sldId id="2242" r:id="rId53"/>
    <p:sldId id="2260" r:id="rId54"/>
    <p:sldId id="2261" r:id="rId55"/>
    <p:sldId id="2262" r:id="rId56"/>
    <p:sldId id="2263" r:id="rId57"/>
    <p:sldId id="2267" r:id="rId58"/>
    <p:sldId id="2268" r:id="rId59"/>
    <p:sldId id="2271" r:id="rId60"/>
    <p:sldId id="2272" r:id="rId61"/>
    <p:sldId id="2273" r:id="rId62"/>
    <p:sldId id="2274" r:id="rId63"/>
    <p:sldId id="349" r:id="rId6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D0C538A-B682-4596-A88C-DEE36DB89D97}" v="1061" dt="2025-12-08T02:21:24.7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84052" autoAdjust="0"/>
  </p:normalViewPr>
  <p:slideViewPr>
    <p:cSldViewPr snapToGrid="0">
      <p:cViewPr varScale="1">
        <p:scale>
          <a:sx n="80" d="100"/>
          <a:sy n="80" d="100"/>
        </p:scale>
        <p:origin x="78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71"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esh k" userId="38679c20802dfd4d" providerId="LiveId" clId="{4E04E1C2-AE65-4D3F-9878-0D4EAB6AAC90}"/>
    <pc:docChg chg="undo custSel addSld delSld modSld sldOrd">
      <pc:chgData name="venkatesh k" userId="38679c20802dfd4d" providerId="LiveId" clId="{4E04E1C2-AE65-4D3F-9878-0D4EAB6AAC90}" dt="2025-12-08T02:22:32.862" v="7709" actId="113"/>
      <pc:docMkLst>
        <pc:docMk/>
      </pc:docMkLst>
      <pc:sldChg chg="addSp delSp modSp ord">
        <pc:chgData name="venkatesh k" userId="38679c20802dfd4d" providerId="LiveId" clId="{4E04E1C2-AE65-4D3F-9878-0D4EAB6AAC90}" dt="2025-12-05T17:19:48.256" v="7208" actId="14100"/>
        <pc:sldMkLst>
          <pc:docMk/>
          <pc:sldMk cId="0" sldId="1156"/>
        </pc:sldMkLst>
        <pc:picChg chg="add mod">
          <ac:chgData name="venkatesh k" userId="38679c20802dfd4d" providerId="LiveId" clId="{4E04E1C2-AE65-4D3F-9878-0D4EAB6AAC90}" dt="2025-12-05T17:19:48.256" v="7208" actId="14100"/>
          <ac:picMkLst>
            <pc:docMk/>
            <pc:sldMk cId="0" sldId="1156"/>
            <ac:picMk id="1028" creationId="{78AD8311-64DF-9F82-55A2-2454EDE60982}"/>
          </ac:picMkLst>
        </pc:picChg>
      </pc:sldChg>
      <pc:sldChg chg="modSp mod modAnim">
        <pc:chgData name="venkatesh k" userId="38679c20802dfd4d" providerId="LiveId" clId="{4E04E1C2-AE65-4D3F-9878-0D4EAB6AAC90}" dt="2025-12-06T05:19:46.046" v="7563" actId="255"/>
        <pc:sldMkLst>
          <pc:docMk/>
          <pc:sldMk cId="38181224" sldId="1183"/>
        </pc:sldMkLst>
        <pc:spChg chg="mod">
          <ac:chgData name="venkatesh k" userId="38679c20802dfd4d" providerId="LiveId" clId="{4E04E1C2-AE65-4D3F-9878-0D4EAB6AAC90}" dt="2025-12-06T05:19:46.046" v="7563" actId="255"/>
          <ac:spMkLst>
            <pc:docMk/>
            <pc:sldMk cId="38181224" sldId="1183"/>
            <ac:spMk id="3" creationId="{EDF79B95-C0EB-8A74-AAF5-3EB7BA4B5DBA}"/>
          </ac:spMkLst>
        </pc:spChg>
        <pc:spChg chg="mod">
          <ac:chgData name="venkatesh k" userId="38679c20802dfd4d" providerId="LiveId" clId="{4E04E1C2-AE65-4D3F-9878-0D4EAB6AAC90}" dt="2025-12-05T07:56:08.701" v="7007" actId="20577"/>
          <ac:spMkLst>
            <pc:docMk/>
            <pc:sldMk cId="38181224" sldId="1183"/>
            <ac:spMk id="15365" creationId="{715F159D-02DE-24FB-EB09-3DD1FE67EFF5}"/>
          </ac:spMkLst>
        </pc:spChg>
        <pc:spChg chg="mod">
          <ac:chgData name="venkatesh k" userId="38679c20802dfd4d" providerId="LiveId" clId="{4E04E1C2-AE65-4D3F-9878-0D4EAB6AAC90}" dt="2025-12-04T04:37:58.207" v="5765" actId="20577"/>
          <ac:spMkLst>
            <pc:docMk/>
            <pc:sldMk cId="38181224" sldId="1183"/>
            <ac:spMk id="28674" creationId="{89C7F5C6-0FF2-CE03-BCEF-955C81782A5C}"/>
          </ac:spMkLst>
        </pc:spChg>
      </pc:sldChg>
      <pc:sldChg chg="modSp mod ord">
        <pc:chgData name="venkatesh k" userId="38679c20802dfd4d" providerId="LiveId" clId="{4E04E1C2-AE65-4D3F-9878-0D4EAB6AAC90}" dt="2025-12-08T02:21:40.741" v="7703" actId="113"/>
        <pc:sldMkLst>
          <pc:docMk/>
          <pc:sldMk cId="3363809244" sldId="1225"/>
        </pc:sldMkLst>
        <pc:spChg chg="mod">
          <ac:chgData name="venkatesh k" userId="38679c20802dfd4d" providerId="LiveId" clId="{4E04E1C2-AE65-4D3F-9878-0D4EAB6AAC90}" dt="2025-12-03T05:07:30.743" v="5659" actId="113"/>
          <ac:spMkLst>
            <pc:docMk/>
            <pc:sldMk cId="3363809244" sldId="1225"/>
            <ac:spMk id="3" creationId="{EF9F4C51-5E24-8BEF-A87D-36E51BD9C679}"/>
          </ac:spMkLst>
        </pc:spChg>
        <pc:spChg chg="mod">
          <ac:chgData name="venkatesh k" userId="38679c20802dfd4d" providerId="LiveId" clId="{4E04E1C2-AE65-4D3F-9878-0D4EAB6AAC90}" dt="2025-12-05T04:11:57.169" v="6149" actId="20577"/>
          <ac:spMkLst>
            <pc:docMk/>
            <pc:sldMk cId="3363809244" sldId="1225"/>
            <ac:spMk id="43010" creationId="{9AA56590-8705-F898-9460-78C3BA7DC4BB}"/>
          </ac:spMkLst>
        </pc:spChg>
        <pc:spChg chg="mod">
          <ac:chgData name="venkatesh k" userId="38679c20802dfd4d" providerId="LiveId" clId="{4E04E1C2-AE65-4D3F-9878-0D4EAB6AAC90}" dt="2025-12-08T02:21:40.741" v="7703" actId="113"/>
          <ac:spMkLst>
            <pc:docMk/>
            <pc:sldMk cId="3363809244" sldId="1225"/>
            <ac:spMk id="43013" creationId="{811628FA-B066-9A6E-9585-591F140761A2}"/>
          </ac:spMkLst>
        </pc:spChg>
      </pc:sldChg>
      <pc:sldChg chg="modSp mod ord">
        <pc:chgData name="venkatesh k" userId="38679c20802dfd4d" providerId="LiveId" clId="{4E04E1C2-AE65-4D3F-9878-0D4EAB6AAC90}" dt="2025-12-06T05:19:22.402" v="7559" actId="113"/>
        <pc:sldMkLst>
          <pc:docMk/>
          <pc:sldMk cId="2746850973" sldId="2127"/>
        </pc:sldMkLst>
        <pc:spChg chg="mod">
          <ac:chgData name="venkatesh k" userId="38679c20802dfd4d" providerId="LiveId" clId="{4E04E1C2-AE65-4D3F-9878-0D4EAB6AAC90}" dt="2025-12-06T05:19:22.402" v="7559" actId="113"/>
          <ac:spMkLst>
            <pc:docMk/>
            <pc:sldMk cId="2746850973" sldId="2127"/>
            <ac:spMk id="4" creationId="{95E5D18F-51F3-1860-7161-CE40C5234EDA}"/>
          </ac:spMkLst>
        </pc:spChg>
      </pc:sldChg>
      <pc:sldChg chg="addSp delSp modSp mod ord modAnim">
        <pc:chgData name="venkatesh k" userId="38679c20802dfd4d" providerId="LiveId" clId="{4E04E1C2-AE65-4D3F-9878-0D4EAB6AAC90}" dt="2025-12-08T01:39:17.320" v="7623" actId="20577"/>
        <pc:sldMkLst>
          <pc:docMk/>
          <pc:sldMk cId="207666942" sldId="2135"/>
        </pc:sldMkLst>
        <pc:spChg chg="mod">
          <ac:chgData name="venkatesh k" userId="38679c20802dfd4d" providerId="LiveId" clId="{4E04E1C2-AE65-4D3F-9878-0D4EAB6AAC90}" dt="2025-12-08T01:39:17.320" v="7623" actId="20577"/>
          <ac:spMkLst>
            <pc:docMk/>
            <pc:sldMk cId="207666942" sldId="2135"/>
            <ac:spMk id="2" creationId="{7D1B5F8A-AF0D-0BED-87A0-7293B0AA6B61}"/>
          </ac:spMkLst>
        </pc:spChg>
        <pc:spChg chg="mod">
          <ac:chgData name="venkatesh k" userId="38679c20802dfd4d" providerId="LiveId" clId="{4E04E1C2-AE65-4D3F-9878-0D4EAB6AAC90}" dt="2025-12-06T05:19:32.386" v="7561" actId="255"/>
          <ac:spMkLst>
            <pc:docMk/>
            <pc:sldMk cId="207666942" sldId="2135"/>
            <ac:spMk id="3" creationId="{E170A791-917A-B782-DE93-A5257BD70F5C}"/>
          </ac:spMkLst>
        </pc:spChg>
        <pc:spChg chg="mod">
          <ac:chgData name="venkatesh k" userId="38679c20802dfd4d" providerId="LiveId" clId="{4E04E1C2-AE65-4D3F-9878-0D4EAB6AAC90}" dt="2025-11-16T10:24:27.779" v="1386" actId="20577"/>
          <ac:spMkLst>
            <pc:docMk/>
            <pc:sldMk cId="207666942" sldId="2135"/>
            <ac:spMk id="18434" creationId="{60E4BFE9-4621-13D0-020A-16F551E4429E}"/>
          </ac:spMkLst>
        </pc:spChg>
      </pc:sldChg>
      <pc:sldChg chg="addSp modSp new mod">
        <pc:chgData name="venkatesh k" userId="38679c20802dfd4d" providerId="LiveId" clId="{4E04E1C2-AE65-4D3F-9878-0D4EAB6AAC90}" dt="2025-12-06T05:18:10.202" v="7556" actId="113"/>
        <pc:sldMkLst>
          <pc:docMk/>
          <pc:sldMk cId="3205349947" sldId="2142"/>
        </pc:sldMkLst>
        <pc:spChg chg="mod">
          <ac:chgData name="venkatesh k" userId="38679c20802dfd4d" providerId="LiveId" clId="{4E04E1C2-AE65-4D3F-9878-0D4EAB6AAC90}" dt="2025-12-06T05:18:10.202" v="7556" actId="113"/>
          <ac:spMkLst>
            <pc:docMk/>
            <pc:sldMk cId="3205349947" sldId="2142"/>
            <ac:spMk id="3" creationId="{416CBD4C-87F9-4F87-CA5A-D05D827928BD}"/>
          </ac:spMkLst>
        </pc:spChg>
        <pc:spChg chg="mod">
          <ac:chgData name="venkatesh k" userId="38679c20802dfd4d" providerId="LiveId" clId="{4E04E1C2-AE65-4D3F-9878-0D4EAB6AAC90}" dt="2025-12-03T05:06:40.125" v="5655" actId="113"/>
          <ac:spMkLst>
            <pc:docMk/>
            <pc:sldMk cId="3205349947" sldId="2142"/>
            <ac:spMk id="4" creationId="{7D1D3368-7D12-4054-BB4E-33D5D9F41D67}"/>
          </ac:spMkLst>
        </pc:spChg>
        <pc:spChg chg="add mod">
          <ac:chgData name="venkatesh k" userId="38679c20802dfd4d" providerId="LiveId" clId="{4E04E1C2-AE65-4D3F-9878-0D4EAB6AAC90}" dt="2025-11-16T17:50:59.113" v="4204"/>
          <ac:spMkLst>
            <pc:docMk/>
            <pc:sldMk cId="3205349947" sldId="2142"/>
            <ac:spMk id="5" creationId="{0124C3B9-CD6E-B15D-2CBB-34556BE48C54}"/>
          </ac:spMkLst>
        </pc:spChg>
        <pc:spChg chg="add mod">
          <ac:chgData name="venkatesh k" userId="38679c20802dfd4d" providerId="LiveId" clId="{4E04E1C2-AE65-4D3F-9878-0D4EAB6AAC90}" dt="2025-12-06T05:17:55.624" v="7554" actId="255"/>
          <ac:spMkLst>
            <pc:docMk/>
            <pc:sldMk cId="3205349947" sldId="2142"/>
            <ac:spMk id="6" creationId="{29CF2F79-8840-8A14-E8FA-3C0D47528505}"/>
          </ac:spMkLst>
        </pc:spChg>
        <pc:spChg chg="add mod">
          <ac:chgData name="venkatesh k" userId="38679c20802dfd4d" providerId="LiveId" clId="{4E04E1C2-AE65-4D3F-9878-0D4EAB6AAC90}" dt="2025-11-16T17:51:08.379" v="4205"/>
          <ac:spMkLst>
            <pc:docMk/>
            <pc:sldMk cId="3205349947" sldId="2142"/>
            <ac:spMk id="7" creationId="{193227E6-D382-F0C4-EAEE-0768C0AF1420}"/>
          </ac:spMkLst>
        </pc:spChg>
      </pc:sldChg>
      <pc:sldChg chg="addSp modSp new mod ord">
        <pc:chgData name="venkatesh k" userId="38679c20802dfd4d" providerId="LiveId" clId="{4E04E1C2-AE65-4D3F-9878-0D4EAB6AAC90}" dt="2025-12-08T02:19:07.949" v="7659" actId="20577"/>
        <pc:sldMkLst>
          <pc:docMk/>
          <pc:sldMk cId="1791988435" sldId="2144"/>
        </pc:sldMkLst>
        <pc:spChg chg="mod">
          <ac:chgData name="venkatesh k" userId="38679c20802dfd4d" providerId="LiveId" clId="{4E04E1C2-AE65-4D3F-9878-0D4EAB6AAC90}" dt="2025-11-16T10:55:52.980" v="1442" actId="20577"/>
          <ac:spMkLst>
            <pc:docMk/>
            <pc:sldMk cId="1791988435" sldId="2144"/>
            <ac:spMk id="2" creationId="{573A214D-9A35-6B4C-3E89-76B1F80C7C2B}"/>
          </ac:spMkLst>
        </pc:spChg>
        <pc:spChg chg="mod">
          <ac:chgData name="venkatesh k" userId="38679c20802dfd4d" providerId="LiveId" clId="{4E04E1C2-AE65-4D3F-9878-0D4EAB6AAC90}" dt="2025-12-08T02:19:07.949" v="7659" actId="20577"/>
          <ac:spMkLst>
            <pc:docMk/>
            <pc:sldMk cId="1791988435" sldId="2144"/>
            <ac:spMk id="3" creationId="{B6756D6C-015C-62C2-8329-17818CE535CA}"/>
          </ac:spMkLst>
        </pc:spChg>
        <pc:spChg chg="mod">
          <ac:chgData name="venkatesh k" userId="38679c20802dfd4d" providerId="LiveId" clId="{4E04E1C2-AE65-4D3F-9878-0D4EAB6AAC90}" dt="2025-12-03T05:07:04.544" v="5656" actId="113"/>
          <ac:spMkLst>
            <pc:docMk/>
            <pc:sldMk cId="1791988435" sldId="2144"/>
            <ac:spMk id="4" creationId="{A583E128-82D1-E9F9-2630-E442FF754DE6}"/>
          </ac:spMkLst>
        </pc:spChg>
        <pc:spChg chg="add mod">
          <ac:chgData name="venkatesh k" userId="38679c20802dfd4d" providerId="LiveId" clId="{4E04E1C2-AE65-4D3F-9878-0D4EAB6AAC90}" dt="2025-11-16T17:50:39.784" v="4200"/>
          <ac:spMkLst>
            <pc:docMk/>
            <pc:sldMk cId="1791988435" sldId="2144"/>
            <ac:spMk id="5" creationId="{EC208097-205C-9C68-6049-1E79C95F5FF4}"/>
          </ac:spMkLst>
        </pc:spChg>
        <pc:spChg chg="add mod">
          <ac:chgData name="venkatesh k" userId="38679c20802dfd4d" providerId="LiveId" clId="{4E04E1C2-AE65-4D3F-9878-0D4EAB6AAC90}" dt="2025-11-16T17:51:16.411" v="4208"/>
          <ac:spMkLst>
            <pc:docMk/>
            <pc:sldMk cId="1791988435" sldId="2144"/>
            <ac:spMk id="6" creationId="{8772BE0F-B727-48B4-CF76-AC8C899DB137}"/>
          </ac:spMkLst>
        </pc:spChg>
      </pc:sldChg>
      <pc:sldChg chg="addSp delSp modSp new mod ord modClrScheme chgLayout">
        <pc:chgData name="venkatesh k" userId="38679c20802dfd4d" providerId="LiveId" clId="{4E04E1C2-AE65-4D3F-9878-0D4EAB6AAC90}" dt="2025-11-16T17:51:11.039" v="4206"/>
        <pc:sldMkLst>
          <pc:docMk/>
          <pc:sldMk cId="2073598457" sldId="2145"/>
        </pc:sldMkLst>
        <pc:spChg chg="mod ord">
          <ac:chgData name="venkatesh k" userId="38679c20802dfd4d" providerId="LiveId" clId="{4E04E1C2-AE65-4D3F-9878-0D4EAB6AAC90}" dt="2025-11-16T12:41:14.382" v="2508" actId="700"/>
          <ac:spMkLst>
            <pc:docMk/>
            <pc:sldMk cId="2073598457" sldId="2145"/>
            <ac:spMk id="2" creationId="{72E8DC02-FC8D-F61C-4F1A-B33822832368}"/>
          </ac:spMkLst>
        </pc:spChg>
        <pc:spChg chg="add mod">
          <ac:chgData name="venkatesh k" userId="38679c20802dfd4d" providerId="LiveId" clId="{4E04E1C2-AE65-4D3F-9878-0D4EAB6AAC90}" dt="2025-11-16T17:50:47.876" v="4202"/>
          <ac:spMkLst>
            <pc:docMk/>
            <pc:sldMk cId="2073598457" sldId="2145"/>
            <ac:spMk id="3" creationId="{DC4AC60D-0FCA-8536-19D7-93824729C8B5}"/>
          </ac:spMkLst>
        </pc:spChg>
        <pc:spChg chg="mod ord">
          <ac:chgData name="venkatesh k" userId="38679c20802dfd4d" providerId="LiveId" clId="{4E04E1C2-AE65-4D3F-9878-0D4EAB6AAC90}" dt="2025-11-16T12:41:14.382" v="2508" actId="700"/>
          <ac:spMkLst>
            <pc:docMk/>
            <pc:sldMk cId="2073598457" sldId="2145"/>
            <ac:spMk id="4" creationId="{03A078CE-BFFA-984D-FD44-2509981C4C32}"/>
          </ac:spMkLst>
        </pc:spChg>
        <pc:spChg chg="add mod">
          <ac:chgData name="venkatesh k" userId="38679c20802dfd4d" providerId="LiveId" clId="{4E04E1C2-AE65-4D3F-9878-0D4EAB6AAC90}" dt="2025-11-16T17:51:11.039" v="4206"/>
          <ac:spMkLst>
            <pc:docMk/>
            <pc:sldMk cId="2073598457" sldId="2145"/>
            <ac:spMk id="5" creationId="{2187C092-355B-95E3-7E52-32D0CD63C08D}"/>
          </ac:spMkLst>
        </pc:spChg>
        <pc:spChg chg="add mod ord">
          <ac:chgData name="venkatesh k" userId="38679c20802dfd4d" providerId="LiveId" clId="{4E04E1C2-AE65-4D3F-9878-0D4EAB6AAC90}" dt="2025-11-16T17:50:54.751" v="4203" actId="14100"/>
          <ac:spMkLst>
            <pc:docMk/>
            <pc:sldMk cId="2073598457" sldId="2145"/>
            <ac:spMk id="10" creationId="{44E5D088-9AD6-82DD-A86B-61146C02E16D}"/>
          </ac:spMkLst>
        </pc:spChg>
      </pc:sldChg>
      <pc:sldChg chg="addSp delSp modSp new add del mod ord modClrScheme chgLayout">
        <pc:chgData name="venkatesh k" userId="38679c20802dfd4d" providerId="LiveId" clId="{4E04E1C2-AE65-4D3F-9878-0D4EAB6AAC90}" dt="2025-12-06T04:58:22.575" v="7553" actId="20577"/>
        <pc:sldMkLst>
          <pc:docMk/>
          <pc:sldMk cId="857257695" sldId="2146"/>
        </pc:sldMkLst>
        <pc:spChg chg="add mod">
          <ac:chgData name="venkatesh k" userId="38679c20802dfd4d" providerId="LiveId" clId="{4E04E1C2-AE65-4D3F-9878-0D4EAB6AAC90}" dt="2025-11-16T17:50:44.340" v="4201"/>
          <ac:spMkLst>
            <pc:docMk/>
            <pc:sldMk cId="857257695" sldId="2146"/>
            <ac:spMk id="2" creationId="{8A47B8C5-34A2-E8F9-2BB2-BE550356BCA1}"/>
          </ac:spMkLst>
        </pc:spChg>
        <pc:spChg chg="add mod ord">
          <ac:chgData name="venkatesh k" userId="38679c20802dfd4d" providerId="LiveId" clId="{4E04E1C2-AE65-4D3F-9878-0D4EAB6AAC90}" dt="2025-12-06T04:58:22.575" v="7553" actId="20577"/>
          <ac:spMkLst>
            <pc:docMk/>
            <pc:sldMk cId="857257695" sldId="2146"/>
            <ac:spMk id="3" creationId="{74862F82-19AB-8397-2B87-6713D011F21A}"/>
          </ac:spMkLst>
        </pc:spChg>
        <pc:spChg chg="add mod">
          <ac:chgData name="venkatesh k" userId="38679c20802dfd4d" providerId="LiveId" clId="{4E04E1C2-AE65-4D3F-9878-0D4EAB6AAC90}" dt="2025-11-16T17:51:13.667" v="4207"/>
          <ac:spMkLst>
            <pc:docMk/>
            <pc:sldMk cId="857257695" sldId="2146"/>
            <ac:spMk id="4" creationId="{EE9923AB-4344-5ED5-9A87-853891F089EA}"/>
          </ac:spMkLst>
        </pc:spChg>
        <pc:spChg chg="mod ord">
          <ac:chgData name="venkatesh k" userId="38679c20802dfd4d" providerId="LiveId" clId="{4E04E1C2-AE65-4D3F-9878-0D4EAB6AAC90}" dt="2025-12-06T04:48:08.391" v="7237" actId="700"/>
          <ac:spMkLst>
            <pc:docMk/>
            <pc:sldMk cId="857257695" sldId="2146"/>
            <ac:spMk id="5" creationId="{727C6F70-F9D0-49EE-53BF-4B89450C1E86}"/>
          </ac:spMkLst>
        </pc:spChg>
        <pc:spChg chg="add mod ord">
          <ac:chgData name="venkatesh k" userId="38679c20802dfd4d" providerId="LiveId" clId="{4E04E1C2-AE65-4D3F-9878-0D4EAB6AAC90}" dt="2025-12-06T04:48:08.391" v="7237" actId="700"/>
          <ac:spMkLst>
            <pc:docMk/>
            <pc:sldMk cId="857257695" sldId="2146"/>
            <ac:spMk id="6" creationId="{92B04C07-2718-AB77-C276-B20026A8B2C1}"/>
          </ac:spMkLst>
        </pc:spChg>
        <pc:picChg chg="add mod">
          <ac:chgData name="venkatesh k" userId="38679c20802dfd4d" providerId="LiveId" clId="{4E04E1C2-AE65-4D3F-9878-0D4EAB6AAC90}" dt="2025-12-06T04:57:36.740" v="7514" actId="1076"/>
          <ac:picMkLst>
            <pc:docMk/>
            <pc:sldMk cId="857257695" sldId="2146"/>
            <ac:picMk id="1026" creationId="{DC177A13-8BBC-C4CB-1194-CACAF61F0F9C}"/>
          </ac:picMkLst>
        </pc:picChg>
      </pc:sldChg>
      <pc:sldChg chg="addSp delSp modSp new mod modClrScheme chgLayout">
        <pc:chgData name="venkatesh k" userId="38679c20802dfd4d" providerId="LiveId" clId="{4E04E1C2-AE65-4D3F-9878-0D4EAB6AAC90}" dt="2025-12-05T07:56:32.209" v="7015" actId="20577"/>
        <pc:sldMkLst>
          <pc:docMk/>
          <pc:sldMk cId="2339751304" sldId="2147"/>
        </pc:sldMkLst>
        <pc:spChg chg="mod ord">
          <ac:chgData name="venkatesh k" userId="38679c20802dfd4d" providerId="LiveId" clId="{4E04E1C2-AE65-4D3F-9878-0D4EAB6AAC90}" dt="2025-12-04T04:57:55.174" v="5895" actId="255"/>
          <ac:spMkLst>
            <pc:docMk/>
            <pc:sldMk cId="2339751304" sldId="2147"/>
            <ac:spMk id="2" creationId="{FC61457C-0E06-CDE8-7FCF-119E865C3C20}"/>
          </ac:spMkLst>
        </pc:spChg>
        <pc:spChg chg="mod ord">
          <ac:chgData name="venkatesh k" userId="38679c20802dfd4d" providerId="LiveId" clId="{4E04E1C2-AE65-4D3F-9878-0D4EAB6AAC90}" dt="2025-12-05T07:56:32.209" v="7015" actId="20577"/>
          <ac:spMkLst>
            <pc:docMk/>
            <pc:sldMk cId="2339751304" sldId="2147"/>
            <ac:spMk id="3" creationId="{41113DDF-C575-A64E-246F-1EA220F7ACEA}"/>
          </ac:spMkLst>
        </pc:spChg>
        <pc:spChg chg="mod ord">
          <ac:chgData name="venkatesh k" userId="38679c20802dfd4d" providerId="LiveId" clId="{4E04E1C2-AE65-4D3F-9878-0D4EAB6AAC90}" dt="2025-12-04T04:41:43.429" v="5786" actId="700"/>
          <ac:spMkLst>
            <pc:docMk/>
            <pc:sldMk cId="2339751304" sldId="2147"/>
            <ac:spMk id="5" creationId="{8D44D137-11BF-71E2-762C-6FEF3676A6DD}"/>
          </ac:spMkLst>
        </pc:spChg>
        <pc:spChg chg="add mod">
          <ac:chgData name="venkatesh k" userId="38679c20802dfd4d" providerId="LiveId" clId="{4E04E1C2-AE65-4D3F-9878-0D4EAB6AAC90}" dt="2025-11-16T17:51:20.189" v="4209"/>
          <ac:spMkLst>
            <pc:docMk/>
            <pc:sldMk cId="2339751304" sldId="2147"/>
            <ac:spMk id="6" creationId="{DD1A9A2E-2CBC-3811-27F0-294E5208336C}"/>
          </ac:spMkLst>
        </pc:spChg>
        <pc:spChg chg="add mod">
          <ac:chgData name="venkatesh k" userId="38679c20802dfd4d" providerId="LiveId" clId="{4E04E1C2-AE65-4D3F-9878-0D4EAB6AAC90}" dt="2025-11-16T17:55:10.751" v="4252"/>
          <ac:spMkLst>
            <pc:docMk/>
            <pc:sldMk cId="2339751304" sldId="2147"/>
            <ac:spMk id="7" creationId="{26459C0E-453A-90AE-683F-60DD47960ABD}"/>
          </ac:spMkLst>
        </pc:spChg>
      </pc:sldChg>
      <pc:sldChg chg="addSp modSp new mod ord">
        <pc:chgData name="venkatesh k" userId="38679c20802dfd4d" providerId="LiveId" clId="{4E04E1C2-AE65-4D3F-9878-0D4EAB6AAC90}" dt="2025-12-08T02:22:06.477" v="7706" actId="113"/>
        <pc:sldMkLst>
          <pc:docMk/>
          <pc:sldMk cId="3441673277" sldId="2149"/>
        </pc:sldMkLst>
        <pc:spChg chg="mod">
          <ac:chgData name="venkatesh k" userId="38679c20802dfd4d" providerId="LiveId" clId="{4E04E1C2-AE65-4D3F-9878-0D4EAB6AAC90}" dt="2025-11-16T12:01:48.241" v="2416" actId="255"/>
          <ac:spMkLst>
            <pc:docMk/>
            <pc:sldMk cId="3441673277" sldId="2149"/>
            <ac:spMk id="2" creationId="{1607F2AF-92E2-1877-9116-20354D28C1AC}"/>
          </ac:spMkLst>
        </pc:spChg>
        <pc:spChg chg="mod">
          <ac:chgData name="venkatesh k" userId="38679c20802dfd4d" providerId="LiveId" clId="{4E04E1C2-AE65-4D3F-9878-0D4EAB6AAC90}" dt="2025-12-08T02:22:06.477" v="7706" actId="113"/>
          <ac:spMkLst>
            <pc:docMk/>
            <pc:sldMk cId="3441673277" sldId="2149"/>
            <ac:spMk id="3" creationId="{FCCE73A0-B8DC-61CE-BF7C-790D87079A26}"/>
          </ac:spMkLst>
        </pc:spChg>
        <pc:spChg chg="mod">
          <ac:chgData name="venkatesh k" userId="38679c20802dfd4d" providerId="LiveId" clId="{4E04E1C2-AE65-4D3F-9878-0D4EAB6AAC90}" dt="2025-12-03T05:07:34.924" v="5660" actId="113"/>
          <ac:spMkLst>
            <pc:docMk/>
            <pc:sldMk cId="3441673277" sldId="2149"/>
            <ac:spMk id="4" creationId="{24104B65-EE67-507C-132F-7B562DEA267F}"/>
          </ac:spMkLst>
        </pc:spChg>
        <pc:spChg chg="add mod">
          <ac:chgData name="venkatesh k" userId="38679c20802dfd4d" providerId="LiveId" clId="{4E04E1C2-AE65-4D3F-9878-0D4EAB6AAC90}" dt="2025-11-16T17:48:13.405" v="4173"/>
          <ac:spMkLst>
            <pc:docMk/>
            <pc:sldMk cId="3441673277" sldId="2149"/>
            <ac:spMk id="6" creationId="{CA02EED2-376D-90C8-68CC-2E53B82E53A0}"/>
          </ac:spMkLst>
        </pc:spChg>
        <pc:spChg chg="add mod">
          <ac:chgData name="venkatesh k" userId="38679c20802dfd4d" providerId="LiveId" clId="{4E04E1C2-AE65-4D3F-9878-0D4EAB6AAC90}" dt="2025-11-16T17:49:28.197" v="4188"/>
          <ac:spMkLst>
            <pc:docMk/>
            <pc:sldMk cId="3441673277" sldId="2149"/>
            <ac:spMk id="7" creationId="{D7C8AEC4-D4C1-36DD-BE52-15EC94D805C9}"/>
          </ac:spMkLst>
        </pc:spChg>
        <pc:picChg chg="add mod">
          <ac:chgData name="venkatesh k" userId="38679c20802dfd4d" providerId="LiveId" clId="{4E04E1C2-AE65-4D3F-9878-0D4EAB6AAC90}" dt="2025-11-16T17:46:56.814" v="4152"/>
          <ac:picMkLst>
            <pc:docMk/>
            <pc:sldMk cId="3441673277" sldId="2149"/>
            <ac:picMk id="5" creationId="{8567CF83-00E9-5913-34CE-E9B1F1C07DC9}"/>
          </ac:picMkLst>
        </pc:picChg>
      </pc:sldChg>
      <pc:sldChg chg="modSp mod">
        <pc:chgData name="venkatesh k" userId="38679c20802dfd4d" providerId="LiveId" clId="{4E04E1C2-AE65-4D3F-9878-0D4EAB6AAC90}" dt="2025-12-06T05:19:00.068" v="7558" actId="113"/>
        <pc:sldMkLst>
          <pc:docMk/>
          <pc:sldMk cId="3260178904" sldId="2180"/>
        </pc:sldMkLst>
        <pc:spChg chg="mod">
          <ac:chgData name="venkatesh k" userId="38679c20802dfd4d" providerId="LiveId" clId="{4E04E1C2-AE65-4D3F-9878-0D4EAB6AAC90}" dt="2025-12-06T05:19:00.068" v="7558" actId="113"/>
          <ac:spMkLst>
            <pc:docMk/>
            <pc:sldMk cId="3260178904" sldId="2180"/>
            <ac:spMk id="4" creationId="{266EC869-F1C8-966A-ED85-BA5EE9EC574A}"/>
          </ac:spMkLst>
        </pc:spChg>
      </pc:sldChg>
      <pc:sldChg chg="modSp mod">
        <pc:chgData name="venkatesh k" userId="38679c20802dfd4d" providerId="LiveId" clId="{4E04E1C2-AE65-4D3F-9878-0D4EAB6AAC90}" dt="2025-12-08T02:19:29.162" v="7665" actId="27636"/>
        <pc:sldMkLst>
          <pc:docMk/>
          <pc:sldMk cId="567230878" sldId="2185"/>
        </pc:sldMkLst>
        <pc:spChg chg="mod">
          <ac:chgData name="venkatesh k" userId="38679c20802dfd4d" providerId="LiveId" clId="{4E04E1C2-AE65-4D3F-9878-0D4EAB6AAC90}" dt="2025-12-04T05:36:44.851" v="6033" actId="255"/>
          <ac:spMkLst>
            <pc:docMk/>
            <pc:sldMk cId="567230878" sldId="2185"/>
            <ac:spMk id="2" creationId="{0246F29D-0683-303C-2A45-7F7A68E01E6C}"/>
          </ac:spMkLst>
        </pc:spChg>
        <pc:spChg chg="mod">
          <ac:chgData name="venkatesh k" userId="38679c20802dfd4d" providerId="LiveId" clId="{4E04E1C2-AE65-4D3F-9878-0D4EAB6AAC90}" dt="2025-12-08T02:19:29.162" v="7665" actId="27636"/>
          <ac:spMkLst>
            <pc:docMk/>
            <pc:sldMk cId="567230878" sldId="2185"/>
            <ac:spMk id="3" creationId="{6A156379-17B9-26BE-5545-61FA93148455}"/>
          </ac:spMkLst>
        </pc:spChg>
        <pc:spChg chg="mod">
          <ac:chgData name="venkatesh k" userId="38679c20802dfd4d" providerId="LiveId" clId="{4E04E1C2-AE65-4D3F-9878-0D4EAB6AAC90}" dt="2025-12-03T05:07:45.710" v="5661" actId="113"/>
          <ac:spMkLst>
            <pc:docMk/>
            <pc:sldMk cId="567230878" sldId="2185"/>
            <ac:spMk id="4" creationId="{F1F7286B-0170-56A6-85AC-1349A02F1D38}"/>
          </ac:spMkLst>
        </pc:spChg>
      </pc:sldChg>
      <pc:sldChg chg="modSp mod">
        <pc:chgData name="venkatesh k" userId="38679c20802dfd4d" providerId="LiveId" clId="{4E04E1C2-AE65-4D3F-9878-0D4EAB6AAC90}" dt="2025-12-06T05:18:52.835" v="7557" actId="113"/>
        <pc:sldMkLst>
          <pc:docMk/>
          <pc:sldMk cId="3358963508" sldId="2187"/>
        </pc:sldMkLst>
        <pc:spChg chg="mod">
          <ac:chgData name="venkatesh k" userId="38679c20802dfd4d" providerId="LiveId" clId="{4E04E1C2-AE65-4D3F-9878-0D4EAB6AAC90}" dt="2025-12-06T05:18:52.835" v="7557" actId="113"/>
          <ac:spMkLst>
            <pc:docMk/>
            <pc:sldMk cId="3358963508" sldId="2187"/>
            <ac:spMk id="4" creationId="{3B36DF2D-7061-2150-AC0A-090E20E2BB67}"/>
          </ac:spMkLst>
        </pc:spChg>
      </pc:sldChg>
      <pc:sldChg chg="modSp mod">
        <pc:chgData name="venkatesh k" userId="38679c20802dfd4d" providerId="LiveId" clId="{4E04E1C2-AE65-4D3F-9878-0D4EAB6AAC90}" dt="2025-12-08T01:40:02.760" v="7632" actId="20577"/>
        <pc:sldMkLst>
          <pc:docMk/>
          <pc:sldMk cId="1112796522" sldId="2188"/>
        </pc:sldMkLst>
        <pc:spChg chg="mod">
          <ac:chgData name="venkatesh k" userId="38679c20802dfd4d" providerId="LiveId" clId="{4E04E1C2-AE65-4D3F-9878-0D4EAB6AAC90}" dt="2025-12-08T01:40:02.760" v="7632" actId="20577"/>
          <ac:spMkLst>
            <pc:docMk/>
            <pc:sldMk cId="1112796522" sldId="2188"/>
            <ac:spMk id="3" creationId="{9F311714-3D0C-2104-C7B4-8D2010CCB91B}"/>
          </ac:spMkLst>
        </pc:spChg>
        <pc:spChg chg="mod">
          <ac:chgData name="venkatesh k" userId="38679c20802dfd4d" providerId="LiveId" clId="{4E04E1C2-AE65-4D3F-9878-0D4EAB6AAC90}" dt="2025-12-03T05:09:43.774" v="5669" actId="113"/>
          <ac:spMkLst>
            <pc:docMk/>
            <pc:sldMk cId="1112796522" sldId="2188"/>
            <ac:spMk id="4" creationId="{FD97C6EB-7C58-03D1-9433-95693F38FFD3}"/>
          </ac:spMkLst>
        </pc:spChg>
      </pc:sldChg>
      <pc:sldChg chg="modSp mod">
        <pc:chgData name="venkatesh k" userId="38679c20802dfd4d" providerId="LiveId" clId="{4E04E1C2-AE65-4D3F-9878-0D4EAB6AAC90}" dt="2025-12-05T04:49:54.318" v="6427" actId="20577"/>
        <pc:sldMkLst>
          <pc:docMk/>
          <pc:sldMk cId="523888824" sldId="2189"/>
        </pc:sldMkLst>
        <pc:spChg chg="mod">
          <ac:chgData name="venkatesh k" userId="38679c20802dfd4d" providerId="LiveId" clId="{4E04E1C2-AE65-4D3F-9878-0D4EAB6AAC90}" dt="2025-12-05T04:49:54.318" v="6427" actId="20577"/>
          <ac:spMkLst>
            <pc:docMk/>
            <pc:sldMk cId="523888824" sldId="2189"/>
            <ac:spMk id="3" creationId="{6B4855B9-C9D4-C7E1-7457-79FCE5549910}"/>
          </ac:spMkLst>
        </pc:spChg>
        <pc:spChg chg="mod">
          <ac:chgData name="venkatesh k" userId="38679c20802dfd4d" providerId="LiveId" clId="{4E04E1C2-AE65-4D3F-9878-0D4EAB6AAC90}" dt="2025-12-03T05:09:53.242" v="5670" actId="113"/>
          <ac:spMkLst>
            <pc:docMk/>
            <pc:sldMk cId="523888824" sldId="2189"/>
            <ac:spMk id="4" creationId="{C34EC1EB-607C-F043-760B-A67F2AACE45D}"/>
          </ac:spMkLst>
        </pc:spChg>
      </pc:sldChg>
      <pc:sldChg chg="modSp mod ord">
        <pc:chgData name="venkatesh k" userId="38679c20802dfd4d" providerId="LiveId" clId="{4E04E1C2-AE65-4D3F-9878-0D4EAB6AAC90}" dt="2025-12-05T04:53:02.770" v="6475" actId="20577"/>
        <pc:sldMkLst>
          <pc:docMk/>
          <pc:sldMk cId="4132063022" sldId="2190"/>
        </pc:sldMkLst>
        <pc:spChg chg="mod">
          <ac:chgData name="venkatesh k" userId="38679c20802dfd4d" providerId="LiveId" clId="{4E04E1C2-AE65-4D3F-9878-0D4EAB6AAC90}" dt="2025-12-05T04:53:02.770" v="6475" actId="20577"/>
          <ac:spMkLst>
            <pc:docMk/>
            <pc:sldMk cId="4132063022" sldId="2190"/>
            <ac:spMk id="3" creationId="{B5C45900-716A-57D5-75FF-255B8776FA25}"/>
          </ac:spMkLst>
        </pc:spChg>
        <pc:spChg chg="mod">
          <ac:chgData name="venkatesh k" userId="38679c20802dfd4d" providerId="LiveId" clId="{4E04E1C2-AE65-4D3F-9878-0D4EAB6AAC90}" dt="2025-12-03T05:10:01.556" v="5671" actId="113"/>
          <ac:spMkLst>
            <pc:docMk/>
            <pc:sldMk cId="4132063022" sldId="2190"/>
            <ac:spMk id="4" creationId="{98CA9568-1DE8-B54C-5263-2678DCC795BE}"/>
          </ac:spMkLst>
        </pc:spChg>
      </pc:sldChg>
      <pc:sldChg chg="modSp mod">
        <pc:chgData name="venkatesh k" userId="38679c20802dfd4d" providerId="LiveId" clId="{4E04E1C2-AE65-4D3F-9878-0D4EAB6AAC90}" dt="2025-12-06T05:20:16.462" v="7566" actId="113"/>
        <pc:sldMkLst>
          <pc:docMk/>
          <pc:sldMk cId="2741929382" sldId="2192"/>
        </pc:sldMkLst>
        <pc:spChg chg="mod">
          <ac:chgData name="venkatesh k" userId="38679c20802dfd4d" providerId="LiveId" clId="{4E04E1C2-AE65-4D3F-9878-0D4EAB6AAC90}" dt="2025-12-05T06:51:09.374" v="6801" actId="255"/>
          <ac:spMkLst>
            <pc:docMk/>
            <pc:sldMk cId="2741929382" sldId="2192"/>
            <ac:spMk id="3" creationId="{48516F65-7E1B-711C-1129-B947078DD605}"/>
          </ac:spMkLst>
        </pc:spChg>
        <pc:spChg chg="mod">
          <ac:chgData name="venkatesh k" userId="38679c20802dfd4d" providerId="LiveId" clId="{4E04E1C2-AE65-4D3F-9878-0D4EAB6AAC90}" dt="2025-12-06T05:20:16.462" v="7566" actId="113"/>
          <ac:spMkLst>
            <pc:docMk/>
            <pc:sldMk cId="2741929382" sldId="2192"/>
            <ac:spMk id="4" creationId="{45EC27C4-3E1D-06BB-36A2-C5CF096EAEF5}"/>
          </ac:spMkLst>
        </pc:spChg>
      </pc:sldChg>
      <pc:sldChg chg="modSp mod">
        <pc:chgData name="venkatesh k" userId="38679c20802dfd4d" providerId="LiveId" clId="{4E04E1C2-AE65-4D3F-9878-0D4EAB6AAC90}" dt="2025-12-03T05:09:37.880" v="5668" actId="113"/>
        <pc:sldMkLst>
          <pc:docMk/>
          <pc:sldMk cId="1471168169" sldId="2201"/>
        </pc:sldMkLst>
        <pc:spChg chg="mod">
          <ac:chgData name="venkatesh k" userId="38679c20802dfd4d" providerId="LiveId" clId="{4E04E1C2-AE65-4D3F-9878-0D4EAB6AAC90}" dt="2025-12-03T05:09:37.880" v="5668" actId="113"/>
          <ac:spMkLst>
            <pc:docMk/>
            <pc:sldMk cId="1471168169" sldId="2201"/>
            <ac:spMk id="5" creationId="{6671DF69-6911-7F04-6F26-661E4EFE6F84}"/>
          </ac:spMkLst>
        </pc:spChg>
      </pc:sldChg>
      <pc:sldChg chg="modSp mod">
        <pc:chgData name="venkatesh k" userId="38679c20802dfd4d" providerId="LiveId" clId="{4E04E1C2-AE65-4D3F-9878-0D4EAB6AAC90}" dt="2025-12-03T05:09:32.986" v="5667" actId="113"/>
        <pc:sldMkLst>
          <pc:docMk/>
          <pc:sldMk cId="38110957" sldId="2202"/>
        </pc:sldMkLst>
        <pc:spChg chg="mod">
          <ac:chgData name="venkatesh k" userId="38679c20802dfd4d" providerId="LiveId" clId="{4E04E1C2-AE65-4D3F-9878-0D4EAB6AAC90}" dt="2025-12-03T05:09:32.986" v="5667" actId="113"/>
          <ac:spMkLst>
            <pc:docMk/>
            <pc:sldMk cId="38110957" sldId="2202"/>
            <ac:spMk id="5" creationId="{57863A25-1ECC-2AB1-A715-B2B0EFE7E833}"/>
          </ac:spMkLst>
        </pc:spChg>
      </pc:sldChg>
      <pc:sldChg chg="delSp modSp mod ord modClrScheme chgLayout">
        <pc:chgData name="venkatesh k" userId="38679c20802dfd4d" providerId="LiveId" clId="{4E04E1C2-AE65-4D3F-9878-0D4EAB6AAC90}" dt="2025-12-08T02:21:49.885" v="7704" actId="113"/>
        <pc:sldMkLst>
          <pc:docMk/>
          <pc:sldMk cId="2850017910" sldId="2203"/>
        </pc:sldMkLst>
        <pc:spChg chg="mod ord">
          <ac:chgData name="venkatesh k" userId="38679c20802dfd4d" providerId="LiveId" clId="{4E04E1C2-AE65-4D3F-9878-0D4EAB6AAC90}" dt="2025-12-05T04:19:18.737" v="6164" actId="700"/>
          <ac:spMkLst>
            <pc:docMk/>
            <pc:sldMk cId="2850017910" sldId="2203"/>
            <ac:spMk id="5" creationId="{E1AB6FE0-778C-E1BA-9CFE-8E074ECA8032}"/>
          </ac:spMkLst>
        </pc:spChg>
        <pc:spChg chg="mod ord">
          <ac:chgData name="venkatesh k" userId="38679c20802dfd4d" providerId="LiveId" clId="{4E04E1C2-AE65-4D3F-9878-0D4EAB6AAC90}" dt="2025-12-08T02:21:49.885" v="7704" actId="113"/>
          <ac:spMkLst>
            <pc:docMk/>
            <pc:sldMk cId="2850017910" sldId="2203"/>
            <ac:spMk id="9" creationId="{C5AA48AB-0761-9BB9-BAF8-2AEAEB74D843}"/>
          </ac:spMkLst>
        </pc:spChg>
        <pc:spChg chg="mod ord">
          <ac:chgData name="venkatesh k" userId="38679c20802dfd4d" providerId="LiveId" clId="{4E04E1C2-AE65-4D3F-9878-0D4EAB6AAC90}" dt="2025-12-05T04:19:18.737" v="6164" actId="700"/>
          <ac:spMkLst>
            <pc:docMk/>
            <pc:sldMk cId="2850017910" sldId="2203"/>
            <ac:spMk id="10" creationId="{0E3F50C6-61FC-E629-AF75-4A206F6A30CF}"/>
          </ac:spMkLst>
        </pc:spChg>
      </pc:sldChg>
      <pc:sldChg chg="modSp mod">
        <pc:chgData name="venkatesh k" userId="38679c20802dfd4d" providerId="LiveId" clId="{4E04E1C2-AE65-4D3F-9878-0D4EAB6AAC90}" dt="2025-12-03T05:09:28.847" v="5666" actId="113"/>
        <pc:sldMkLst>
          <pc:docMk/>
          <pc:sldMk cId="3490204658" sldId="2220"/>
        </pc:sldMkLst>
        <pc:spChg chg="mod">
          <ac:chgData name="venkatesh k" userId="38679c20802dfd4d" providerId="LiveId" clId="{4E04E1C2-AE65-4D3F-9878-0D4EAB6AAC90}" dt="2025-12-03T05:09:28.847" v="5666" actId="113"/>
          <ac:spMkLst>
            <pc:docMk/>
            <pc:sldMk cId="3490204658" sldId="2220"/>
            <ac:spMk id="5" creationId="{3FC09E83-F794-8157-1991-09D2E3F99006}"/>
          </ac:spMkLst>
        </pc:spChg>
      </pc:sldChg>
      <pc:sldChg chg="addSp delSp modSp new mod modClrScheme chgLayout">
        <pc:chgData name="venkatesh k" userId="38679c20802dfd4d" providerId="LiveId" clId="{4E04E1C2-AE65-4D3F-9878-0D4EAB6AAC90}" dt="2025-12-06T15:48:29.699" v="7591" actId="20577"/>
        <pc:sldMkLst>
          <pc:docMk/>
          <pc:sldMk cId="1341046630" sldId="2231"/>
        </pc:sldMkLst>
        <pc:spChg chg="mod ord">
          <ac:chgData name="venkatesh k" userId="38679c20802dfd4d" providerId="LiveId" clId="{4E04E1C2-AE65-4D3F-9878-0D4EAB6AAC90}" dt="2025-12-05T04:25:58.529" v="6230" actId="700"/>
          <ac:spMkLst>
            <pc:docMk/>
            <pc:sldMk cId="1341046630" sldId="2231"/>
            <ac:spMk id="2" creationId="{41AD166C-A22B-9CA8-0E75-29713033AAC8}"/>
          </ac:spMkLst>
        </pc:spChg>
        <pc:spChg chg="mod ord">
          <ac:chgData name="venkatesh k" userId="38679c20802dfd4d" providerId="LiveId" clId="{4E04E1C2-AE65-4D3F-9878-0D4EAB6AAC90}" dt="2025-12-06T15:48:29.699" v="7591" actId="20577"/>
          <ac:spMkLst>
            <pc:docMk/>
            <pc:sldMk cId="1341046630" sldId="2231"/>
            <ac:spMk id="3" creationId="{D59AF0E1-6C9F-0604-F19C-D4D836D471AC}"/>
          </ac:spMkLst>
        </pc:spChg>
        <pc:spChg chg="mod ord">
          <ac:chgData name="venkatesh k" userId="38679c20802dfd4d" providerId="LiveId" clId="{4E04E1C2-AE65-4D3F-9878-0D4EAB6AAC90}" dt="2025-12-05T04:34:41.053" v="6288" actId="113"/>
          <ac:spMkLst>
            <pc:docMk/>
            <pc:sldMk cId="1341046630" sldId="2231"/>
            <ac:spMk id="4" creationId="{7F0D9413-3D54-DE7D-7BEA-3C01C1CC6E6D}"/>
          </ac:spMkLst>
        </pc:spChg>
        <pc:spChg chg="add mod">
          <ac:chgData name="venkatesh k" userId="38679c20802dfd4d" providerId="LiveId" clId="{4E04E1C2-AE65-4D3F-9878-0D4EAB6AAC90}" dt="2025-12-05T04:40:56.744" v="6369"/>
          <ac:spMkLst>
            <pc:docMk/>
            <pc:sldMk cId="1341046630" sldId="2231"/>
            <ac:spMk id="5" creationId="{369DE888-E46F-A927-6FE0-5F17E7053664}"/>
          </ac:spMkLst>
        </pc:spChg>
        <pc:spChg chg="add mod">
          <ac:chgData name="venkatesh k" userId="38679c20802dfd4d" providerId="LiveId" clId="{4E04E1C2-AE65-4D3F-9878-0D4EAB6AAC90}" dt="2025-12-05T04:41:13.462" v="6373"/>
          <ac:spMkLst>
            <pc:docMk/>
            <pc:sldMk cId="1341046630" sldId="2231"/>
            <ac:spMk id="6" creationId="{79C7CB54-A0DD-5736-91FA-0062B4735BF0}"/>
          </ac:spMkLst>
        </pc:spChg>
      </pc:sldChg>
      <pc:sldChg chg="addSp delSp modSp mod modClrScheme chgLayout">
        <pc:chgData name="venkatesh k" userId="38679c20802dfd4d" providerId="LiveId" clId="{4E04E1C2-AE65-4D3F-9878-0D4EAB6AAC90}" dt="2025-12-06T05:20:00.336" v="7564" actId="113"/>
        <pc:sldMkLst>
          <pc:docMk/>
          <pc:sldMk cId="205702105" sldId="2232"/>
        </pc:sldMkLst>
        <pc:spChg chg="add mod">
          <ac:chgData name="venkatesh k" userId="38679c20802dfd4d" providerId="LiveId" clId="{4E04E1C2-AE65-4D3F-9878-0D4EAB6AAC90}" dt="2025-12-05T04:40:50.794" v="6366"/>
          <ac:spMkLst>
            <pc:docMk/>
            <pc:sldMk cId="205702105" sldId="2232"/>
            <ac:spMk id="2" creationId="{D7E289B2-D2DE-93B5-008D-6BB03AD2E134}"/>
          </ac:spMkLst>
        </pc:spChg>
        <pc:spChg chg="add mod">
          <ac:chgData name="venkatesh k" userId="38679c20802dfd4d" providerId="LiveId" clId="{4E04E1C2-AE65-4D3F-9878-0D4EAB6AAC90}" dt="2025-12-05T04:41:04.041" v="6370"/>
          <ac:spMkLst>
            <pc:docMk/>
            <pc:sldMk cId="205702105" sldId="2232"/>
            <ac:spMk id="3" creationId="{E3A4CDCF-27BE-BA3E-6A38-1CBA6B299767}"/>
          </ac:spMkLst>
        </pc:spChg>
        <pc:spChg chg="mod ord">
          <ac:chgData name="venkatesh k" userId="38679c20802dfd4d" providerId="LiveId" clId="{4E04E1C2-AE65-4D3F-9878-0D4EAB6AAC90}" dt="2025-12-06T05:20:00.336" v="7564" actId="113"/>
          <ac:spMkLst>
            <pc:docMk/>
            <pc:sldMk cId="205702105" sldId="2232"/>
            <ac:spMk id="4" creationId="{775BA105-57C0-1374-4579-3237890EE5B7}"/>
          </ac:spMkLst>
        </pc:spChg>
        <pc:spChg chg="mod ord">
          <ac:chgData name="venkatesh k" userId="38679c20802dfd4d" providerId="LiveId" clId="{4E04E1C2-AE65-4D3F-9878-0D4EAB6AAC90}" dt="2025-12-05T04:23:39.444" v="6202" actId="700"/>
          <ac:spMkLst>
            <pc:docMk/>
            <pc:sldMk cId="205702105" sldId="2232"/>
            <ac:spMk id="5" creationId="{AEBCEFD7-BA51-6637-F2D4-5716A562C9FF}"/>
          </ac:spMkLst>
        </pc:spChg>
        <pc:spChg chg="mod ord">
          <ac:chgData name="venkatesh k" userId="38679c20802dfd4d" providerId="LiveId" clId="{4E04E1C2-AE65-4D3F-9878-0D4EAB6AAC90}" dt="2025-12-05T08:02:33.954" v="7067" actId="20577"/>
          <ac:spMkLst>
            <pc:docMk/>
            <pc:sldMk cId="205702105" sldId="2232"/>
            <ac:spMk id="6" creationId="{9C996F50-611B-8BC8-C704-406207F14F2F}"/>
          </ac:spMkLst>
        </pc:spChg>
      </pc:sldChg>
      <pc:sldChg chg="addSp delSp modSp mod modClrScheme chgLayout">
        <pc:chgData name="venkatesh k" userId="38679c20802dfd4d" providerId="LiveId" clId="{4E04E1C2-AE65-4D3F-9878-0D4EAB6AAC90}" dt="2025-12-06T05:20:05.230" v="7565" actId="113"/>
        <pc:sldMkLst>
          <pc:docMk/>
          <pc:sldMk cId="1793743939" sldId="2233"/>
        </pc:sldMkLst>
        <pc:spChg chg="add mod">
          <ac:chgData name="venkatesh k" userId="38679c20802dfd4d" providerId="LiveId" clId="{4E04E1C2-AE65-4D3F-9878-0D4EAB6AAC90}" dt="2025-12-05T04:40:52.848" v="6367"/>
          <ac:spMkLst>
            <pc:docMk/>
            <pc:sldMk cId="1793743939" sldId="2233"/>
            <ac:spMk id="2" creationId="{6C95CEB9-FAAE-E14D-DBC7-067F89BE4F05}"/>
          </ac:spMkLst>
        </pc:spChg>
        <pc:spChg chg="add mod">
          <ac:chgData name="venkatesh k" userId="38679c20802dfd4d" providerId="LiveId" clId="{4E04E1C2-AE65-4D3F-9878-0D4EAB6AAC90}" dt="2025-12-05T04:41:08.029" v="6371"/>
          <ac:spMkLst>
            <pc:docMk/>
            <pc:sldMk cId="1793743939" sldId="2233"/>
            <ac:spMk id="3" creationId="{32044501-0A88-E07F-69CA-76D2002AE5CE}"/>
          </ac:spMkLst>
        </pc:spChg>
        <pc:spChg chg="mod ord">
          <ac:chgData name="venkatesh k" userId="38679c20802dfd4d" providerId="LiveId" clId="{4E04E1C2-AE65-4D3F-9878-0D4EAB6AAC90}" dt="2025-12-06T05:20:05.230" v="7565" actId="113"/>
          <ac:spMkLst>
            <pc:docMk/>
            <pc:sldMk cId="1793743939" sldId="2233"/>
            <ac:spMk id="4" creationId="{CC1DDA27-8F2F-48AB-5150-55AD0B48B152}"/>
          </ac:spMkLst>
        </pc:spChg>
        <pc:spChg chg="mod ord">
          <ac:chgData name="venkatesh k" userId="38679c20802dfd4d" providerId="LiveId" clId="{4E04E1C2-AE65-4D3F-9878-0D4EAB6AAC90}" dt="2025-12-05T04:22:57.866" v="6196" actId="700"/>
          <ac:spMkLst>
            <pc:docMk/>
            <pc:sldMk cId="1793743939" sldId="2233"/>
            <ac:spMk id="5" creationId="{0CA84BF0-A271-91EA-37D1-4CE8903810FC}"/>
          </ac:spMkLst>
        </pc:spChg>
        <pc:spChg chg="mod ord">
          <ac:chgData name="venkatesh k" userId="38679c20802dfd4d" providerId="LiveId" clId="{4E04E1C2-AE65-4D3F-9878-0D4EAB6AAC90}" dt="2025-12-05T08:03:10.363" v="7078" actId="20577"/>
          <ac:spMkLst>
            <pc:docMk/>
            <pc:sldMk cId="1793743939" sldId="2233"/>
            <ac:spMk id="6" creationId="{00966F17-E965-6A3E-E5C4-979DD3DCEB58}"/>
          </ac:spMkLst>
        </pc:spChg>
      </pc:sldChg>
      <pc:sldChg chg="addSp delSp modSp mod modClrScheme chgLayout">
        <pc:chgData name="venkatesh k" userId="38679c20802dfd4d" providerId="LiveId" clId="{4E04E1C2-AE65-4D3F-9878-0D4EAB6AAC90}" dt="2025-12-06T15:47:57.233" v="7587" actId="20577"/>
        <pc:sldMkLst>
          <pc:docMk/>
          <pc:sldMk cId="1129253778" sldId="2235"/>
        </pc:sldMkLst>
        <pc:spChg chg="add mod">
          <ac:chgData name="venkatesh k" userId="38679c20802dfd4d" providerId="LiveId" clId="{4E04E1C2-AE65-4D3F-9878-0D4EAB6AAC90}" dt="2025-12-05T04:40:54.699" v="6368"/>
          <ac:spMkLst>
            <pc:docMk/>
            <pc:sldMk cId="1129253778" sldId="2235"/>
            <ac:spMk id="2" creationId="{1EFD57E8-362E-E098-1532-AE04F7B8BC03}"/>
          </ac:spMkLst>
        </pc:spChg>
        <pc:spChg chg="add mod">
          <ac:chgData name="venkatesh k" userId="38679c20802dfd4d" providerId="LiveId" clId="{4E04E1C2-AE65-4D3F-9878-0D4EAB6AAC90}" dt="2025-12-05T04:41:10.261" v="6372"/>
          <ac:spMkLst>
            <pc:docMk/>
            <pc:sldMk cId="1129253778" sldId="2235"/>
            <ac:spMk id="3" creationId="{9B4C59E2-73F1-54CA-43A9-5FE2A2ACAB45}"/>
          </ac:spMkLst>
        </pc:spChg>
        <pc:spChg chg="mod ord">
          <ac:chgData name="venkatesh k" userId="38679c20802dfd4d" providerId="LiveId" clId="{4E04E1C2-AE65-4D3F-9878-0D4EAB6AAC90}" dt="2025-12-05T04:34:35.398" v="6287" actId="113"/>
          <ac:spMkLst>
            <pc:docMk/>
            <pc:sldMk cId="1129253778" sldId="2235"/>
            <ac:spMk id="4" creationId="{FD9E453E-DCA6-B3E3-FB24-4E4E1A1BE345}"/>
          </ac:spMkLst>
        </pc:spChg>
        <pc:spChg chg="mod ord">
          <ac:chgData name="venkatesh k" userId="38679c20802dfd4d" providerId="LiveId" clId="{4E04E1C2-AE65-4D3F-9878-0D4EAB6AAC90}" dt="2025-12-05T04:27:56.253" v="6243" actId="700"/>
          <ac:spMkLst>
            <pc:docMk/>
            <pc:sldMk cId="1129253778" sldId="2235"/>
            <ac:spMk id="5" creationId="{7D261B0F-6794-AFC0-DBD8-3385ACFB832F}"/>
          </ac:spMkLst>
        </pc:spChg>
        <pc:spChg chg="mod ord">
          <ac:chgData name="venkatesh k" userId="38679c20802dfd4d" providerId="LiveId" clId="{4E04E1C2-AE65-4D3F-9878-0D4EAB6AAC90}" dt="2025-12-06T15:47:57.233" v="7587" actId="20577"/>
          <ac:spMkLst>
            <pc:docMk/>
            <pc:sldMk cId="1129253778" sldId="2235"/>
            <ac:spMk id="6" creationId="{8363B711-4EE8-C57B-FA45-A8B3EFF2E5C2}"/>
          </ac:spMkLst>
        </pc:spChg>
      </pc:sldChg>
      <pc:sldChg chg="addSp delSp modSp mod modClrScheme chgLayout">
        <pc:chgData name="venkatesh k" userId="38679c20802dfd4d" providerId="LiveId" clId="{4E04E1C2-AE65-4D3F-9878-0D4EAB6AAC90}" dt="2025-12-05T08:02:18.104" v="7064" actId="20577"/>
        <pc:sldMkLst>
          <pc:docMk/>
          <pc:sldMk cId="3710491352" sldId="2237"/>
        </pc:sldMkLst>
        <pc:spChg chg="add mod">
          <ac:chgData name="venkatesh k" userId="38679c20802dfd4d" providerId="LiveId" clId="{4E04E1C2-AE65-4D3F-9878-0D4EAB6AAC90}" dt="2025-12-05T04:40:48.392" v="6365"/>
          <ac:spMkLst>
            <pc:docMk/>
            <pc:sldMk cId="3710491352" sldId="2237"/>
            <ac:spMk id="3" creationId="{4C17186E-BF75-C67A-FD10-036D1CFD9097}"/>
          </ac:spMkLst>
        </pc:spChg>
        <pc:spChg chg="mod ord">
          <ac:chgData name="venkatesh k" userId="38679c20802dfd4d" providerId="LiveId" clId="{4E04E1C2-AE65-4D3F-9878-0D4EAB6AAC90}" dt="2025-12-05T04:25:34.804" v="6220" actId="700"/>
          <ac:spMkLst>
            <pc:docMk/>
            <pc:sldMk cId="3710491352" sldId="2237"/>
            <ac:spMk id="4" creationId="{381DF852-E73F-FE5E-A665-99B6D2D10042}"/>
          </ac:spMkLst>
        </pc:spChg>
        <pc:spChg chg="add mod">
          <ac:chgData name="venkatesh k" userId="38679c20802dfd4d" providerId="LiveId" clId="{4E04E1C2-AE65-4D3F-9878-0D4EAB6AAC90}" dt="2025-12-05T04:42:08.639" v="6378"/>
          <ac:spMkLst>
            <pc:docMk/>
            <pc:sldMk cId="3710491352" sldId="2237"/>
            <ac:spMk id="5" creationId="{A9E745E6-F0CC-A031-05EE-3F507D15557B}"/>
          </ac:spMkLst>
        </pc:spChg>
        <pc:spChg chg="mod">
          <ac:chgData name="venkatesh k" userId="38679c20802dfd4d" providerId="LiveId" clId="{4E04E1C2-AE65-4D3F-9878-0D4EAB6AAC90}" dt="2025-12-05T08:02:18.104" v="7064" actId="20577"/>
          <ac:spMkLst>
            <pc:docMk/>
            <pc:sldMk cId="3710491352" sldId="2237"/>
            <ac:spMk id="6" creationId="{D23BCC75-ACF4-AA6F-2BA2-A3EBD23C0885}"/>
          </ac:spMkLst>
        </pc:spChg>
        <pc:spChg chg="mod ord">
          <ac:chgData name="venkatesh k" userId="38679c20802dfd4d" providerId="LiveId" clId="{4E04E1C2-AE65-4D3F-9878-0D4EAB6AAC90}" dt="2025-12-05T04:25:34.804" v="6220" actId="700"/>
          <ac:spMkLst>
            <pc:docMk/>
            <pc:sldMk cId="3710491352" sldId="2237"/>
            <ac:spMk id="7" creationId="{6247E716-89B0-5FCA-087A-889F1C21F123}"/>
          </ac:spMkLst>
        </pc:spChg>
      </pc:sldChg>
      <pc:sldChg chg="modSp mod">
        <pc:chgData name="venkatesh k" userId="38679c20802dfd4d" providerId="LiveId" clId="{4E04E1C2-AE65-4D3F-9878-0D4EAB6AAC90}" dt="2025-12-06T05:20:22.072" v="7567" actId="113"/>
        <pc:sldMkLst>
          <pc:docMk/>
          <pc:sldMk cId="272410610" sldId="2238"/>
        </pc:sldMkLst>
        <pc:spChg chg="mod">
          <ac:chgData name="venkatesh k" userId="38679c20802dfd4d" providerId="LiveId" clId="{4E04E1C2-AE65-4D3F-9878-0D4EAB6AAC90}" dt="2025-12-05T06:51:38.176" v="6808" actId="20577"/>
          <ac:spMkLst>
            <pc:docMk/>
            <pc:sldMk cId="272410610" sldId="2238"/>
            <ac:spMk id="3" creationId="{F2F14C9C-1A78-CDF5-75F5-72F492BAC012}"/>
          </ac:spMkLst>
        </pc:spChg>
        <pc:spChg chg="mod">
          <ac:chgData name="venkatesh k" userId="38679c20802dfd4d" providerId="LiveId" clId="{4E04E1C2-AE65-4D3F-9878-0D4EAB6AAC90}" dt="2025-12-06T05:20:22.072" v="7567" actId="113"/>
          <ac:spMkLst>
            <pc:docMk/>
            <pc:sldMk cId="272410610" sldId="2238"/>
            <ac:spMk id="4" creationId="{699EEAE9-4CC5-1F21-D751-3AA7D7EB6B91}"/>
          </ac:spMkLst>
        </pc:spChg>
      </pc:sldChg>
      <pc:sldChg chg="delSp modSp mod modClrScheme chgLayout">
        <pc:chgData name="venkatesh k" userId="38679c20802dfd4d" providerId="LiveId" clId="{4E04E1C2-AE65-4D3F-9878-0D4EAB6AAC90}" dt="2025-12-08T02:20:53.763" v="7699" actId="27636"/>
        <pc:sldMkLst>
          <pc:docMk/>
          <pc:sldMk cId="49744796" sldId="2239"/>
        </pc:sldMkLst>
        <pc:spChg chg="mod ord">
          <ac:chgData name="venkatesh k" userId="38679c20802dfd4d" providerId="LiveId" clId="{4E04E1C2-AE65-4D3F-9878-0D4EAB6AAC90}" dt="2025-12-06T05:20:31.710" v="7569" actId="113"/>
          <ac:spMkLst>
            <pc:docMk/>
            <pc:sldMk cId="49744796" sldId="2239"/>
            <ac:spMk id="4" creationId="{A9C546AD-2952-7E0B-5989-10DF11FFD4C2}"/>
          </ac:spMkLst>
        </pc:spChg>
        <pc:spChg chg="mod ord">
          <ac:chgData name="venkatesh k" userId="38679c20802dfd4d" providerId="LiveId" clId="{4E04E1C2-AE65-4D3F-9878-0D4EAB6AAC90}" dt="2025-12-05T06:35:18.160" v="6616" actId="700"/>
          <ac:spMkLst>
            <pc:docMk/>
            <pc:sldMk cId="49744796" sldId="2239"/>
            <ac:spMk id="5" creationId="{0835369B-393A-7056-9B0B-3C9845D8D7D4}"/>
          </ac:spMkLst>
        </pc:spChg>
        <pc:spChg chg="mod ord">
          <ac:chgData name="venkatesh k" userId="38679c20802dfd4d" providerId="LiveId" clId="{4E04E1C2-AE65-4D3F-9878-0D4EAB6AAC90}" dt="2025-12-08T02:20:53.763" v="7699" actId="27636"/>
          <ac:spMkLst>
            <pc:docMk/>
            <pc:sldMk cId="49744796" sldId="2239"/>
            <ac:spMk id="6" creationId="{7E1409BB-1370-C991-54F8-5AAC4C3F000A}"/>
          </ac:spMkLst>
        </pc:spChg>
      </pc:sldChg>
      <pc:sldChg chg="delSp modSp mod modClrScheme chgLayout">
        <pc:chgData name="venkatesh k" userId="38679c20802dfd4d" providerId="LiveId" clId="{4E04E1C2-AE65-4D3F-9878-0D4EAB6AAC90}" dt="2025-12-06T16:03:34.781" v="7616" actId="20577"/>
        <pc:sldMkLst>
          <pc:docMk/>
          <pc:sldMk cId="2676675103" sldId="2240"/>
        </pc:sldMkLst>
        <pc:spChg chg="mod ord">
          <ac:chgData name="venkatesh k" userId="38679c20802dfd4d" providerId="LiveId" clId="{4E04E1C2-AE65-4D3F-9878-0D4EAB6AAC90}" dt="2025-12-05T06:37:07.503" v="6649" actId="700"/>
          <ac:spMkLst>
            <pc:docMk/>
            <pc:sldMk cId="2676675103" sldId="2240"/>
            <ac:spMk id="2" creationId="{D19344A0-1F69-FD72-5E7A-5E4E01466576}"/>
          </ac:spMkLst>
        </pc:spChg>
        <pc:spChg chg="mod ord">
          <ac:chgData name="venkatesh k" userId="38679c20802dfd4d" providerId="LiveId" clId="{4E04E1C2-AE65-4D3F-9878-0D4EAB6AAC90}" dt="2025-12-06T16:03:34.781" v="7616" actId="20577"/>
          <ac:spMkLst>
            <pc:docMk/>
            <pc:sldMk cId="2676675103" sldId="2240"/>
            <ac:spMk id="3" creationId="{9A2C3AE6-21B2-F7F2-4657-4467A8DB119C}"/>
          </ac:spMkLst>
        </pc:spChg>
        <pc:spChg chg="mod ord">
          <ac:chgData name="venkatesh k" userId="38679c20802dfd4d" providerId="LiveId" clId="{4E04E1C2-AE65-4D3F-9878-0D4EAB6AAC90}" dt="2025-12-06T05:20:35.958" v="7570" actId="113"/>
          <ac:spMkLst>
            <pc:docMk/>
            <pc:sldMk cId="2676675103" sldId="2240"/>
            <ac:spMk id="5" creationId="{E96BDEF3-5763-4B4E-2292-C7DBF716216A}"/>
          </ac:spMkLst>
        </pc:spChg>
      </pc:sldChg>
      <pc:sldChg chg="delSp modSp mod modClrScheme chgLayout">
        <pc:chgData name="venkatesh k" userId="38679c20802dfd4d" providerId="LiveId" clId="{4E04E1C2-AE65-4D3F-9878-0D4EAB6AAC90}" dt="2025-12-06T05:20:39.908" v="7571" actId="113"/>
        <pc:sldMkLst>
          <pc:docMk/>
          <pc:sldMk cId="1013893557" sldId="2241"/>
        </pc:sldMkLst>
        <pc:spChg chg="mod ord">
          <ac:chgData name="venkatesh k" userId="38679c20802dfd4d" providerId="LiveId" clId="{4E04E1C2-AE65-4D3F-9878-0D4EAB6AAC90}" dt="2025-12-05T06:37:48" v="6663" actId="700"/>
          <ac:spMkLst>
            <pc:docMk/>
            <pc:sldMk cId="1013893557" sldId="2241"/>
            <ac:spMk id="2" creationId="{820271FA-6C51-462C-8D9A-FF7177E4B968}"/>
          </ac:spMkLst>
        </pc:spChg>
        <pc:spChg chg="mod ord">
          <ac:chgData name="venkatesh k" userId="38679c20802dfd4d" providerId="LiveId" clId="{4E04E1C2-AE65-4D3F-9878-0D4EAB6AAC90}" dt="2025-12-05T06:52:51.509" v="6822" actId="20577"/>
          <ac:spMkLst>
            <pc:docMk/>
            <pc:sldMk cId="1013893557" sldId="2241"/>
            <ac:spMk id="3" creationId="{6A733B86-521D-9459-ACE1-20F1B514F9E1}"/>
          </ac:spMkLst>
        </pc:spChg>
        <pc:spChg chg="mod ord">
          <ac:chgData name="venkatesh k" userId="38679c20802dfd4d" providerId="LiveId" clId="{4E04E1C2-AE65-4D3F-9878-0D4EAB6AAC90}" dt="2025-12-06T05:20:39.908" v="7571" actId="113"/>
          <ac:spMkLst>
            <pc:docMk/>
            <pc:sldMk cId="1013893557" sldId="2241"/>
            <ac:spMk id="5" creationId="{9B39A9D8-7275-4E1A-FC33-D1CB54ECD9C5}"/>
          </ac:spMkLst>
        </pc:spChg>
      </pc:sldChg>
      <pc:sldChg chg="delSp modSp add del mod ord modClrScheme chgLayout">
        <pc:chgData name="venkatesh k" userId="38679c20802dfd4d" providerId="LiveId" clId="{4E04E1C2-AE65-4D3F-9878-0D4EAB6AAC90}" dt="2025-12-06T05:20:45.903" v="7572" actId="113"/>
        <pc:sldMkLst>
          <pc:docMk/>
          <pc:sldMk cId="3081363805" sldId="2242"/>
        </pc:sldMkLst>
        <pc:spChg chg="mod ord">
          <ac:chgData name="venkatesh k" userId="38679c20802dfd4d" providerId="LiveId" clId="{4E04E1C2-AE65-4D3F-9878-0D4EAB6AAC90}" dt="2025-12-05T06:38:21.047" v="6677" actId="700"/>
          <ac:spMkLst>
            <pc:docMk/>
            <pc:sldMk cId="3081363805" sldId="2242"/>
            <ac:spMk id="2" creationId="{60EDE391-6700-35C0-C1FE-5E4568CD1610}"/>
          </ac:spMkLst>
        </pc:spChg>
        <pc:spChg chg="mod ord">
          <ac:chgData name="venkatesh k" userId="38679c20802dfd4d" providerId="LiveId" clId="{4E04E1C2-AE65-4D3F-9878-0D4EAB6AAC90}" dt="2025-12-05T06:53:07.859" v="6825" actId="20577"/>
          <ac:spMkLst>
            <pc:docMk/>
            <pc:sldMk cId="3081363805" sldId="2242"/>
            <ac:spMk id="3" creationId="{8179BA24-40B3-4B30-6DE8-A2D237D2FE22}"/>
          </ac:spMkLst>
        </pc:spChg>
        <pc:spChg chg="mod ord">
          <ac:chgData name="venkatesh k" userId="38679c20802dfd4d" providerId="LiveId" clId="{4E04E1C2-AE65-4D3F-9878-0D4EAB6AAC90}" dt="2025-12-06T05:20:45.903" v="7572" actId="113"/>
          <ac:spMkLst>
            <pc:docMk/>
            <pc:sldMk cId="3081363805" sldId="2242"/>
            <ac:spMk id="5" creationId="{57CE09E7-3C59-3290-E274-CF09A8946262}"/>
          </ac:spMkLst>
        </pc:spChg>
      </pc:sldChg>
      <pc:sldChg chg="delSp modSp mod modClrScheme chgLayout">
        <pc:chgData name="venkatesh k" userId="38679c20802dfd4d" providerId="LiveId" clId="{4E04E1C2-AE65-4D3F-9878-0D4EAB6AAC90}" dt="2025-12-08T02:20:41.045" v="7691" actId="20577"/>
        <pc:sldMkLst>
          <pc:docMk/>
          <pc:sldMk cId="1708192172" sldId="2243"/>
        </pc:sldMkLst>
        <pc:spChg chg="mod ord">
          <ac:chgData name="venkatesh k" userId="38679c20802dfd4d" providerId="LiveId" clId="{4E04E1C2-AE65-4D3F-9878-0D4EAB6AAC90}" dt="2025-12-05T06:34:10.150" v="6589" actId="700"/>
          <ac:spMkLst>
            <pc:docMk/>
            <pc:sldMk cId="1708192172" sldId="2243"/>
            <ac:spMk id="2" creationId="{77C79946-7AED-83AE-6FD4-8CEAFE4D21CB}"/>
          </ac:spMkLst>
        </pc:spChg>
        <pc:spChg chg="mod ord">
          <ac:chgData name="venkatesh k" userId="38679c20802dfd4d" providerId="LiveId" clId="{4E04E1C2-AE65-4D3F-9878-0D4EAB6AAC90}" dt="2025-12-08T02:20:41.045" v="7691" actId="20577"/>
          <ac:spMkLst>
            <pc:docMk/>
            <pc:sldMk cId="1708192172" sldId="2243"/>
            <ac:spMk id="3" creationId="{A14907E3-7D60-73E9-F6BA-956B6B4A0852}"/>
          </ac:spMkLst>
        </pc:spChg>
        <pc:spChg chg="mod ord">
          <ac:chgData name="venkatesh k" userId="38679c20802dfd4d" providerId="LiveId" clId="{4E04E1C2-AE65-4D3F-9878-0D4EAB6AAC90}" dt="2025-12-06T05:20:26.442" v="7568" actId="113"/>
          <ac:spMkLst>
            <pc:docMk/>
            <pc:sldMk cId="1708192172" sldId="2243"/>
            <ac:spMk id="5" creationId="{28C1C2B3-21A0-8A2A-B1A0-6A37F051FA74}"/>
          </ac:spMkLst>
        </pc:spChg>
      </pc:sldChg>
      <pc:sldChg chg="addSp delSp modSp new mod modClrScheme chgLayout">
        <pc:chgData name="venkatesh k" userId="38679c20802dfd4d" providerId="LiveId" clId="{4E04E1C2-AE65-4D3F-9878-0D4EAB6AAC90}" dt="2025-12-08T02:21:58.710" v="7705" actId="113"/>
        <pc:sldMkLst>
          <pc:docMk/>
          <pc:sldMk cId="1942051740" sldId="2244"/>
        </pc:sldMkLst>
        <pc:spChg chg="mod ord">
          <ac:chgData name="venkatesh k" userId="38679c20802dfd4d" providerId="LiveId" clId="{4E04E1C2-AE65-4D3F-9878-0D4EAB6AAC90}" dt="2025-11-27T08:03:37.942" v="5625" actId="113"/>
          <ac:spMkLst>
            <pc:docMk/>
            <pc:sldMk cId="1942051740" sldId="2244"/>
            <ac:spMk id="5" creationId="{E296F046-F2D2-6B5D-26C1-42C86B9ABBC8}"/>
          </ac:spMkLst>
        </pc:spChg>
        <pc:spChg chg="add mod ord">
          <ac:chgData name="venkatesh k" userId="38679c20802dfd4d" providerId="LiveId" clId="{4E04E1C2-AE65-4D3F-9878-0D4EAB6AAC90}" dt="2025-11-27T08:03:06.142" v="5620"/>
          <ac:spMkLst>
            <pc:docMk/>
            <pc:sldMk cId="1942051740" sldId="2244"/>
            <ac:spMk id="6" creationId="{C7E66EE4-A5FB-A19C-EF27-4F02CFFAA184}"/>
          </ac:spMkLst>
        </pc:spChg>
        <pc:spChg chg="add mod ord">
          <ac:chgData name="venkatesh k" userId="38679c20802dfd4d" providerId="LiveId" clId="{4E04E1C2-AE65-4D3F-9878-0D4EAB6AAC90}" dt="2025-12-08T02:21:58.710" v="7705" actId="113"/>
          <ac:spMkLst>
            <pc:docMk/>
            <pc:sldMk cId="1942051740" sldId="2244"/>
            <ac:spMk id="7" creationId="{B2E7B803-C421-0885-98DC-089904DD6261}"/>
          </ac:spMkLst>
        </pc:spChg>
        <pc:spChg chg="add mod">
          <ac:chgData name="venkatesh k" userId="38679c20802dfd4d" providerId="LiveId" clId="{4E04E1C2-AE65-4D3F-9878-0D4EAB6AAC90}" dt="2025-11-27T08:03:19.153" v="5622"/>
          <ac:spMkLst>
            <pc:docMk/>
            <pc:sldMk cId="1942051740" sldId="2244"/>
            <ac:spMk id="9" creationId="{2DDB1B77-E835-F7F9-09CA-483FBD97AB1C}"/>
          </ac:spMkLst>
        </pc:spChg>
        <pc:spChg chg="add mod">
          <ac:chgData name="venkatesh k" userId="38679c20802dfd4d" providerId="LiveId" clId="{4E04E1C2-AE65-4D3F-9878-0D4EAB6AAC90}" dt="2025-11-27T08:03:23.751" v="5623"/>
          <ac:spMkLst>
            <pc:docMk/>
            <pc:sldMk cId="1942051740" sldId="2244"/>
            <ac:spMk id="10" creationId="{4087DC03-DA4C-EED8-7AE1-34D60953CBC6}"/>
          </ac:spMkLst>
        </pc:spChg>
        <pc:picChg chg="add mod">
          <ac:chgData name="venkatesh k" userId="38679c20802dfd4d" providerId="LiveId" clId="{4E04E1C2-AE65-4D3F-9878-0D4EAB6AAC90}" dt="2025-11-27T08:03:13.432" v="5621"/>
          <ac:picMkLst>
            <pc:docMk/>
            <pc:sldMk cId="1942051740" sldId="2244"/>
            <ac:picMk id="8" creationId="{38D19600-6E02-4ADD-914C-9A3EE8811420}"/>
          </ac:picMkLst>
        </pc:picChg>
      </pc:sldChg>
      <pc:sldChg chg="addSp modSp new mod modAnim">
        <pc:chgData name="venkatesh k" userId="38679c20802dfd4d" providerId="LiveId" clId="{4E04E1C2-AE65-4D3F-9878-0D4EAB6AAC90}" dt="2025-12-05T07:54:09.518" v="6991" actId="14100"/>
        <pc:sldMkLst>
          <pc:docMk/>
          <pc:sldMk cId="1437838087" sldId="2246"/>
        </pc:sldMkLst>
        <pc:spChg chg="mod">
          <ac:chgData name="venkatesh k" userId="38679c20802dfd4d" providerId="LiveId" clId="{4E04E1C2-AE65-4D3F-9878-0D4EAB6AAC90}" dt="2025-11-27T10:23:30.271" v="5645" actId="14100"/>
          <ac:spMkLst>
            <pc:docMk/>
            <pc:sldMk cId="1437838087" sldId="2246"/>
            <ac:spMk id="2" creationId="{294BD575-8731-1BC7-E0E4-A53876F50AFF}"/>
          </ac:spMkLst>
        </pc:spChg>
        <pc:spChg chg="add mod">
          <ac:chgData name="venkatesh k" userId="38679c20802dfd4d" providerId="LiveId" clId="{4E04E1C2-AE65-4D3F-9878-0D4EAB6AAC90}" dt="2025-12-05T07:54:03.877" v="6990" actId="14100"/>
          <ac:spMkLst>
            <pc:docMk/>
            <pc:sldMk cId="1437838087" sldId="2246"/>
            <ac:spMk id="5" creationId="{DD1CEE5A-C6A0-362F-0C6D-6D8DA12A02D4}"/>
          </ac:spMkLst>
        </pc:spChg>
        <pc:spChg chg="add mod">
          <ac:chgData name="venkatesh k" userId="38679c20802dfd4d" providerId="LiveId" clId="{4E04E1C2-AE65-4D3F-9878-0D4EAB6AAC90}" dt="2025-11-27T10:22:44.224" v="5638" actId="1076"/>
          <ac:spMkLst>
            <pc:docMk/>
            <pc:sldMk cId="1437838087" sldId="2246"/>
            <ac:spMk id="13" creationId="{7D74A9B0-0873-6D73-40B2-916CB60A0510}"/>
          </ac:spMkLst>
        </pc:spChg>
        <pc:spChg chg="add mod">
          <ac:chgData name="venkatesh k" userId="38679c20802dfd4d" providerId="LiveId" clId="{4E04E1C2-AE65-4D3F-9878-0D4EAB6AAC90}" dt="2025-11-27T10:22:44.224" v="5638" actId="1076"/>
          <ac:spMkLst>
            <pc:docMk/>
            <pc:sldMk cId="1437838087" sldId="2246"/>
            <ac:spMk id="14" creationId="{8F548D97-B65E-DE79-59CC-0DC5628F830A}"/>
          </ac:spMkLst>
        </pc:spChg>
        <pc:spChg chg="add mod">
          <ac:chgData name="venkatesh k" userId="38679c20802dfd4d" providerId="LiveId" clId="{4E04E1C2-AE65-4D3F-9878-0D4EAB6AAC90}" dt="2025-11-27T10:22:44.224" v="5638" actId="1076"/>
          <ac:spMkLst>
            <pc:docMk/>
            <pc:sldMk cId="1437838087" sldId="2246"/>
            <ac:spMk id="22" creationId="{48842F37-94E4-F791-ACCE-DCFC8F94B487}"/>
          </ac:spMkLst>
        </pc:spChg>
        <pc:spChg chg="add mod">
          <ac:chgData name="venkatesh k" userId="38679c20802dfd4d" providerId="LiveId" clId="{4E04E1C2-AE65-4D3F-9878-0D4EAB6AAC90}" dt="2025-11-27T10:22:44.224" v="5638" actId="1076"/>
          <ac:spMkLst>
            <pc:docMk/>
            <pc:sldMk cId="1437838087" sldId="2246"/>
            <ac:spMk id="23" creationId="{BD8D090F-7B8E-8887-FBA5-18487721496B}"/>
          </ac:spMkLst>
        </pc:spChg>
        <pc:spChg chg="add mod">
          <ac:chgData name="venkatesh k" userId="38679c20802dfd4d" providerId="LiveId" clId="{4E04E1C2-AE65-4D3F-9878-0D4EAB6AAC90}" dt="2025-11-27T10:22:44.224" v="5638" actId="1076"/>
          <ac:spMkLst>
            <pc:docMk/>
            <pc:sldMk cId="1437838087" sldId="2246"/>
            <ac:spMk id="26" creationId="{9FAE6957-B99F-B562-2A65-E690D15502CE}"/>
          </ac:spMkLst>
        </pc:spChg>
        <pc:spChg chg="add mod">
          <ac:chgData name="venkatesh k" userId="38679c20802dfd4d" providerId="LiveId" clId="{4E04E1C2-AE65-4D3F-9878-0D4EAB6AAC90}" dt="2025-11-27T10:22:44.224" v="5638" actId="1076"/>
          <ac:spMkLst>
            <pc:docMk/>
            <pc:sldMk cId="1437838087" sldId="2246"/>
            <ac:spMk id="27" creationId="{4689B0CE-9A93-31DD-8D7C-697102511DEE}"/>
          </ac:spMkLst>
        </pc:spChg>
        <pc:spChg chg="add mod">
          <ac:chgData name="venkatesh k" userId="38679c20802dfd4d" providerId="LiveId" clId="{4E04E1C2-AE65-4D3F-9878-0D4EAB6AAC90}" dt="2025-11-27T10:22:57.639" v="5639" actId="6549"/>
          <ac:spMkLst>
            <pc:docMk/>
            <pc:sldMk cId="1437838087" sldId="2246"/>
            <ac:spMk id="29" creationId="{7A77CBE4-EC53-A6A0-4EA1-E6CB23391D5D}"/>
          </ac:spMkLst>
        </pc:spChg>
        <pc:picChg chg="add mod">
          <ac:chgData name="venkatesh k" userId="38679c20802dfd4d" providerId="LiveId" clId="{4E04E1C2-AE65-4D3F-9878-0D4EAB6AAC90}" dt="2025-11-27T10:22:44.224" v="5638" actId="1076"/>
          <ac:picMkLst>
            <pc:docMk/>
            <pc:sldMk cId="1437838087" sldId="2246"/>
            <ac:picMk id="3" creationId="{8D606842-2763-79E2-1204-88FE71490760}"/>
          </ac:picMkLst>
        </pc:picChg>
        <pc:picChg chg="add mod">
          <ac:chgData name="venkatesh k" userId="38679c20802dfd4d" providerId="LiveId" clId="{4E04E1C2-AE65-4D3F-9878-0D4EAB6AAC90}" dt="2025-12-05T07:54:09.518" v="6991" actId="14100"/>
          <ac:picMkLst>
            <pc:docMk/>
            <pc:sldMk cId="1437838087" sldId="2246"/>
            <ac:picMk id="4" creationId="{D8F57BDF-CF8E-02C8-1670-DC0C6F15B393}"/>
          </ac:picMkLst>
        </pc:picChg>
      </pc:sldChg>
      <pc:sldChg chg="addSp modSp new mod ord">
        <pc:chgData name="venkatesh k" userId="38679c20802dfd4d" providerId="LiveId" clId="{4E04E1C2-AE65-4D3F-9878-0D4EAB6AAC90}" dt="2025-12-04T04:29:41.108" v="5717" actId="20577"/>
        <pc:sldMkLst>
          <pc:docMk/>
          <pc:sldMk cId="2333432066" sldId="2247"/>
        </pc:sldMkLst>
        <pc:spChg chg="mod">
          <ac:chgData name="venkatesh k" userId="38679c20802dfd4d" providerId="LiveId" clId="{4E04E1C2-AE65-4D3F-9878-0D4EAB6AAC90}" dt="2025-12-04T04:27:51.878" v="5699" actId="255"/>
          <ac:spMkLst>
            <pc:docMk/>
            <pc:sldMk cId="2333432066" sldId="2247"/>
            <ac:spMk id="2" creationId="{4F15F4CB-771D-F41A-5A34-4C67A5DDFF67}"/>
          </ac:spMkLst>
        </pc:spChg>
        <pc:spChg chg="mod">
          <ac:chgData name="venkatesh k" userId="38679c20802dfd4d" providerId="LiveId" clId="{4E04E1C2-AE65-4D3F-9878-0D4EAB6AAC90}" dt="2025-12-04T04:29:41.108" v="5717" actId="20577"/>
          <ac:spMkLst>
            <pc:docMk/>
            <pc:sldMk cId="2333432066" sldId="2247"/>
            <ac:spMk id="3" creationId="{2873EB81-E904-F44E-821E-105DB495BD3C}"/>
          </ac:spMkLst>
        </pc:spChg>
        <pc:spChg chg="mod">
          <ac:chgData name="venkatesh k" userId="38679c20802dfd4d" providerId="LiveId" clId="{4E04E1C2-AE65-4D3F-9878-0D4EAB6AAC90}" dt="2025-12-04T04:28:41.892" v="5703" actId="113"/>
          <ac:spMkLst>
            <pc:docMk/>
            <pc:sldMk cId="2333432066" sldId="2247"/>
            <ac:spMk id="4" creationId="{AF801440-A3E2-138E-14A5-5277BD878A96}"/>
          </ac:spMkLst>
        </pc:spChg>
        <pc:spChg chg="add mod">
          <ac:chgData name="venkatesh k" userId="38679c20802dfd4d" providerId="LiveId" clId="{4E04E1C2-AE65-4D3F-9878-0D4EAB6AAC90}" dt="2025-12-04T04:27:12.440" v="5693"/>
          <ac:spMkLst>
            <pc:docMk/>
            <pc:sldMk cId="2333432066" sldId="2247"/>
            <ac:spMk id="5" creationId="{C6424024-5496-56F4-32CA-EB93A8A0B27D}"/>
          </ac:spMkLst>
        </pc:spChg>
        <pc:spChg chg="add mod">
          <ac:chgData name="venkatesh k" userId="38679c20802dfd4d" providerId="LiveId" clId="{4E04E1C2-AE65-4D3F-9878-0D4EAB6AAC90}" dt="2025-12-04T04:27:18.283" v="5694"/>
          <ac:spMkLst>
            <pc:docMk/>
            <pc:sldMk cId="2333432066" sldId="2247"/>
            <ac:spMk id="6" creationId="{8DEC51A6-EFBF-29F0-4BE3-00E8FAD7DE66}"/>
          </ac:spMkLst>
        </pc:spChg>
        <pc:picChg chg="add mod">
          <ac:chgData name="venkatesh k" userId="38679c20802dfd4d" providerId="LiveId" clId="{4E04E1C2-AE65-4D3F-9878-0D4EAB6AAC90}" dt="2025-12-04T04:28:29.417" v="5701" actId="14100"/>
          <ac:picMkLst>
            <pc:docMk/>
            <pc:sldMk cId="2333432066" sldId="2247"/>
            <ac:picMk id="7" creationId="{D4DE766A-F8CC-B140-B893-FD9DCB13CF11}"/>
          </ac:picMkLst>
        </pc:picChg>
      </pc:sldChg>
      <pc:sldChg chg="addSp modSp new mod">
        <pc:chgData name="venkatesh k" userId="38679c20802dfd4d" providerId="LiveId" clId="{4E04E1C2-AE65-4D3F-9878-0D4EAB6AAC90}" dt="2025-12-04T04:35:04.207" v="5739" actId="14100"/>
        <pc:sldMkLst>
          <pc:docMk/>
          <pc:sldMk cId="2838712943" sldId="2248"/>
        </pc:sldMkLst>
        <pc:spChg chg="mod">
          <ac:chgData name="venkatesh k" userId="38679c20802dfd4d" providerId="LiveId" clId="{4E04E1C2-AE65-4D3F-9878-0D4EAB6AAC90}" dt="2025-12-04T04:34:27.185" v="5736" actId="255"/>
          <ac:spMkLst>
            <pc:docMk/>
            <pc:sldMk cId="2838712943" sldId="2248"/>
            <ac:spMk id="2" creationId="{CA06985E-8528-9EE9-7BEA-7D1FCF868B1E}"/>
          </ac:spMkLst>
        </pc:spChg>
        <pc:spChg chg="mod">
          <ac:chgData name="venkatesh k" userId="38679c20802dfd4d" providerId="LiveId" clId="{4E04E1C2-AE65-4D3F-9878-0D4EAB6AAC90}" dt="2025-12-04T04:32:12.116" v="5729"/>
          <ac:spMkLst>
            <pc:docMk/>
            <pc:sldMk cId="2838712943" sldId="2248"/>
            <ac:spMk id="3" creationId="{91D9A325-7DD8-48F8-0837-02746CD361EA}"/>
          </ac:spMkLst>
        </pc:spChg>
        <pc:spChg chg="mod">
          <ac:chgData name="venkatesh k" userId="38679c20802dfd4d" providerId="LiveId" clId="{4E04E1C2-AE65-4D3F-9878-0D4EAB6AAC90}" dt="2025-12-04T04:33:59.785" v="5731" actId="113"/>
          <ac:spMkLst>
            <pc:docMk/>
            <pc:sldMk cId="2838712943" sldId="2248"/>
            <ac:spMk id="4" creationId="{43FF7B09-44F7-0393-5F90-0230EB6283B3}"/>
          </ac:spMkLst>
        </pc:spChg>
        <pc:spChg chg="add mod">
          <ac:chgData name="venkatesh k" userId="38679c20802dfd4d" providerId="LiveId" clId="{4E04E1C2-AE65-4D3F-9878-0D4EAB6AAC90}" dt="2025-12-04T04:34:06.605" v="5732"/>
          <ac:spMkLst>
            <pc:docMk/>
            <pc:sldMk cId="2838712943" sldId="2248"/>
            <ac:spMk id="5" creationId="{576BC236-3FC8-7FC6-AC34-EA54251CCB77}"/>
          </ac:spMkLst>
        </pc:spChg>
        <pc:spChg chg="add mod">
          <ac:chgData name="venkatesh k" userId="38679c20802dfd4d" providerId="LiveId" clId="{4E04E1C2-AE65-4D3F-9878-0D4EAB6AAC90}" dt="2025-12-04T04:34:11.350" v="5733"/>
          <ac:spMkLst>
            <pc:docMk/>
            <pc:sldMk cId="2838712943" sldId="2248"/>
            <ac:spMk id="6" creationId="{3D48A85E-1A86-F203-561B-4D0917976966}"/>
          </ac:spMkLst>
        </pc:spChg>
        <pc:picChg chg="add mod">
          <ac:chgData name="venkatesh k" userId="38679c20802dfd4d" providerId="LiveId" clId="{4E04E1C2-AE65-4D3F-9878-0D4EAB6AAC90}" dt="2025-12-04T04:35:04.207" v="5739" actId="14100"/>
          <ac:picMkLst>
            <pc:docMk/>
            <pc:sldMk cId="2838712943" sldId="2248"/>
            <ac:picMk id="7" creationId="{81B468C1-9749-0727-9891-CD05EB5C4222}"/>
          </ac:picMkLst>
        </pc:picChg>
      </pc:sldChg>
      <pc:sldChg chg="addSp modSp new mod">
        <pc:chgData name="venkatesh k" userId="38679c20802dfd4d" providerId="LiveId" clId="{4E04E1C2-AE65-4D3F-9878-0D4EAB6AAC90}" dt="2025-12-05T07:56:16.809" v="7009" actId="20577"/>
        <pc:sldMkLst>
          <pc:docMk/>
          <pc:sldMk cId="842382951" sldId="2249"/>
        </pc:sldMkLst>
        <pc:spChg chg="mod">
          <ac:chgData name="venkatesh k" userId="38679c20802dfd4d" providerId="LiveId" clId="{4E04E1C2-AE65-4D3F-9878-0D4EAB6AAC90}" dt="2025-12-04T04:38:33.890" v="5773" actId="20577"/>
          <ac:spMkLst>
            <pc:docMk/>
            <pc:sldMk cId="842382951" sldId="2249"/>
            <ac:spMk id="2" creationId="{F2ECC183-52FA-B1FE-7C94-057311E72FEF}"/>
          </ac:spMkLst>
        </pc:spChg>
        <pc:spChg chg="mod">
          <ac:chgData name="venkatesh k" userId="38679c20802dfd4d" providerId="LiveId" clId="{4E04E1C2-AE65-4D3F-9878-0D4EAB6AAC90}" dt="2025-12-05T07:56:16.809" v="7009" actId="20577"/>
          <ac:spMkLst>
            <pc:docMk/>
            <pc:sldMk cId="842382951" sldId="2249"/>
            <ac:spMk id="3" creationId="{18C7490E-67E5-4144-29B2-A68C0CEFD6B1}"/>
          </ac:spMkLst>
        </pc:spChg>
        <pc:spChg chg="mod">
          <ac:chgData name="venkatesh k" userId="38679c20802dfd4d" providerId="LiveId" clId="{4E04E1C2-AE65-4D3F-9878-0D4EAB6AAC90}" dt="2025-12-04T04:38:56.138" v="5777" actId="113"/>
          <ac:spMkLst>
            <pc:docMk/>
            <pc:sldMk cId="842382951" sldId="2249"/>
            <ac:spMk id="4" creationId="{0E43AEF6-1487-4E07-63DB-E3A087DA78F0}"/>
          </ac:spMkLst>
        </pc:spChg>
        <pc:spChg chg="add mod">
          <ac:chgData name="venkatesh k" userId="38679c20802dfd4d" providerId="LiveId" clId="{4E04E1C2-AE65-4D3F-9878-0D4EAB6AAC90}" dt="2025-12-04T04:37:47.991" v="5763"/>
          <ac:spMkLst>
            <pc:docMk/>
            <pc:sldMk cId="842382951" sldId="2249"/>
            <ac:spMk id="5" creationId="{14EE02C1-0A06-1A0C-C61F-AF2562AAA8EF}"/>
          </ac:spMkLst>
        </pc:spChg>
        <pc:spChg chg="add mod">
          <ac:chgData name="venkatesh k" userId="38679c20802dfd4d" providerId="LiveId" clId="{4E04E1C2-AE65-4D3F-9878-0D4EAB6AAC90}" dt="2025-12-04T04:37:52.847" v="5764"/>
          <ac:spMkLst>
            <pc:docMk/>
            <pc:sldMk cId="842382951" sldId="2249"/>
            <ac:spMk id="6" creationId="{AABD2905-1317-EB99-8E13-77CDB06EEDB0}"/>
          </ac:spMkLst>
        </pc:spChg>
        <pc:picChg chg="add mod">
          <ac:chgData name="venkatesh k" userId="38679c20802dfd4d" providerId="LiveId" clId="{4E04E1C2-AE65-4D3F-9878-0D4EAB6AAC90}" dt="2025-12-04T04:38:48.550" v="5775" actId="14100"/>
          <ac:picMkLst>
            <pc:docMk/>
            <pc:sldMk cId="842382951" sldId="2249"/>
            <ac:picMk id="7" creationId="{08FF3B46-1DD2-A2F5-9C6D-E6BB43B7B317}"/>
          </ac:picMkLst>
        </pc:picChg>
      </pc:sldChg>
      <pc:sldChg chg="addSp modSp new mod">
        <pc:chgData name="venkatesh k" userId="38679c20802dfd4d" providerId="LiveId" clId="{4E04E1C2-AE65-4D3F-9878-0D4EAB6AAC90}" dt="2025-12-08T02:22:32.862" v="7709" actId="113"/>
        <pc:sldMkLst>
          <pc:docMk/>
          <pc:sldMk cId="1927242756" sldId="2250"/>
        </pc:sldMkLst>
        <pc:spChg chg="mod">
          <ac:chgData name="venkatesh k" userId="38679c20802dfd4d" providerId="LiveId" clId="{4E04E1C2-AE65-4D3F-9878-0D4EAB6AAC90}" dt="2025-12-04T04:57:45.373" v="5894" actId="20577"/>
          <ac:spMkLst>
            <pc:docMk/>
            <pc:sldMk cId="1927242756" sldId="2250"/>
            <ac:spMk id="2" creationId="{C99F2E27-D72E-4AA6-2233-10336EBB41CF}"/>
          </ac:spMkLst>
        </pc:spChg>
        <pc:spChg chg="mod">
          <ac:chgData name="venkatesh k" userId="38679c20802dfd4d" providerId="LiveId" clId="{4E04E1C2-AE65-4D3F-9878-0D4EAB6AAC90}" dt="2025-12-08T02:22:32.862" v="7709" actId="113"/>
          <ac:spMkLst>
            <pc:docMk/>
            <pc:sldMk cId="1927242756" sldId="2250"/>
            <ac:spMk id="3" creationId="{4B9B8E36-5B65-9451-B193-572F691354E1}"/>
          </ac:spMkLst>
        </pc:spChg>
        <pc:spChg chg="mod">
          <ac:chgData name="venkatesh k" userId="38679c20802dfd4d" providerId="LiveId" clId="{4E04E1C2-AE65-4D3F-9878-0D4EAB6AAC90}" dt="2025-12-05T04:41:33.962" v="6377" actId="113"/>
          <ac:spMkLst>
            <pc:docMk/>
            <pc:sldMk cId="1927242756" sldId="2250"/>
            <ac:spMk id="4" creationId="{F0C22926-94BF-9973-72B7-192D70920237}"/>
          </ac:spMkLst>
        </pc:spChg>
        <pc:spChg chg="add mod">
          <ac:chgData name="venkatesh k" userId="38679c20802dfd4d" providerId="LiveId" clId="{4E04E1C2-AE65-4D3F-9878-0D4EAB6AAC90}" dt="2025-12-04T04:57:12.268" v="5889"/>
          <ac:spMkLst>
            <pc:docMk/>
            <pc:sldMk cId="1927242756" sldId="2250"/>
            <ac:spMk id="5" creationId="{A2989579-D2F8-EB34-7DA1-895A4B3E28EB}"/>
          </ac:spMkLst>
        </pc:spChg>
        <pc:spChg chg="add mod">
          <ac:chgData name="venkatesh k" userId="38679c20802dfd4d" providerId="LiveId" clId="{4E04E1C2-AE65-4D3F-9878-0D4EAB6AAC90}" dt="2025-12-04T04:57:17.778" v="5890"/>
          <ac:spMkLst>
            <pc:docMk/>
            <pc:sldMk cId="1927242756" sldId="2250"/>
            <ac:spMk id="6" creationId="{272FC497-4A73-EB72-ED52-54462572DF9C}"/>
          </ac:spMkLst>
        </pc:spChg>
        <pc:picChg chg="add mod">
          <ac:chgData name="venkatesh k" userId="38679c20802dfd4d" providerId="LiveId" clId="{4E04E1C2-AE65-4D3F-9878-0D4EAB6AAC90}" dt="2025-12-04T04:58:15.780" v="5897" actId="14100"/>
          <ac:picMkLst>
            <pc:docMk/>
            <pc:sldMk cId="1927242756" sldId="2250"/>
            <ac:picMk id="7" creationId="{A68BB297-8A2B-8BE2-54FC-58FC7B2B986B}"/>
          </ac:picMkLst>
        </pc:picChg>
      </pc:sldChg>
      <pc:sldChg chg="addSp modSp new mod">
        <pc:chgData name="venkatesh k" userId="38679c20802dfd4d" providerId="LiveId" clId="{4E04E1C2-AE65-4D3F-9878-0D4EAB6AAC90}" dt="2025-12-08T02:22:19.433" v="7708" actId="113"/>
        <pc:sldMkLst>
          <pc:docMk/>
          <pc:sldMk cId="2017025784" sldId="2251"/>
        </pc:sldMkLst>
        <pc:spChg chg="mod">
          <ac:chgData name="venkatesh k" userId="38679c20802dfd4d" providerId="LiveId" clId="{4E04E1C2-AE65-4D3F-9878-0D4EAB6AAC90}" dt="2025-12-04T04:59:03.217" v="5905" actId="255"/>
          <ac:spMkLst>
            <pc:docMk/>
            <pc:sldMk cId="2017025784" sldId="2251"/>
            <ac:spMk id="2" creationId="{45C4CF0F-1B83-4634-D6BD-209A276CBDED}"/>
          </ac:spMkLst>
        </pc:spChg>
        <pc:spChg chg="mod">
          <ac:chgData name="venkatesh k" userId="38679c20802dfd4d" providerId="LiveId" clId="{4E04E1C2-AE65-4D3F-9878-0D4EAB6AAC90}" dt="2025-12-08T02:22:19.433" v="7708" actId="113"/>
          <ac:spMkLst>
            <pc:docMk/>
            <pc:sldMk cId="2017025784" sldId="2251"/>
            <ac:spMk id="3" creationId="{D216D5E3-ECE1-FD84-B2E8-C5FA7873B85F}"/>
          </ac:spMkLst>
        </pc:spChg>
        <pc:spChg chg="mod">
          <ac:chgData name="venkatesh k" userId="38679c20802dfd4d" providerId="LiveId" clId="{4E04E1C2-AE65-4D3F-9878-0D4EAB6AAC90}" dt="2025-12-05T04:41:26.372" v="6375" actId="113"/>
          <ac:spMkLst>
            <pc:docMk/>
            <pc:sldMk cId="2017025784" sldId="2251"/>
            <ac:spMk id="4" creationId="{94E8E5E2-4467-85FF-31F9-8CEFB3B8B327}"/>
          </ac:spMkLst>
        </pc:spChg>
        <pc:spChg chg="add mod">
          <ac:chgData name="venkatesh k" userId="38679c20802dfd4d" providerId="LiveId" clId="{4E04E1C2-AE65-4D3F-9878-0D4EAB6AAC90}" dt="2025-12-04T04:59:26.938" v="5907"/>
          <ac:spMkLst>
            <pc:docMk/>
            <pc:sldMk cId="2017025784" sldId="2251"/>
            <ac:spMk id="6" creationId="{F366D065-A466-6053-3435-E7D2309FC855}"/>
          </ac:spMkLst>
        </pc:spChg>
        <pc:spChg chg="add mod">
          <ac:chgData name="venkatesh k" userId="38679c20802dfd4d" providerId="LiveId" clId="{4E04E1C2-AE65-4D3F-9878-0D4EAB6AAC90}" dt="2025-12-04T04:59:49.904" v="5909"/>
          <ac:spMkLst>
            <pc:docMk/>
            <pc:sldMk cId="2017025784" sldId="2251"/>
            <ac:spMk id="7" creationId="{9974D78D-8618-9E2C-B98F-4C1152435072}"/>
          </ac:spMkLst>
        </pc:spChg>
        <pc:picChg chg="add mod">
          <ac:chgData name="venkatesh k" userId="38679c20802dfd4d" providerId="LiveId" clId="{4E04E1C2-AE65-4D3F-9878-0D4EAB6AAC90}" dt="2025-12-04T04:58:23.637" v="5899" actId="14100"/>
          <ac:picMkLst>
            <pc:docMk/>
            <pc:sldMk cId="2017025784" sldId="2251"/>
            <ac:picMk id="5" creationId="{075BE1A3-B428-5BD2-CA9E-11B1A78642DD}"/>
          </ac:picMkLst>
        </pc:picChg>
      </pc:sldChg>
      <pc:sldChg chg="addSp modSp new mod">
        <pc:chgData name="venkatesh k" userId="38679c20802dfd4d" providerId="LiveId" clId="{4E04E1C2-AE65-4D3F-9878-0D4EAB6AAC90}" dt="2025-12-08T02:22:12.988" v="7707" actId="113"/>
        <pc:sldMkLst>
          <pc:docMk/>
          <pc:sldMk cId="1123265674" sldId="2252"/>
        </pc:sldMkLst>
        <pc:spChg chg="mod">
          <ac:chgData name="venkatesh k" userId="38679c20802dfd4d" providerId="LiveId" clId="{4E04E1C2-AE65-4D3F-9878-0D4EAB6AAC90}" dt="2025-12-04T04:58:56.217" v="5904" actId="255"/>
          <ac:spMkLst>
            <pc:docMk/>
            <pc:sldMk cId="1123265674" sldId="2252"/>
            <ac:spMk id="2" creationId="{2D5EADBD-0CF8-64EF-E8D6-C5E5C8D24CA9}"/>
          </ac:spMkLst>
        </pc:spChg>
        <pc:spChg chg="mod">
          <ac:chgData name="venkatesh k" userId="38679c20802dfd4d" providerId="LiveId" clId="{4E04E1C2-AE65-4D3F-9878-0D4EAB6AAC90}" dt="2025-12-08T02:22:12.988" v="7707" actId="113"/>
          <ac:spMkLst>
            <pc:docMk/>
            <pc:sldMk cId="1123265674" sldId="2252"/>
            <ac:spMk id="3" creationId="{FD215FEB-4CEE-F543-47AB-CEF50F5A3954}"/>
          </ac:spMkLst>
        </pc:spChg>
        <pc:spChg chg="mod">
          <ac:chgData name="venkatesh k" userId="38679c20802dfd4d" providerId="LiveId" clId="{4E04E1C2-AE65-4D3F-9878-0D4EAB6AAC90}" dt="2025-12-04T05:03:46.031" v="5919" actId="113"/>
          <ac:spMkLst>
            <pc:docMk/>
            <pc:sldMk cId="1123265674" sldId="2252"/>
            <ac:spMk id="4" creationId="{EC0E4AA3-0C48-A8ED-A014-1B14A32D549E}"/>
          </ac:spMkLst>
        </pc:spChg>
        <pc:spChg chg="add mod">
          <ac:chgData name="venkatesh k" userId="38679c20802dfd4d" providerId="LiveId" clId="{4E04E1C2-AE65-4D3F-9878-0D4EAB6AAC90}" dt="2025-12-04T04:59:29.312" v="5908"/>
          <ac:spMkLst>
            <pc:docMk/>
            <pc:sldMk cId="1123265674" sldId="2252"/>
            <ac:spMk id="6" creationId="{15711CAE-664D-88D7-629C-BC0C4D827502}"/>
          </ac:spMkLst>
        </pc:spChg>
        <pc:spChg chg="add mod">
          <ac:chgData name="venkatesh k" userId="38679c20802dfd4d" providerId="LiveId" clId="{4E04E1C2-AE65-4D3F-9878-0D4EAB6AAC90}" dt="2025-12-04T04:59:52.892" v="5910"/>
          <ac:spMkLst>
            <pc:docMk/>
            <pc:sldMk cId="1123265674" sldId="2252"/>
            <ac:spMk id="7" creationId="{FE0D180A-DDD5-5AA7-A8D4-AA50CD409AB1}"/>
          </ac:spMkLst>
        </pc:spChg>
        <pc:picChg chg="add mod">
          <ac:chgData name="venkatesh k" userId="38679c20802dfd4d" providerId="LiveId" clId="{4E04E1C2-AE65-4D3F-9878-0D4EAB6AAC90}" dt="2025-12-04T04:58:33.828" v="5901" actId="14100"/>
          <ac:picMkLst>
            <pc:docMk/>
            <pc:sldMk cId="1123265674" sldId="2252"/>
            <ac:picMk id="5" creationId="{AF002EC9-DF85-8E05-CA37-14639FE1517D}"/>
          </ac:picMkLst>
        </pc:picChg>
      </pc:sldChg>
      <pc:sldChg chg="addSp modSp new mod">
        <pc:chgData name="venkatesh k" userId="38679c20802dfd4d" providerId="LiveId" clId="{4E04E1C2-AE65-4D3F-9878-0D4EAB6AAC90}" dt="2025-12-08T02:19:39.592" v="7671" actId="27636"/>
        <pc:sldMkLst>
          <pc:docMk/>
          <pc:sldMk cId="798112119" sldId="2255"/>
        </pc:sldMkLst>
        <pc:spChg chg="mod">
          <ac:chgData name="venkatesh k" userId="38679c20802dfd4d" providerId="LiveId" clId="{4E04E1C2-AE65-4D3F-9878-0D4EAB6AAC90}" dt="2025-12-04T05:37:05.590" v="6037" actId="20577"/>
          <ac:spMkLst>
            <pc:docMk/>
            <pc:sldMk cId="798112119" sldId="2255"/>
            <ac:spMk id="2" creationId="{FDFEF513-24D8-5BAB-57AB-59A25A7470FB}"/>
          </ac:spMkLst>
        </pc:spChg>
        <pc:spChg chg="mod">
          <ac:chgData name="venkatesh k" userId="38679c20802dfd4d" providerId="LiveId" clId="{4E04E1C2-AE65-4D3F-9878-0D4EAB6AAC90}" dt="2025-12-08T02:19:39.592" v="7671" actId="27636"/>
          <ac:spMkLst>
            <pc:docMk/>
            <pc:sldMk cId="798112119" sldId="2255"/>
            <ac:spMk id="3" creationId="{2837ACB8-4A68-63E9-CA39-CD0FA299AFDB}"/>
          </ac:spMkLst>
        </pc:spChg>
        <pc:spChg chg="mod">
          <ac:chgData name="venkatesh k" userId="38679c20802dfd4d" providerId="LiveId" clId="{4E04E1C2-AE65-4D3F-9878-0D4EAB6AAC90}" dt="2025-12-04T05:39:48.354" v="6050" actId="113"/>
          <ac:spMkLst>
            <pc:docMk/>
            <pc:sldMk cId="798112119" sldId="2255"/>
            <ac:spMk id="4" creationId="{5AA98B6B-8AB1-64CE-028F-893BAEB9023C}"/>
          </ac:spMkLst>
        </pc:spChg>
        <pc:spChg chg="add mod">
          <ac:chgData name="venkatesh k" userId="38679c20802dfd4d" providerId="LiveId" clId="{4E04E1C2-AE65-4D3F-9878-0D4EAB6AAC90}" dt="2025-12-04T05:36:25.919" v="6029"/>
          <ac:spMkLst>
            <pc:docMk/>
            <pc:sldMk cId="798112119" sldId="2255"/>
            <ac:spMk id="5" creationId="{6A6D3A5A-AAE7-0CDD-CF04-B9CE7FFCD926}"/>
          </ac:spMkLst>
        </pc:spChg>
        <pc:spChg chg="add mod">
          <ac:chgData name="venkatesh k" userId="38679c20802dfd4d" providerId="LiveId" clId="{4E04E1C2-AE65-4D3F-9878-0D4EAB6AAC90}" dt="2025-12-04T05:36:34.177" v="6031"/>
          <ac:spMkLst>
            <pc:docMk/>
            <pc:sldMk cId="798112119" sldId="2255"/>
            <ac:spMk id="6" creationId="{5ED7E0AF-1211-AC30-06CF-8F0C7003F8E9}"/>
          </ac:spMkLst>
        </pc:spChg>
        <pc:picChg chg="add mod">
          <ac:chgData name="venkatesh k" userId="38679c20802dfd4d" providerId="LiveId" clId="{4E04E1C2-AE65-4D3F-9878-0D4EAB6AAC90}" dt="2025-12-04T05:39:30.633" v="6047"/>
          <ac:picMkLst>
            <pc:docMk/>
            <pc:sldMk cId="798112119" sldId="2255"/>
            <ac:picMk id="7" creationId="{B82D5F43-EFF0-B8C2-9AC6-287A22A423D0}"/>
          </ac:picMkLst>
        </pc:picChg>
      </pc:sldChg>
      <pc:sldChg chg="addSp modSp new mod">
        <pc:chgData name="venkatesh k" userId="38679c20802dfd4d" providerId="LiveId" clId="{4E04E1C2-AE65-4D3F-9878-0D4EAB6AAC90}" dt="2025-12-08T02:19:50.069" v="7677" actId="27636"/>
        <pc:sldMkLst>
          <pc:docMk/>
          <pc:sldMk cId="2708683827" sldId="2256"/>
        </pc:sldMkLst>
        <pc:spChg chg="mod">
          <ac:chgData name="venkatesh k" userId="38679c20802dfd4d" providerId="LiveId" clId="{4E04E1C2-AE65-4D3F-9878-0D4EAB6AAC90}" dt="2025-12-04T05:37:29.539" v="6042" actId="20577"/>
          <ac:spMkLst>
            <pc:docMk/>
            <pc:sldMk cId="2708683827" sldId="2256"/>
            <ac:spMk id="2" creationId="{D74A84C4-693A-2B52-A47E-55E4236EDDAF}"/>
          </ac:spMkLst>
        </pc:spChg>
        <pc:spChg chg="mod">
          <ac:chgData name="venkatesh k" userId="38679c20802dfd4d" providerId="LiveId" clId="{4E04E1C2-AE65-4D3F-9878-0D4EAB6AAC90}" dt="2025-12-08T02:19:50.069" v="7677" actId="27636"/>
          <ac:spMkLst>
            <pc:docMk/>
            <pc:sldMk cId="2708683827" sldId="2256"/>
            <ac:spMk id="3" creationId="{6B5AD5C7-EED4-43CD-FCBC-905E6D97A97B}"/>
          </ac:spMkLst>
        </pc:spChg>
        <pc:spChg chg="mod">
          <ac:chgData name="venkatesh k" userId="38679c20802dfd4d" providerId="LiveId" clId="{4E04E1C2-AE65-4D3F-9878-0D4EAB6AAC90}" dt="2025-12-04T05:39:54.881" v="6052" actId="113"/>
          <ac:spMkLst>
            <pc:docMk/>
            <pc:sldMk cId="2708683827" sldId="2256"/>
            <ac:spMk id="4" creationId="{0F01488E-08CB-836A-648F-DEDE5AFDC02B}"/>
          </ac:spMkLst>
        </pc:spChg>
        <pc:spChg chg="add mod">
          <ac:chgData name="venkatesh k" userId="38679c20802dfd4d" providerId="LiveId" clId="{4E04E1C2-AE65-4D3F-9878-0D4EAB6AAC90}" dt="2025-12-04T05:36:28.431" v="6030"/>
          <ac:spMkLst>
            <pc:docMk/>
            <pc:sldMk cId="2708683827" sldId="2256"/>
            <ac:spMk id="5" creationId="{0A1C734A-1847-78C4-1D3A-AAB8322DB6D2}"/>
          </ac:spMkLst>
        </pc:spChg>
        <pc:spChg chg="add mod">
          <ac:chgData name="venkatesh k" userId="38679c20802dfd4d" providerId="LiveId" clId="{4E04E1C2-AE65-4D3F-9878-0D4EAB6AAC90}" dt="2025-12-04T05:36:36.209" v="6032"/>
          <ac:spMkLst>
            <pc:docMk/>
            <pc:sldMk cId="2708683827" sldId="2256"/>
            <ac:spMk id="6" creationId="{95CED989-4822-3EE8-DC4D-ED842B2C820B}"/>
          </ac:spMkLst>
        </pc:spChg>
        <pc:picChg chg="add mod">
          <ac:chgData name="venkatesh k" userId="38679c20802dfd4d" providerId="LiveId" clId="{4E04E1C2-AE65-4D3F-9878-0D4EAB6AAC90}" dt="2025-12-04T05:39:33.962" v="6048"/>
          <ac:picMkLst>
            <pc:docMk/>
            <pc:sldMk cId="2708683827" sldId="2256"/>
            <ac:picMk id="7" creationId="{D03C1D92-0E49-DE94-299B-8EB896AD55B5}"/>
          </ac:picMkLst>
        </pc:picChg>
      </pc:sldChg>
      <pc:sldChg chg="addSp modSp new mod">
        <pc:chgData name="venkatesh k" userId="38679c20802dfd4d" providerId="LiveId" clId="{4E04E1C2-AE65-4D3F-9878-0D4EAB6AAC90}" dt="2025-12-08T01:41:40.270" v="7654"/>
        <pc:sldMkLst>
          <pc:docMk/>
          <pc:sldMk cId="1176449091" sldId="2257"/>
        </pc:sldMkLst>
        <pc:spChg chg="mod">
          <ac:chgData name="venkatesh k" userId="38679c20802dfd4d" providerId="LiveId" clId="{4E04E1C2-AE65-4D3F-9878-0D4EAB6AAC90}" dt="2025-12-05T04:46:45.255" v="6399" actId="12788"/>
          <ac:spMkLst>
            <pc:docMk/>
            <pc:sldMk cId="1176449091" sldId="2257"/>
            <ac:spMk id="2" creationId="{9229AC3E-B341-7C2A-83D1-E36FCACDA66D}"/>
          </ac:spMkLst>
        </pc:spChg>
        <pc:spChg chg="mod">
          <ac:chgData name="venkatesh k" userId="38679c20802dfd4d" providerId="LiveId" clId="{4E04E1C2-AE65-4D3F-9878-0D4EAB6AAC90}" dt="2025-12-08T01:41:40.270" v="7654"/>
          <ac:spMkLst>
            <pc:docMk/>
            <pc:sldMk cId="1176449091" sldId="2257"/>
            <ac:spMk id="3" creationId="{E317B37D-302E-5BB4-655B-2DF2AA412FAE}"/>
          </ac:spMkLst>
        </pc:spChg>
        <pc:spChg chg="mod">
          <ac:chgData name="venkatesh k" userId="38679c20802dfd4d" providerId="LiveId" clId="{4E04E1C2-AE65-4D3F-9878-0D4EAB6AAC90}" dt="2025-12-05T04:47:18.627" v="6405" actId="113"/>
          <ac:spMkLst>
            <pc:docMk/>
            <pc:sldMk cId="1176449091" sldId="2257"/>
            <ac:spMk id="4" creationId="{A547DD9A-3A3F-C41E-6B3C-0D4CB65D2D28}"/>
          </ac:spMkLst>
        </pc:spChg>
        <pc:spChg chg="add mod">
          <ac:chgData name="venkatesh k" userId="38679c20802dfd4d" providerId="LiveId" clId="{4E04E1C2-AE65-4D3F-9878-0D4EAB6AAC90}" dt="2025-12-05T04:46:56.283" v="6400"/>
          <ac:spMkLst>
            <pc:docMk/>
            <pc:sldMk cId="1176449091" sldId="2257"/>
            <ac:spMk id="5" creationId="{93434D7E-A2DD-D61A-35B6-44CB50D22E06}"/>
          </ac:spMkLst>
        </pc:spChg>
        <pc:spChg chg="add mod">
          <ac:chgData name="venkatesh k" userId="38679c20802dfd4d" providerId="LiveId" clId="{4E04E1C2-AE65-4D3F-9878-0D4EAB6AAC90}" dt="2025-12-05T04:47:01.651" v="6401"/>
          <ac:spMkLst>
            <pc:docMk/>
            <pc:sldMk cId="1176449091" sldId="2257"/>
            <ac:spMk id="6" creationId="{4403BBC3-11B6-2824-A6EF-209A8F92BDDB}"/>
          </ac:spMkLst>
        </pc:spChg>
        <pc:picChg chg="add mod">
          <ac:chgData name="venkatesh k" userId="38679c20802dfd4d" providerId="LiveId" clId="{4E04E1C2-AE65-4D3F-9878-0D4EAB6AAC90}" dt="2025-12-05T04:47:12.351" v="6403" actId="14100"/>
          <ac:picMkLst>
            <pc:docMk/>
            <pc:sldMk cId="1176449091" sldId="2257"/>
            <ac:picMk id="7" creationId="{AF2CFB01-5072-9FD1-35A9-1F2329754E8E}"/>
          </ac:picMkLst>
        </pc:picChg>
      </pc:sldChg>
      <pc:sldChg chg="addSp modSp new mod ord">
        <pc:chgData name="venkatesh k" userId="38679c20802dfd4d" providerId="LiveId" clId="{4E04E1C2-AE65-4D3F-9878-0D4EAB6AAC90}" dt="2025-12-08T02:20:21.415" v="7682" actId="20577"/>
        <pc:sldMkLst>
          <pc:docMk/>
          <pc:sldMk cId="1536278865" sldId="2258"/>
        </pc:sldMkLst>
        <pc:spChg chg="mod">
          <ac:chgData name="venkatesh k" userId="38679c20802dfd4d" providerId="LiveId" clId="{4E04E1C2-AE65-4D3F-9878-0D4EAB6AAC90}" dt="2025-12-05T04:48:42.095" v="6413" actId="14100"/>
          <ac:spMkLst>
            <pc:docMk/>
            <pc:sldMk cId="1536278865" sldId="2258"/>
            <ac:spMk id="2" creationId="{421491CA-63B2-EC82-935C-868A77E543E4}"/>
          </ac:spMkLst>
        </pc:spChg>
        <pc:spChg chg="mod">
          <ac:chgData name="venkatesh k" userId="38679c20802dfd4d" providerId="LiveId" clId="{4E04E1C2-AE65-4D3F-9878-0D4EAB6AAC90}" dt="2025-12-08T02:20:21.415" v="7682" actId="20577"/>
          <ac:spMkLst>
            <pc:docMk/>
            <pc:sldMk cId="1536278865" sldId="2258"/>
            <ac:spMk id="3" creationId="{E1CE81C6-B60B-1384-BEC8-4DB2C72B9C84}"/>
          </ac:spMkLst>
        </pc:spChg>
        <pc:spChg chg="mod">
          <ac:chgData name="venkatesh k" userId="38679c20802dfd4d" providerId="LiveId" clId="{4E04E1C2-AE65-4D3F-9878-0D4EAB6AAC90}" dt="2025-12-05T04:49:14.074" v="6418" actId="113"/>
          <ac:spMkLst>
            <pc:docMk/>
            <pc:sldMk cId="1536278865" sldId="2258"/>
            <ac:spMk id="4" creationId="{720DF501-1010-C312-D351-B59D94878BA7}"/>
          </ac:spMkLst>
        </pc:spChg>
        <pc:spChg chg="add mod">
          <ac:chgData name="venkatesh k" userId="38679c20802dfd4d" providerId="LiveId" clId="{4E04E1C2-AE65-4D3F-9878-0D4EAB6AAC90}" dt="2025-12-05T04:48:50.655" v="6414"/>
          <ac:spMkLst>
            <pc:docMk/>
            <pc:sldMk cId="1536278865" sldId="2258"/>
            <ac:spMk id="5" creationId="{7DE0690C-2DA3-3245-B35E-CBB265FF4687}"/>
          </ac:spMkLst>
        </pc:spChg>
        <pc:spChg chg="add mod">
          <ac:chgData name="venkatesh k" userId="38679c20802dfd4d" providerId="LiveId" clId="{4E04E1C2-AE65-4D3F-9878-0D4EAB6AAC90}" dt="2025-12-05T04:48:57.910" v="6415"/>
          <ac:spMkLst>
            <pc:docMk/>
            <pc:sldMk cId="1536278865" sldId="2258"/>
            <ac:spMk id="6" creationId="{DDB1F8B5-4246-34DB-CD19-005982F06483}"/>
          </ac:spMkLst>
        </pc:spChg>
        <pc:picChg chg="add mod">
          <ac:chgData name="venkatesh k" userId="38679c20802dfd4d" providerId="LiveId" clId="{4E04E1C2-AE65-4D3F-9878-0D4EAB6AAC90}" dt="2025-12-05T04:49:06.906" v="6416"/>
          <ac:picMkLst>
            <pc:docMk/>
            <pc:sldMk cId="1536278865" sldId="2258"/>
            <ac:picMk id="7" creationId="{B52D2A8D-5522-16BD-F9BE-1E9F6D490FA2}"/>
          </ac:picMkLst>
        </pc:picChg>
      </pc:sldChg>
      <pc:sldChg chg="addSp modSp add mod">
        <pc:chgData name="venkatesh k" userId="38679c20802dfd4d" providerId="LiveId" clId="{4E04E1C2-AE65-4D3F-9878-0D4EAB6AAC90}" dt="2025-12-06T05:20:55.956" v="7574" actId="207"/>
        <pc:sldMkLst>
          <pc:docMk/>
          <pc:sldMk cId="205754410" sldId="2260"/>
        </pc:sldMkLst>
        <pc:spChg chg="mod">
          <ac:chgData name="venkatesh k" userId="38679c20802dfd4d" providerId="LiveId" clId="{4E04E1C2-AE65-4D3F-9878-0D4EAB6AAC90}" dt="2025-12-05T06:55:28.393" v="6851" actId="20577"/>
          <ac:spMkLst>
            <pc:docMk/>
            <pc:sldMk cId="205754410" sldId="2260"/>
            <ac:spMk id="2" creationId="{4D925EC7-8CD5-F549-046A-29A1F0DB9537}"/>
          </ac:spMkLst>
        </pc:spChg>
        <pc:spChg chg="mod">
          <ac:chgData name="venkatesh k" userId="38679c20802dfd4d" providerId="LiveId" clId="{4E04E1C2-AE65-4D3F-9878-0D4EAB6AAC90}" dt="2025-12-05T06:53:27.342" v="6831" actId="20577"/>
          <ac:spMkLst>
            <pc:docMk/>
            <pc:sldMk cId="205754410" sldId="2260"/>
            <ac:spMk id="3" creationId="{35B5C791-03AC-62C6-3360-40699897C7B4}"/>
          </ac:spMkLst>
        </pc:spChg>
        <pc:spChg chg="mod">
          <ac:chgData name="venkatesh k" userId="38679c20802dfd4d" providerId="LiveId" clId="{4E04E1C2-AE65-4D3F-9878-0D4EAB6AAC90}" dt="2025-12-06T05:20:55.956" v="7574" actId="207"/>
          <ac:spMkLst>
            <pc:docMk/>
            <pc:sldMk cId="205754410" sldId="2260"/>
            <ac:spMk id="4" creationId="{86D0C157-24E9-D83C-5293-50CB6F89B4D7}"/>
          </ac:spMkLst>
        </pc:spChg>
        <pc:picChg chg="add mod">
          <ac:chgData name="venkatesh k" userId="38679c20802dfd4d" providerId="LiveId" clId="{4E04E1C2-AE65-4D3F-9878-0D4EAB6AAC90}" dt="2025-12-05T06:56:33.501" v="6866"/>
          <ac:picMkLst>
            <pc:docMk/>
            <pc:sldMk cId="205754410" sldId="2260"/>
            <ac:picMk id="5" creationId="{2EDF862B-6C06-B996-5992-B89AA2175301}"/>
          </ac:picMkLst>
        </pc:picChg>
      </pc:sldChg>
      <pc:sldChg chg="addSp modSp add mod">
        <pc:chgData name="venkatesh k" userId="38679c20802dfd4d" providerId="LiveId" clId="{4E04E1C2-AE65-4D3F-9878-0D4EAB6AAC90}" dt="2025-12-06T05:21:05.913" v="7576" actId="113"/>
        <pc:sldMkLst>
          <pc:docMk/>
          <pc:sldMk cId="1886651835" sldId="2261"/>
        </pc:sldMkLst>
        <pc:spChg chg="mod">
          <ac:chgData name="venkatesh k" userId="38679c20802dfd4d" providerId="LiveId" clId="{4E04E1C2-AE65-4D3F-9878-0D4EAB6AAC90}" dt="2025-12-05T06:55:43.216" v="6857" actId="20577"/>
          <ac:spMkLst>
            <pc:docMk/>
            <pc:sldMk cId="1886651835" sldId="2261"/>
            <ac:spMk id="2" creationId="{14909CFD-3270-4175-A631-64157BA7A9B3}"/>
          </ac:spMkLst>
        </pc:spChg>
        <pc:spChg chg="mod">
          <ac:chgData name="venkatesh k" userId="38679c20802dfd4d" providerId="LiveId" clId="{4E04E1C2-AE65-4D3F-9878-0D4EAB6AAC90}" dt="2025-12-05T06:53:43.315" v="6837" actId="20577"/>
          <ac:spMkLst>
            <pc:docMk/>
            <pc:sldMk cId="1886651835" sldId="2261"/>
            <ac:spMk id="3" creationId="{89260F08-F60A-6E32-429A-F3D25056178E}"/>
          </ac:spMkLst>
        </pc:spChg>
        <pc:spChg chg="mod">
          <ac:chgData name="venkatesh k" userId="38679c20802dfd4d" providerId="LiveId" clId="{4E04E1C2-AE65-4D3F-9878-0D4EAB6AAC90}" dt="2025-12-06T05:21:05.913" v="7576" actId="113"/>
          <ac:spMkLst>
            <pc:docMk/>
            <pc:sldMk cId="1886651835" sldId="2261"/>
            <ac:spMk id="4" creationId="{368E93ED-86CD-5462-B5EE-759DB3D46EFD}"/>
          </ac:spMkLst>
        </pc:spChg>
        <pc:picChg chg="add mod">
          <ac:chgData name="venkatesh k" userId="38679c20802dfd4d" providerId="LiveId" clId="{4E04E1C2-AE65-4D3F-9878-0D4EAB6AAC90}" dt="2025-12-05T06:56:36.502" v="6867"/>
          <ac:picMkLst>
            <pc:docMk/>
            <pc:sldMk cId="1886651835" sldId="2261"/>
            <ac:picMk id="7" creationId="{21FF6220-9DD0-80E1-6E8A-4ADF2692B14E}"/>
          </ac:picMkLst>
        </pc:picChg>
      </pc:sldChg>
      <pc:sldChg chg="addSp modSp add mod">
        <pc:chgData name="venkatesh k" userId="38679c20802dfd4d" providerId="LiveId" clId="{4E04E1C2-AE65-4D3F-9878-0D4EAB6AAC90}" dt="2025-12-05T06:56:38.878" v="6868"/>
        <pc:sldMkLst>
          <pc:docMk/>
          <pc:sldMk cId="1320256591" sldId="2262"/>
        </pc:sldMkLst>
        <pc:spChg chg="mod">
          <ac:chgData name="venkatesh k" userId="38679c20802dfd4d" providerId="LiveId" clId="{4E04E1C2-AE65-4D3F-9878-0D4EAB6AAC90}" dt="2025-12-05T06:55:52.525" v="6860" actId="20577"/>
          <ac:spMkLst>
            <pc:docMk/>
            <pc:sldMk cId="1320256591" sldId="2262"/>
            <ac:spMk id="2" creationId="{61956C48-2A0C-2DEA-7F4B-A6CF719B9270}"/>
          </ac:spMkLst>
        </pc:spChg>
        <pc:spChg chg="mod">
          <ac:chgData name="venkatesh k" userId="38679c20802dfd4d" providerId="LiveId" clId="{4E04E1C2-AE65-4D3F-9878-0D4EAB6AAC90}" dt="2025-12-05T06:53:53.504" v="6843" actId="20577"/>
          <ac:spMkLst>
            <pc:docMk/>
            <pc:sldMk cId="1320256591" sldId="2262"/>
            <ac:spMk id="3" creationId="{F83C9D8E-505C-D551-C184-57BC8E9AE5CB}"/>
          </ac:spMkLst>
        </pc:spChg>
        <pc:picChg chg="add mod">
          <ac:chgData name="venkatesh k" userId="38679c20802dfd4d" providerId="LiveId" clId="{4E04E1C2-AE65-4D3F-9878-0D4EAB6AAC90}" dt="2025-12-05T06:56:38.878" v="6868"/>
          <ac:picMkLst>
            <pc:docMk/>
            <pc:sldMk cId="1320256591" sldId="2262"/>
            <ac:picMk id="7" creationId="{8C500632-5BA8-9006-F700-20B26FD55A57}"/>
          </ac:picMkLst>
        </pc:picChg>
      </pc:sldChg>
      <pc:sldChg chg="addSp modSp add mod">
        <pc:chgData name="venkatesh k" userId="38679c20802dfd4d" providerId="LiveId" clId="{4E04E1C2-AE65-4D3F-9878-0D4EAB6AAC90}" dt="2025-12-05T06:56:41.309" v="6869"/>
        <pc:sldMkLst>
          <pc:docMk/>
          <pc:sldMk cId="509280530" sldId="2263"/>
        </pc:sldMkLst>
        <pc:spChg chg="mod">
          <ac:chgData name="venkatesh k" userId="38679c20802dfd4d" providerId="LiveId" clId="{4E04E1C2-AE65-4D3F-9878-0D4EAB6AAC90}" dt="2025-12-05T06:56:01.309" v="6863" actId="20577"/>
          <ac:spMkLst>
            <pc:docMk/>
            <pc:sldMk cId="509280530" sldId="2263"/>
            <ac:spMk id="2" creationId="{FC7B3F3C-0E85-B26D-E69F-D544F3403BDC}"/>
          </ac:spMkLst>
        </pc:spChg>
        <pc:spChg chg="mod">
          <ac:chgData name="venkatesh k" userId="38679c20802dfd4d" providerId="LiveId" clId="{4E04E1C2-AE65-4D3F-9878-0D4EAB6AAC90}" dt="2025-12-05T06:54:07.224" v="6849" actId="20577"/>
          <ac:spMkLst>
            <pc:docMk/>
            <pc:sldMk cId="509280530" sldId="2263"/>
            <ac:spMk id="3" creationId="{4B3529F1-7424-4B7D-B98B-429277CBAF47}"/>
          </ac:spMkLst>
        </pc:spChg>
        <pc:spChg chg="mod">
          <ac:chgData name="venkatesh k" userId="38679c20802dfd4d" providerId="LiveId" clId="{4E04E1C2-AE65-4D3F-9878-0D4EAB6AAC90}" dt="2025-12-05T06:56:18.815" v="6865" actId="113"/>
          <ac:spMkLst>
            <pc:docMk/>
            <pc:sldMk cId="509280530" sldId="2263"/>
            <ac:spMk id="4" creationId="{2767141E-B847-BD60-B1E1-5B2A25017809}"/>
          </ac:spMkLst>
        </pc:spChg>
        <pc:picChg chg="add mod">
          <ac:chgData name="venkatesh k" userId="38679c20802dfd4d" providerId="LiveId" clId="{4E04E1C2-AE65-4D3F-9878-0D4EAB6AAC90}" dt="2025-12-05T06:56:41.309" v="6869"/>
          <ac:picMkLst>
            <pc:docMk/>
            <pc:sldMk cId="509280530" sldId="2263"/>
            <ac:picMk id="7" creationId="{8B9AEE92-0668-F23D-CC8E-8C147032077F}"/>
          </ac:picMkLst>
        </pc:picChg>
      </pc:sldChg>
      <pc:sldChg chg="addSp delSp modSp new mod modClrScheme chgLayout">
        <pc:chgData name="venkatesh k" userId="38679c20802dfd4d" providerId="LiveId" clId="{4E04E1C2-AE65-4D3F-9878-0D4EAB6AAC90}" dt="2025-12-05T06:33:37.887" v="6587" actId="113"/>
        <pc:sldMkLst>
          <pc:docMk/>
          <pc:sldMk cId="2576295474" sldId="2264"/>
        </pc:sldMkLst>
        <pc:spChg chg="mod ord">
          <ac:chgData name="venkatesh k" userId="38679c20802dfd4d" providerId="LiveId" clId="{4E04E1C2-AE65-4D3F-9878-0D4EAB6AAC90}" dt="2025-12-05T06:33:37.887" v="6587" actId="113"/>
          <ac:spMkLst>
            <pc:docMk/>
            <pc:sldMk cId="2576295474" sldId="2264"/>
            <ac:spMk id="4" creationId="{8F6540F2-0169-E55B-A654-2DE74A715D0B}"/>
          </ac:spMkLst>
        </pc:spChg>
        <pc:spChg chg="add mod">
          <ac:chgData name="venkatesh k" userId="38679c20802dfd4d" providerId="LiveId" clId="{4E04E1C2-AE65-4D3F-9878-0D4EAB6AAC90}" dt="2025-12-05T06:32:01.921" v="6551" actId="1076"/>
          <ac:spMkLst>
            <pc:docMk/>
            <pc:sldMk cId="2576295474" sldId="2264"/>
            <ac:spMk id="12" creationId="{4131B5DA-0B4E-3A0D-B88D-E9C0F37A11A5}"/>
          </ac:spMkLst>
        </pc:spChg>
        <pc:spChg chg="add mod">
          <ac:chgData name="venkatesh k" userId="38679c20802dfd4d" providerId="LiveId" clId="{4E04E1C2-AE65-4D3F-9878-0D4EAB6AAC90}" dt="2025-12-05T06:31:55.454" v="6549"/>
          <ac:spMkLst>
            <pc:docMk/>
            <pc:sldMk cId="2576295474" sldId="2264"/>
            <ac:spMk id="14" creationId="{35A20D4E-6089-9013-3483-B6E24575E9F9}"/>
          </ac:spMkLst>
        </pc:spChg>
        <pc:spChg chg="add mod">
          <ac:chgData name="venkatesh k" userId="38679c20802dfd4d" providerId="LiveId" clId="{4E04E1C2-AE65-4D3F-9878-0D4EAB6AAC90}" dt="2025-12-05T06:32:12.395" v="6568" actId="20577"/>
          <ac:spMkLst>
            <pc:docMk/>
            <pc:sldMk cId="2576295474" sldId="2264"/>
            <ac:spMk id="15" creationId="{F10BC564-41C3-410E-183C-F21F4858B841}"/>
          </ac:spMkLst>
        </pc:spChg>
        <pc:spChg chg="add mod ord">
          <ac:chgData name="venkatesh k" userId="38679c20802dfd4d" providerId="LiveId" clId="{4E04E1C2-AE65-4D3F-9878-0D4EAB6AAC90}" dt="2025-12-05T06:33:19.697" v="6583" actId="14100"/>
          <ac:spMkLst>
            <pc:docMk/>
            <pc:sldMk cId="2576295474" sldId="2264"/>
            <ac:spMk id="18" creationId="{7674047E-E085-6019-BC87-C20E47A7C3B1}"/>
          </ac:spMkLst>
        </pc:spChg>
        <pc:spChg chg="add mod">
          <ac:chgData name="venkatesh k" userId="38679c20802dfd4d" providerId="LiveId" clId="{4E04E1C2-AE65-4D3F-9878-0D4EAB6AAC90}" dt="2025-12-05T06:32:47.977" v="6575"/>
          <ac:spMkLst>
            <pc:docMk/>
            <pc:sldMk cId="2576295474" sldId="2264"/>
            <ac:spMk id="20" creationId="{0518B279-ECAF-82B0-1772-5EC1CC1D6C21}"/>
          </ac:spMkLst>
        </pc:spChg>
        <pc:spChg chg="add mod">
          <ac:chgData name="venkatesh k" userId="38679c20802dfd4d" providerId="LiveId" clId="{4E04E1C2-AE65-4D3F-9878-0D4EAB6AAC90}" dt="2025-12-05T06:32:55.635" v="6576"/>
          <ac:spMkLst>
            <pc:docMk/>
            <pc:sldMk cId="2576295474" sldId="2264"/>
            <ac:spMk id="21" creationId="{2075FA96-C615-1E11-E94E-051DA3933883}"/>
          </ac:spMkLst>
        </pc:spChg>
        <pc:grpChg chg="add mod">
          <ac:chgData name="venkatesh k" userId="38679c20802dfd4d" providerId="LiveId" clId="{4E04E1C2-AE65-4D3F-9878-0D4EAB6AAC90}" dt="2025-12-05T06:32:01.921" v="6551" actId="1076"/>
          <ac:grpSpMkLst>
            <pc:docMk/>
            <pc:sldMk cId="2576295474" sldId="2264"/>
            <ac:grpSpMk id="13" creationId="{BC554A84-EB3D-D7BB-B8B8-482805D287BA}"/>
          </ac:grpSpMkLst>
        </pc:grpChg>
        <pc:picChg chg="add mod">
          <ac:chgData name="venkatesh k" userId="38679c20802dfd4d" providerId="LiveId" clId="{4E04E1C2-AE65-4D3F-9878-0D4EAB6AAC90}" dt="2025-12-05T06:33:31.566" v="6585" actId="14100"/>
          <ac:picMkLst>
            <pc:docMk/>
            <pc:sldMk cId="2576295474" sldId="2264"/>
            <ac:picMk id="22" creationId="{21B5974F-1773-6F0F-21AB-67E03C278067}"/>
          </ac:picMkLst>
        </pc:picChg>
      </pc:sldChg>
      <pc:sldChg chg="addSp modSp new mod">
        <pc:chgData name="venkatesh k" userId="38679c20802dfd4d" providerId="LiveId" clId="{4E04E1C2-AE65-4D3F-9878-0D4EAB6AAC90}" dt="2025-12-08T01:40:29.810" v="7637"/>
        <pc:sldMkLst>
          <pc:docMk/>
          <pc:sldMk cId="3789108981" sldId="2265"/>
        </pc:sldMkLst>
        <pc:spChg chg="mod">
          <ac:chgData name="venkatesh k" userId="38679c20802dfd4d" providerId="LiveId" clId="{4E04E1C2-AE65-4D3F-9878-0D4EAB6AAC90}" dt="2025-12-05T06:49:30.801" v="6771"/>
          <ac:spMkLst>
            <pc:docMk/>
            <pc:sldMk cId="3789108981" sldId="2265"/>
            <ac:spMk id="2" creationId="{FAE09228-E47E-1C43-8BAB-0E2E3E8870BD}"/>
          </ac:spMkLst>
        </pc:spChg>
        <pc:spChg chg="mod">
          <ac:chgData name="venkatesh k" userId="38679c20802dfd4d" providerId="LiveId" clId="{4E04E1C2-AE65-4D3F-9878-0D4EAB6AAC90}" dt="2025-12-08T01:40:29.810" v="7637"/>
          <ac:spMkLst>
            <pc:docMk/>
            <pc:sldMk cId="3789108981" sldId="2265"/>
            <ac:spMk id="3" creationId="{FA0491F0-AA25-4BC5-AE7E-2E92548CA0B1}"/>
          </ac:spMkLst>
        </pc:spChg>
        <pc:spChg chg="mod">
          <ac:chgData name="venkatesh k" userId="38679c20802dfd4d" providerId="LiveId" clId="{4E04E1C2-AE65-4D3F-9878-0D4EAB6AAC90}" dt="2025-12-05T06:49:36.749" v="6773" actId="113"/>
          <ac:spMkLst>
            <pc:docMk/>
            <pc:sldMk cId="3789108981" sldId="2265"/>
            <ac:spMk id="4" creationId="{F6409C7E-AAB8-6083-F79B-D2A8F0564B2D}"/>
          </ac:spMkLst>
        </pc:spChg>
        <pc:spChg chg="add mod">
          <ac:chgData name="venkatesh k" userId="38679c20802dfd4d" providerId="LiveId" clId="{4E04E1C2-AE65-4D3F-9878-0D4EAB6AAC90}" dt="2025-12-05T06:48:54.868" v="6767"/>
          <ac:spMkLst>
            <pc:docMk/>
            <pc:sldMk cId="3789108981" sldId="2265"/>
            <ac:spMk id="5" creationId="{1230834C-FC8F-9A9F-81B0-D2B069A8098C}"/>
          </ac:spMkLst>
        </pc:spChg>
        <pc:spChg chg="add mod">
          <ac:chgData name="venkatesh k" userId="38679c20802dfd4d" providerId="LiveId" clId="{4E04E1C2-AE65-4D3F-9878-0D4EAB6AAC90}" dt="2025-12-05T06:48:59.960" v="6768"/>
          <ac:spMkLst>
            <pc:docMk/>
            <pc:sldMk cId="3789108981" sldId="2265"/>
            <ac:spMk id="6" creationId="{39ED9358-9391-1B29-81DD-D36F49730C81}"/>
          </ac:spMkLst>
        </pc:spChg>
        <pc:picChg chg="add mod">
          <ac:chgData name="venkatesh k" userId="38679c20802dfd4d" providerId="LiveId" clId="{4E04E1C2-AE65-4D3F-9878-0D4EAB6AAC90}" dt="2025-12-05T06:49:50.260" v="6775" actId="14100"/>
          <ac:picMkLst>
            <pc:docMk/>
            <pc:sldMk cId="3789108981" sldId="2265"/>
            <ac:picMk id="7" creationId="{D1AD8082-817F-F7C5-C408-5BA69EC08C72}"/>
          </ac:picMkLst>
        </pc:picChg>
      </pc:sldChg>
      <pc:sldChg chg="addSp modSp new mod">
        <pc:chgData name="venkatesh k" userId="38679c20802dfd4d" providerId="LiveId" clId="{4E04E1C2-AE65-4D3F-9878-0D4EAB6AAC90}" dt="2025-12-05T07:58:50.783" v="7032"/>
        <pc:sldMkLst>
          <pc:docMk/>
          <pc:sldMk cId="3264538514" sldId="2266"/>
        </pc:sldMkLst>
        <pc:spChg chg="mod">
          <ac:chgData name="venkatesh k" userId="38679c20802dfd4d" providerId="LiveId" clId="{4E04E1C2-AE65-4D3F-9878-0D4EAB6AAC90}" dt="2025-12-05T07:58:30.332" v="7027" actId="20577"/>
          <ac:spMkLst>
            <pc:docMk/>
            <pc:sldMk cId="3264538514" sldId="2266"/>
            <ac:spMk id="2" creationId="{1F50AE78-AC86-070F-CC6F-06D40416E058}"/>
          </ac:spMkLst>
        </pc:spChg>
        <pc:spChg chg="mod">
          <ac:chgData name="venkatesh k" userId="38679c20802dfd4d" providerId="LiveId" clId="{4E04E1C2-AE65-4D3F-9878-0D4EAB6AAC90}" dt="2025-12-05T07:55:41.830" v="7001" actId="113"/>
          <ac:spMkLst>
            <pc:docMk/>
            <pc:sldMk cId="3264538514" sldId="2266"/>
            <ac:spMk id="3" creationId="{2C0A2D9F-EA74-F1B1-1A88-9C3123B3B0D0}"/>
          </ac:spMkLst>
        </pc:spChg>
        <pc:spChg chg="mod">
          <ac:chgData name="venkatesh k" userId="38679c20802dfd4d" providerId="LiveId" clId="{4E04E1C2-AE65-4D3F-9878-0D4EAB6AAC90}" dt="2025-12-05T07:58:44.104" v="7031" actId="113"/>
          <ac:spMkLst>
            <pc:docMk/>
            <pc:sldMk cId="3264538514" sldId="2266"/>
            <ac:spMk id="4" creationId="{A1712982-9C19-4049-4484-241057AAD63C}"/>
          </ac:spMkLst>
        </pc:spChg>
        <pc:spChg chg="add mod">
          <ac:chgData name="venkatesh k" userId="38679c20802dfd4d" providerId="LiveId" clId="{4E04E1C2-AE65-4D3F-9878-0D4EAB6AAC90}" dt="2025-12-05T07:58:35.382" v="7028"/>
          <ac:spMkLst>
            <pc:docMk/>
            <pc:sldMk cId="3264538514" sldId="2266"/>
            <ac:spMk id="5" creationId="{19AE28CD-D7D4-1887-943E-D1F4EEDC4E35}"/>
          </ac:spMkLst>
        </pc:spChg>
        <pc:spChg chg="add mod">
          <ac:chgData name="venkatesh k" userId="38679c20802dfd4d" providerId="LiveId" clId="{4E04E1C2-AE65-4D3F-9878-0D4EAB6AAC90}" dt="2025-12-05T07:58:39.838" v="7029"/>
          <ac:spMkLst>
            <pc:docMk/>
            <pc:sldMk cId="3264538514" sldId="2266"/>
            <ac:spMk id="6" creationId="{F1213F0F-5091-0735-102B-0E7C433619D1}"/>
          </ac:spMkLst>
        </pc:spChg>
        <pc:picChg chg="add mod">
          <ac:chgData name="venkatesh k" userId="38679c20802dfd4d" providerId="LiveId" clId="{4E04E1C2-AE65-4D3F-9878-0D4EAB6AAC90}" dt="2025-12-05T07:58:50.783" v="7032"/>
          <ac:picMkLst>
            <pc:docMk/>
            <pc:sldMk cId="3264538514" sldId="2266"/>
            <ac:picMk id="7" creationId="{5209F09C-7EF5-62C3-376F-B4A39F857D0D}"/>
          </ac:picMkLst>
        </pc:picChg>
      </pc:sldChg>
      <pc:sldChg chg="modSp mod">
        <pc:chgData name="venkatesh k" userId="38679c20802dfd4d" providerId="LiveId" clId="{4E04E1C2-AE65-4D3F-9878-0D4EAB6AAC90}" dt="2025-12-08T01:40:59.501" v="7644" actId="20577"/>
        <pc:sldMkLst>
          <pc:docMk/>
          <pc:sldMk cId="2107771378" sldId="2267"/>
        </pc:sldMkLst>
        <pc:spChg chg="mod">
          <ac:chgData name="venkatesh k" userId="38679c20802dfd4d" providerId="LiveId" clId="{4E04E1C2-AE65-4D3F-9878-0D4EAB6AAC90}" dt="2025-12-08T01:40:59.501" v="7644" actId="20577"/>
          <ac:spMkLst>
            <pc:docMk/>
            <pc:sldMk cId="2107771378" sldId="2267"/>
            <ac:spMk id="3" creationId="{D882DAEE-A4E1-E4EE-E290-D431D8B0EECB}"/>
          </ac:spMkLst>
        </pc:spChg>
      </pc:sldChg>
      <pc:sldChg chg="modSp mod">
        <pc:chgData name="venkatesh k" userId="38679c20802dfd4d" providerId="LiveId" clId="{4E04E1C2-AE65-4D3F-9878-0D4EAB6AAC90}" dt="2025-12-08T01:41:12.865" v="7651"/>
        <pc:sldMkLst>
          <pc:docMk/>
          <pc:sldMk cId="4144972142" sldId="2268"/>
        </pc:sldMkLst>
        <pc:spChg chg="mod">
          <ac:chgData name="venkatesh k" userId="38679c20802dfd4d" providerId="LiveId" clId="{4E04E1C2-AE65-4D3F-9878-0D4EAB6AAC90}" dt="2025-12-08T01:41:12.865" v="7651"/>
          <ac:spMkLst>
            <pc:docMk/>
            <pc:sldMk cId="4144972142" sldId="2268"/>
            <ac:spMk id="3" creationId="{F5AFC628-8703-9F4D-1A37-2F3A234C8866}"/>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D07649C-7C3B-4EAA-BA4E-416CDB9E5EB4}"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FAF35269-C867-4DAD-A764-E90BF5F8356A}">
      <dgm:prSet custT="1"/>
      <dgm:spPr/>
      <dgm:t>
        <a:bodyPr/>
        <a:lstStyle/>
        <a:p>
          <a:r>
            <a:rPr lang="en-IN" sz="5400" b="1" dirty="0">
              <a:solidFill>
                <a:srgbClr val="FF0000"/>
              </a:solidFill>
              <a:latin typeface="Algerian" panose="04020705040A02060702" pitchFamily="82" charset="0"/>
              <a:cs typeface="Times New Roman" panose="02020603050405020304" pitchFamily="18" charset="0"/>
            </a:rPr>
            <a:t>LINEAR SEATING ARRANGEMENTs</a:t>
          </a:r>
        </a:p>
      </dgm:t>
    </dgm:pt>
    <dgm:pt modelId="{186A38C3-4AAD-458F-8468-39C4624C8133}" type="parTrans" cxnId="{9D9D12FA-92BE-479A-9FA5-90F9A87C9154}">
      <dgm:prSet/>
      <dgm:spPr/>
      <dgm:t>
        <a:bodyPr/>
        <a:lstStyle/>
        <a:p>
          <a:endParaRPr lang="en-US"/>
        </a:p>
      </dgm:t>
    </dgm:pt>
    <dgm:pt modelId="{E8335ED8-14E7-4A77-99EF-3F9D9D18CED9}" type="sibTrans" cxnId="{9D9D12FA-92BE-479A-9FA5-90F9A87C9154}">
      <dgm:prSet/>
      <dgm:spPr/>
      <dgm:t>
        <a:bodyPr/>
        <a:lstStyle/>
        <a:p>
          <a:endParaRPr lang="en-US"/>
        </a:p>
      </dgm:t>
    </dgm:pt>
    <dgm:pt modelId="{DEA145FB-CED6-4E9C-B2D0-78C3E8CFB5AF}" type="pres">
      <dgm:prSet presAssocID="{ED07649C-7C3B-4EAA-BA4E-416CDB9E5EB4}" presName="hierChild1" presStyleCnt="0">
        <dgm:presLayoutVars>
          <dgm:chPref val="1"/>
          <dgm:dir/>
          <dgm:animOne val="branch"/>
          <dgm:animLvl val="lvl"/>
          <dgm:resizeHandles/>
        </dgm:presLayoutVars>
      </dgm:prSet>
      <dgm:spPr/>
    </dgm:pt>
    <dgm:pt modelId="{72F591B5-0E82-4B70-8FE7-E9BC6D2CB80B}" type="pres">
      <dgm:prSet presAssocID="{FAF35269-C867-4DAD-A764-E90BF5F8356A}" presName="hierRoot1" presStyleCnt="0"/>
      <dgm:spPr/>
    </dgm:pt>
    <dgm:pt modelId="{DE749A1B-7301-460A-BBAE-E3B7CAFC1886}" type="pres">
      <dgm:prSet presAssocID="{FAF35269-C867-4DAD-A764-E90BF5F8356A}" presName="composite" presStyleCnt="0"/>
      <dgm:spPr/>
    </dgm:pt>
    <dgm:pt modelId="{7FD0FB9C-97DA-4B83-A6FA-02C518B3DA71}" type="pres">
      <dgm:prSet presAssocID="{FAF35269-C867-4DAD-A764-E90BF5F8356A}" presName="background" presStyleLbl="node0" presStyleIdx="0" presStyleCnt="1"/>
      <dgm:spPr>
        <a:solidFill>
          <a:schemeClr val="accent5">
            <a:lumMod val="75000"/>
          </a:schemeClr>
        </a:solidFill>
      </dgm:spPr>
    </dgm:pt>
    <dgm:pt modelId="{BBE3EAD7-7BF3-4633-93DF-0E8939E501E5}" type="pres">
      <dgm:prSet presAssocID="{FAF35269-C867-4DAD-A764-E90BF5F8356A}" presName="text" presStyleLbl="fgAcc0" presStyleIdx="0" presStyleCnt="1" custScaleX="143961" custScaleY="116707">
        <dgm:presLayoutVars>
          <dgm:chPref val="3"/>
        </dgm:presLayoutVars>
      </dgm:prSet>
      <dgm:spPr/>
    </dgm:pt>
    <dgm:pt modelId="{615BFA46-DB8A-43EB-BAC4-00DD2E0C6529}" type="pres">
      <dgm:prSet presAssocID="{FAF35269-C867-4DAD-A764-E90BF5F8356A}" presName="hierChild2" presStyleCnt="0"/>
      <dgm:spPr/>
    </dgm:pt>
  </dgm:ptLst>
  <dgm:cxnLst>
    <dgm:cxn modelId="{1D5C703B-E1C4-4CAB-B70A-16CFB531F470}" type="presOf" srcId="{FAF35269-C867-4DAD-A764-E90BF5F8356A}" destId="{BBE3EAD7-7BF3-4633-93DF-0E8939E501E5}" srcOrd="0" destOrd="0" presId="urn:microsoft.com/office/officeart/2005/8/layout/hierarchy1"/>
    <dgm:cxn modelId="{0912F0EF-31D2-45EE-ACD6-A7A75EBA5394}" type="presOf" srcId="{ED07649C-7C3B-4EAA-BA4E-416CDB9E5EB4}" destId="{DEA145FB-CED6-4E9C-B2D0-78C3E8CFB5AF}" srcOrd="0" destOrd="0" presId="urn:microsoft.com/office/officeart/2005/8/layout/hierarchy1"/>
    <dgm:cxn modelId="{9D9D12FA-92BE-479A-9FA5-90F9A87C9154}" srcId="{ED07649C-7C3B-4EAA-BA4E-416CDB9E5EB4}" destId="{FAF35269-C867-4DAD-A764-E90BF5F8356A}" srcOrd="0" destOrd="0" parTransId="{186A38C3-4AAD-458F-8468-39C4624C8133}" sibTransId="{E8335ED8-14E7-4A77-99EF-3F9D9D18CED9}"/>
    <dgm:cxn modelId="{E60A5A6C-6368-4ADD-916D-35D5AAE23EBB}" type="presParOf" srcId="{DEA145FB-CED6-4E9C-B2D0-78C3E8CFB5AF}" destId="{72F591B5-0E82-4B70-8FE7-E9BC6D2CB80B}" srcOrd="0" destOrd="0" presId="urn:microsoft.com/office/officeart/2005/8/layout/hierarchy1"/>
    <dgm:cxn modelId="{B0EA8000-B158-4F00-8090-7ED75DECD6D3}" type="presParOf" srcId="{72F591B5-0E82-4B70-8FE7-E9BC6D2CB80B}" destId="{DE749A1B-7301-460A-BBAE-E3B7CAFC1886}" srcOrd="0" destOrd="0" presId="urn:microsoft.com/office/officeart/2005/8/layout/hierarchy1"/>
    <dgm:cxn modelId="{B2CBC7B6-4106-4443-A2EF-78F5B5778652}" type="presParOf" srcId="{DE749A1B-7301-460A-BBAE-E3B7CAFC1886}" destId="{7FD0FB9C-97DA-4B83-A6FA-02C518B3DA71}" srcOrd="0" destOrd="0" presId="urn:microsoft.com/office/officeart/2005/8/layout/hierarchy1"/>
    <dgm:cxn modelId="{0EB16708-D9ED-40C6-8CBC-7E583A6F9834}" type="presParOf" srcId="{DE749A1B-7301-460A-BBAE-E3B7CAFC1886}" destId="{BBE3EAD7-7BF3-4633-93DF-0E8939E501E5}" srcOrd="1" destOrd="0" presId="urn:microsoft.com/office/officeart/2005/8/layout/hierarchy1"/>
    <dgm:cxn modelId="{0FD46A3C-F46F-4C35-A42B-A3AB21B19CC3}" type="presParOf" srcId="{72F591B5-0E82-4B70-8FE7-E9BC6D2CB80B}" destId="{615BFA46-DB8A-43EB-BAC4-00DD2E0C6529}" srcOrd="1" destOrd="0" presId="urn:microsoft.com/office/officeart/2005/8/layout/hierarchy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D07649C-7C3B-4EAA-BA4E-416CDB9E5EB4}" type="doc">
      <dgm:prSet loTypeId="urn:microsoft.com/office/officeart/2005/8/layout/hierarchy1" loCatId="hierarchy" qsTypeId="urn:microsoft.com/office/officeart/2005/8/quickstyle/simple1" qsCatId="simple" csTypeId="urn:microsoft.com/office/officeart/2005/8/colors/accent0_3" csCatId="mainScheme" phldr="1"/>
      <dgm:spPr/>
      <dgm:t>
        <a:bodyPr/>
        <a:lstStyle/>
        <a:p>
          <a:endParaRPr lang="en-US"/>
        </a:p>
      </dgm:t>
    </dgm:pt>
    <dgm:pt modelId="{FAF35269-C867-4DAD-A764-E90BF5F8356A}">
      <dgm:prSet custT="1"/>
      <dgm:spPr/>
      <dgm:t>
        <a:bodyPr/>
        <a:lstStyle/>
        <a:p>
          <a:r>
            <a:rPr lang="en-IN" sz="5400" b="1" dirty="0">
              <a:solidFill>
                <a:srgbClr val="FF0000"/>
              </a:solidFill>
              <a:latin typeface="Algerian" panose="04020705040A02060702" pitchFamily="82" charset="0"/>
              <a:cs typeface="Times New Roman" panose="02020603050405020304" pitchFamily="18" charset="0"/>
            </a:rPr>
            <a:t>circular SEATING ARRANGEMENTs</a:t>
          </a:r>
        </a:p>
      </dgm:t>
    </dgm:pt>
    <dgm:pt modelId="{186A38C3-4AAD-458F-8468-39C4624C8133}" type="parTrans" cxnId="{9D9D12FA-92BE-479A-9FA5-90F9A87C9154}">
      <dgm:prSet/>
      <dgm:spPr/>
      <dgm:t>
        <a:bodyPr/>
        <a:lstStyle/>
        <a:p>
          <a:endParaRPr lang="en-US"/>
        </a:p>
      </dgm:t>
    </dgm:pt>
    <dgm:pt modelId="{E8335ED8-14E7-4A77-99EF-3F9D9D18CED9}" type="sibTrans" cxnId="{9D9D12FA-92BE-479A-9FA5-90F9A87C9154}">
      <dgm:prSet/>
      <dgm:spPr/>
      <dgm:t>
        <a:bodyPr/>
        <a:lstStyle/>
        <a:p>
          <a:endParaRPr lang="en-US"/>
        </a:p>
      </dgm:t>
    </dgm:pt>
    <dgm:pt modelId="{DEA145FB-CED6-4E9C-B2D0-78C3E8CFB5AF}" type="pres">
      <dgm:prSet presAssocID="{ED07649C-7C3B-4EAA-BA4E-416CDB9E5EB4}" presName="hierChild1" presStyleCnt="0">
        <dgm:presLayoutVars>
          <dgm:chPref val="1"/>
          <dgm:dir/>
          <dgm:animOne val="branch"/>
          <dgm:animLvl val="lvl"/>
          <dgm:resizeHandles/>
        </dgm:presLayoutVars>
      </dgm:prSet>
      <dgm:spPr/>
    </dgm:pt>
    <dgm:pt modelId="{72F591B5-0E82-4B70-8FE7-E9BC6D2CB80B}" type="pres">
      <dgm:prSet presAssocID="{FAF35269-C867-4DAD-A764-E90BF5F8356A}" presName="hierRoot1" presStyleCnt="0"/>
      <dgm:spPr/>
    </dgm:pt>
    <dgm:pt modelId="{DE749A1B-7301-460A-BBAE-E3B7CAFC1886}" type="pres">
      <dgm:prSet presAssocID="{FAF35269-C867-4DAD-A764-E90BF5F8356A}" presName="composite" presStyleCnt="0"/>
      <dgm:spPr/>
    </dgm:pt>
    <dgm:pt modelId="{7FD0FB9C-97DA-4B83-A6FA-02C518B3DA71}" type="pres">
      <dgm:prSet presAssocID="{FAF35269-C867-4DAD-A764-E90BF5F8356A}" presName="background" presStyleLbl="node0" presStyleIdx="0" presStyleCnt="1"/>
      <dgm:spPr>
        <a:solidFill>
          <a:schemeClr val="accent5">
            <a:lumMod val="75000"/>
          </a:schemeClr>
        </a:solidFill>
      </dgm:spPr>
    </dgm:pt>
    <dgm:pt modelId="{BBE3EAD7-7BF3-4633-93DF-0E8939E501E5}" type="pres">
      <dgm:prSet presAssocID="{FAF35269-C867-4DAD-A764-E90BF5F8356A}" presName="text" presStyleLbl="fgAcc0" presStyleIdx="0" presStyleCnt="1" custScaleX="118602">
        <dgm:presLayoutVars>
          <dgm:chPref val="3"/>
        </dgm:presLayoutVars>
      </dgm:prSet>
      <dgm:spPr/>
    </dgm:pt>
    <dgm:pt modelId="{615BFA46-DB8A-43EB-BAC4-00DD2E0C6529}" type="pres">
      <dgm:prSet presAssocID="{FAF35269-C867-4DAD-A764-E90BF5F8356A}" presName="hierChild2" presStyleCnt="0"/>
      <dgm:spPr/>
    </dgm:pt>
  </dgm:ptLst>
  <dgm:cxnLst>
    <dgm:cxn modelId="{1D5C703B-E1C4-4CAB-B70A-16CFB531F470}" type="presOf" srcId="{FAF35269-C867-4DAD-A764-E90BF5F8356A}" destId="{BBE3EAD7-7BF3-4633-93DF-0E8939E501E5}" srcOrd="0" destOrd="0" presId="urn:microsoft.com/office/officeart/2005/8/layout/hierarchy1"/>
    <dgm:cxn modelId="{0912F0EF-31D2-45EE-ACD6-A7A75EBA5394}" type="presOf" srcId="{ED07649C-7C3B-4EAA-BA4E-416CDB9E5EB4}" destId="{DEA145FB-CED6-4E9C-B2D0-78C3E8CFB5AF}" srcOrd="0" destOrd="0" presId="urn:microsoft.com/office/officeart/2005/8/layout/hierarchy1"/>
    <dgm:cxn modelId="{9D9D12FA-92BE-479A-9FA5-90F9A87C9154}" srcId="{ED07649C-7C3B-4EAA-BA4E-416CDB9E5EB4}" destId="{FAF35269-C867-4DAD-A764-E90BF5F8356A}" srcOrd="0" destOrd="0" parTransId="{186A38C3-4AAD-458F-8468-39C4624C8133}" sibTransId="{E8335ED8-14E7-4A77-99EF-3F9D9D18CED9}"/>
    <dgm:cxn modelId="{E60A5A6C-6368-4ADD-916D-35D5AAE23EBB}" type="presParOf" srcId="{DEA145FB-CED6-4E9C-B2D0-78C3E8CFB5AF}" destId="{72F591B5-0E82-4B70-8FE7-E9BC6D2CB80B}" srcOrd="0" destOrd="0" presId="urn:microsoft.com/office/officeart/2005/8/layout/hierarchy1"/>
    <dgm:cxn modelId="{B0EA8000-B158-4F00-8090-7ED75DECD6D3}" type="presParOf" srcId="{72F591B5-0E82-4B70-8FE7-E9BC6D2CB80B}" destId="{DE749A1B-7301-460A-BBAE-E3B7CAFC1886}" srcOrd="0" destOrd="0" presId="urn:microsoft.com/office/officeart/2005/8/layout/hierarchy1"/>
    <dgm:cxn modelId="{B2CBC7B6-4106-4443-A2EF-78F5B5778652}" type="presParOf" srcId="{DE749A1B-7301-460A-BBAE-E3B7CAFC1886}" destId="{7FD0FB9C-97DA-4B83-A6FA-02C518B3DA71}" srcOrd="0" destOrd="0" presId="urn:microsoft.com/office/officeart/2005/8/layout/hierarchy1"/>
    <dgm:cxn modelId="{0EB16708-D9ED-40C6-8CBC-7E583A6F9834}" type="presParOf" srcId="{DE749A1B-7301-460A-BBAE-E3B7CAFC1886}" destId="{BBE3EAD7-7BF3-4633-93DF-0E8939E501E5}" srcOrd="1" destOrd="0" presId="urn:microsoft.com/office/officeart/2005/8/layout/hierarchy1"/>
    <dgm:cxn modelId="{0FD46A3C-F46F-4C35-A42B-A3AB21B19CC3}" type="presParOf" srcId="{72F591B5-0E82-4B70-8FE7-E9BC6D2CB80B}" destId="{615BFA46-DB8A-43EB-BAC4-00DD2E0C6529}"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0FB9C-97DA-4B83-A6FA-02C518B3DA71}">
      <dsp:nvSpPr>
        <dsp:cNvPr id="0" name=""/>
        <dsp:cNvSpPr/>
      </dsp:nvSpPr>
      <dsp:spPr>
        <a:xfrm>
          <a:off x="1449600" y="3136"/>
          <a:ext cx="6861848" cy="3532375"/>
        </a:xfrm>
        <a:prstGeom prst="roundRect">
          <a:avLst>
            <a:gd name="adj" fmla="val 10000"/>
          </a:avLst>
        </a:prstGeom>
        <a:solidFill>
          <a:schemeClr val="accent5">
            <a:lumMod val="75000"/>
          </a:schemeClr>
        </a:solidFill>
        <a:ln w="48000" cap="flat" cmpd="thickThin"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E3EAD7-7BF3-4633-93DF-0E8939E501E5}">
      <dsp:nvSpPr>
        <dsp:cNvPr id="0" name=""/>
        <dsp:cNvSpPr/>
      </dsp:nvSpPr>
      <dsp:spPr>
        <a:xfrm>
          <a:off x="1979207" y="506262"/>
          <a:ext cx="6861848" cy="3532375"/>
        </a:xfrm>
        <a:prstGeom prst="roundRect">
          <a:avLst>
            <a:gd name="adj" fmla="val 10000"/>
          </a:avLst>
        </a:prstGeom>
        <a:solidFill>
          <a:schemeClr val="lt2">
            <a:alpha val="90000"/>
            <a:hueOff val="0"/>
            <a:satOff val="0"/>
            <a:lumOff val="0"/>
            <a:alphaOff val="0"/>
          </a:schemeClr>
        </a:solidFill>
        <a:ln w="48000" cap="flat" cmpd="thickThin"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IN" sz="5400" b="1" kern="1200" dirty="0">
              <a:solidFill>
                <a:srgbClr val="FF0000"/>
              </a:solidFill>
              <a:latin typeface="Algerian" panose="04020705040A02060702" pitchFamily="82" charset="0"/>
              <a:cs typeface="Times New Roman" panose="02020603050405020304" pitchFamily="18" charset="0"/>
            </a:rPr>
            <a:t>LINEAR SEATING ARRANGEMENTs</a:t>
          </a:r>
        </a:p>
      </dsp:txBody>
      <dsp:txXfrm>
        <a:off x="2082667" y="609722"/>
        <a:ext cx="6654928" cy="33254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D0FB9C-97DA-4B83-A6FA-02C518B3DA71}">
      <dsp:nvSpPr>
        <dsp:cNvPr id="0" name=""/>
        <dsp:cNvSpPr/>
      </dsp:nvSpPr>
      <dsp:spPr>
        <a:xfrm>
          <a:off x="1064736" y="500"/>
          <a:ext cx="7178618" cy="3843461"/>
        </a:xfrm>
        <a:prstGeom prst="roundRect">
          <a:avLst>
            <a:gd name="adj" fmla="val 10000"/>
          </a:avLst>
        </a:prstGeom>
        <a:solidFill>
          <a:schemeClr val="accent5">
            <a:lumMod val="75000"/>
          </a:schemeClr>
        </a:solidFill>
        <a:ln w="48000" cap="flat" cmpd="thickThin" algn="ctr">
          <a:solidFill>
            <a:schemeClr val="l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BBE3EAD7-7BF3-4633-93DF-0E8939E501E5}">
      <dsp:nvSpPr>
        <dsp:cNvPr id="0" name=""/>
        <dsp:cNvSpPr/>
      </dsp:nvSpPr>
      <dsp:spPr>
        <a:xfrm>
          <a:off x="1737258" y="639396"/>
          <a:ext cx="7178618" cy="3843461"/>
        </a:xfrm>
        <a:prstGeom prst="roundRect">
          <a:avLst>
            <a:gd name="adj" fmla="val 10000"/>
          </a:avLst>
        </a:prstGeom>
        <a:solidFill>
          <a:schemeClr val="lt2">
            <a:alpha val="90000"/>
            <a:hueOff val="0"/>
            <a:satOff val="0"/>
            <a:lumOff val="0"/>
            <a:alphaOff val="0"/>
          </a:schemeClr>
        </a:solidFill>
        <a:ln w="48000" cap="flat" cmpd="thickThin" algn="ctr">
          <a:solidFill>
            <a:schemeClr val="dk2">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IN" sz="5400" b="1" kern="1200" dirty="0">
              <a:solidFill>
                <a:srgbClr val="FF0000"/>
              </a:solidFill>
              <a:latin typeface="Algerian" panose="04020705040A02060702" pitchFamily="82" charset="0"/>
              <a:cs typeface="Times New Roman" panose="02020603050405020304" pitchFamily="18" charset="0"/>
            </a:rPr>
            <a:t>circular SEATING ARRANGEMENTs</a:t>
          </a:r>
        </a:p>
      </dsp:txBody>
      <dsp:txXfrm>
        <a:off x="1849829" y="751967"/>
        <a:ext cx="6953476" cy="3618319"/>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6331DC-D90F-4C91-B5D6-E715A70AE9D2}" type="datetimeFigureOut">
              <a:rPr lang="en-IN" smtClean="0"/>
              <a:t>13-05-2026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5FBAE0-CB80-47DA-8948-185ABF81D90F}" type="slidenum">
              <a:rPr lang="en-IN" smtClean="0"/>
              <a:t>‹#›</a:t>
            </a:fld>
            <a:endParaRPr lang="en-IN" dirty="0"/>
          </a:p>
        </p:txBody>
      </p:sp>
    </p:spTree>
    <p:extLst>
      <p:ext uri="{BB962C8B-B14F-4D97-AF65-F5344CB8AC3E}">
        <p14:creationId xmlns:p14="http://schemas.microsoft.com/office/powerpoint/2010/main" val="37055024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a:extLst>
              <a:ext uri="{FF2B5EF4-FFF2-40B4-BE49-F238E27FC236}">
                <a16:creationId xmlns:a16="http://schemas.microsoft.com/office/drawing/2014/main" id="{A079B8FB-5E11-2661-101A-19EB89B5048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243" name="Notes Placeholder 2">
            <a:extLst>
              <a:ext uri="{FF2B5EF4-FFF2-40B4-BE49-F238E27FC236}">
                <a16:creationId xmlns:a16="http://schemas.microsoft.com/office/drawing/2014/main" id="{B82C45A4-E7C9-63E1-AA70-C5B76E138CD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
        <p:nvSpPr>
          <p:cNvPr id="10244" name="Slide Number Placeholder 3">
            <a:extLst>
              <a:ext uri="{FF2B5EF4-FFF2-40B4-BE49-F238E27FC236}">
                <a16:creationId xmlns:a16="http://schemas.microsoft.com/office/drawing/2014/main" id="{57E6880E-BB25-437F-3C84-EA717265D0E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F6A5406-F735-45A7-B595-C6051C00901E}" type="slidenum">
              <a:rPr lang="en-US" altLang="en-US" smtClean="0">
                <a:latin typeface="Euphemia" pitchFamily="34" charset="0"/>
              </a:rPr>
              <a:pPr/>
              <a:t>1</a:t>
            </a:fld>
            <a:endParaRPr lang="en-US" altLang="en-US" dirty="0">
              <a:latin typeface="Euphemia"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195B2323-9914-407F-88BC-FE7D1D5D89BC}"/>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0739A3A-7BA3-4496-977C-44172EC2D7A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a:extLst>
              <a:ext uri="{FF2B5EF4-FFF2-40B4-BE49-F238E27FC236}">
                <a16:creationId xmlns:a16="http://schemas.microsoft.com/office/drawing/2014/main" id="{91EAF90D-4053-43F5-88A5-61654EC93AB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1" name="Notes Placeholder 2">
            <a:extLst>
              <a:ext uri="{FF2B5EF4-FFF2-40B4-BE49-F238E27FC236}">
                <a16:creationId xmlns:a16="http://schemas.microsoft.com/office/drawing/2014/main" id="{B4A71663-5BCE-4B98-AB33-B4E51346B3C4}"/>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dirty="0">
              <a:cs typeface="Arial" panose="020B0604020202020204" pitchFamily="34" charset="0"/>
            </a:endParaRPr>
          </a:p>
        </p:txBody>
      </p:sp>
      <p:sp>
        <p:nvSpPr>
          <p:cNvPr id="17412" name="Slide Number Placeholder 3">
            <a:extLst>
              <a:ext uri="{FF2B5EF4-FFF2-40B4-BE49-F238E27FC236}">
                <a16:creationId xmlns:a16="http://schemas.microsoft.com/office/drawing/2014/main" id="{0D1297F6-4B5D-4DBF-9A2E-C368B87AE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70A52F6-7920-4593-9FDB-8B598229221D}" type="slidenum">
              <a:rPr lang="en-US" altLang="en-US" smtClean="0">
                <a:latin typeface="Euphemia" panose="020B0503040102020104" pitchFamily="34" charset="0"/>
              </a:rPr>
              <a:pPr/>
              <a:t>3</a:t>
            </a:fld>
            <a:endParaRPr lang="en-US" altLang="en-US" dirty="0">
              <a:latin typeface="Euphemia" panose="020B05030401020201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F5FBAE0-CB80-47DA-8948-185ABF81D90F}" type="slidenum">
              <a:rPr lang="en-IN" smtClean="0"/>
              <a:t>16</a:t>
            </a:fld>
            <a:endParaRPr lang="en-IN" dirty="0"/>
          </a:p>
        </p:txBody>
      </p:sp>
    </p:spTree>
    <p:extLst>
      <p:ext uri="{BB962C8B-B14F-4D97-AF65-F5344CB8AC3E}">
        <p14:creationId xmlns:p14="http://schemas.microsoft.com/office/powerpoint/2010/main" val="1127755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100" b="1" dirty="0"/>
          </a:p>
        </p:txBody>
      </p:sp>
      <p:sp>
        <p:nvSpPr>
          <p:cNvPr id="4" name="Slide Number Placeholder 3"/>
          <p:cNvSpPr>
            <a:spLocks noGrp="1"/>
          </p:cNvSpPr>
          <p:nvPr>
            <p:ph type="sldNum" sz="quarter" idx="5"/>
          </p:nvPr>
        </p:nvSpPr>
        <p:spPr/>
        <p:txBody>
          <a:bodyPr/>
          <a:lstStyle/>
          <a:p>
            <a:fld id="{4F5FBAE0-CB80-47DA-8948-185ABF81D90F}" type="slidenum">
              <a:rPr lang="en-IN" smtClean="0"/>
              <a:t>59</a:t>
            </a:fld>
            <a:endParaRPr lang="en-IN" dirty="0"/>
          </a:p>
        </p:txBody>
      </p:sp>
    </p:spTree>
    <p:extLst>
      <p:ext uri="{BB962C8B-B14F-4D97-AF65-F5344CB8AC3E}">
        <p14:creationId xmlns:p14="http://schemas.microsoft.com/office/powerpoint/2010/main" val="80264769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518B936-544C-44CE-9817-6F3DAF3B1C50}"/>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sp>
        <p:nvSpPr>
          <p:cNvPr id="5" name="Rectangle 4">
            <a:extLst>
              <a:ext uri="{FF2B5EF4-FFF2-40B4-BE49-F238E27FC236}">
                <a16:creationId xmlns:a16="http://schemas.microsoft.com/office/drawing/2014/main" id="{3D2D647A-ACD4-49FB-951C-5B1CDED07017}"/>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pic>
        <p:nvPicPr>
          <p:cNvPr id="6" name="Picture 11">
            <a:extLst>
              <a:ext uri="{FF2B5EF4-FFF2-40B4-BE49-F238E27FC236}">
                <a16:creationId xmlns:a16="http://schemas.microsoft.com/office/drawing/2014/main" id="{C92D561F-381E-4C9C-843D-AAE636F158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7" name="Date Placeholder 3">
            <a:extLst>
              <a:ext uri="{FF2B5EF4-FFF2-40B4-BE49-F238E27FC236}">
                <a16:creationId xmlns:a16="http://schemas.microsoft.com/office/drawing/2014/main" id="{4B4BBA62-0FB3-4BDD-8CC7-071D50899199}"/>
              </a:ext>
            </a:extLst>
          </p:cNvPr>
          <p:cNvSpPr>
            <a:spLocks noGrp="1"/>
          </p:cNvSpPr>
          <p:nvPr>
            <p:ph type="dt" sz="half" idx="10"/>
          </p:nvPr>
        </p:nvSpPr>
        <p:spPr/>
        <p:txBody>
          <a:bodyPr/>
          <a:lstStyle>
            <a:lvl1pPr>
              <a:defRPr/>
            </a:lvl1pPr>
          </a:lstStyle>
          <a:p>
            <a:pPr>
              <a:defRPr/>
            </a:pPr>
            <a:endParaRPr dirty="0"/>
          </a:p>
        </p:txBody>
      </p:sp>
      <p:sp>
        <p:nvSpPr>
          <p:cNvPr id="8" name="Footer Placeholder 4">
            <a:extLst>
              <a:ext uri="{FF2B5EF4-FFF2-40B4-BE49-F238E27FC236}">
                <a16:creationId xmlns:a16="http://schemas.microsoft.com/office/drawing/2014/main" id="{1CBDF418-F9CE-44F8-ADD0-18ABEB4128CD}"/>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9" name="Slide Number Placeholder 5">
            <a:extLst>
              <a:ext uri="{FF2B5EF4-FFF2-40B4-BE49-F238E27FC236}">
                <a16:creationId xmlns:a16="http://schemas.microsoft.com/office/drawing/2014/main" id="{AFB02EAF-79E6-4B52-B5BA-41EE2566FF3F}"/>
              </a:ext>
            </a:extLst>
          </p:cNvPr>
          <p:cNvSpPr>
            <a:spLocks noGrp="1"/>
          </p:cNvSpPr>
          <p:nvPr>
            <p:ph type="sldNum" sz="quarter" idx="12"/>
          </p:nvPr>
        </p:nvSpPr>
        <p:spPr/>
        <p:txBody>
          <a:bodyPr/>
          <a:lstStyle>
            <a:lvl1pPr>
              <a:defRPr/>
            </a:lvl1pPr>
          </a:lstStyle>
          <a:p>
            <a:pPr>
              <a:defRPr/>
            </a:pPr>
            <a:fld id="{A3A9318E-3420-4128-979F-EB0DA0B56512}" type="slidenum">
              <a:rPr lang="en-US" altLang="en-US"/>
              <a:pPr>
                <a:defRPr/>
              </a:pPr>
              <a:t>‹#›</a:t>
            </a:fld>
            <a:endParaRPr lang="en-US" altLang="en-US" dirty="0"/>
          </a:p>
        </p:txBody>
      </p:sp>
    </p:spTree>
    <p:extLst>
      <p:ext uri="{BB962C8B-B14F-4D97-AF65-F5344CB8AC3E}">
        <p14:creationId xmlns:p14="http://schemas.microsoft.com/office/powerpoint/2010/main" val="2953784298"/>
      </p:ext>
    </p:extLst>
  </p:cSld>
  <p:clrMapOvr>
    <a:masterClrMapping/>
  </p:clrMapOvr>
  <p:transition spd="med">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E6FB7D83-5BEC-47C4-B156-A9014EFDBDE7}"/>
              </a:ext>
            </a:extLst>
          </p:cNvPr>
          <p:cNvSpPr>
            <a:spLocks noGrp="1"/>
          </p:cNvSpPr>
          <p:nvPr>
            <p:ph type="dt" sz="half" idx="10"/>
          </p:nvPr>
        </p:nvSpPr>
        <p:spPr/>
        <p:txBody>
          <a:bodyPr/>
          <a:lstStyle>
            <a:lvl1pPr>
              <a:defRPr/>
            </a:lvl1pPr>
          </a:lstStyle>
          <a:p>
            <a:pPr>
              <a:defRPr/>
            </a:pPr>
            <a:endParaRPr dirty="0"/>
          </a:p>
        </p:txBody>
      </p:sp>
      <p:sp>
        <p:nvSpPr>
          <p:cNvPr id="5" name="Footer Placeholder 4">
            <a:extLst>
              <a:ext uri="{FF2B5EF4-FFF2-40B4-BE49-F238E27FC236}">
                <a16:creationId xmlns:a16="http://schemas.microsoft.com/office/drawing/2014/main" id="{7E438E0A-367B-4384-897B-38845FEDF943}"/>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6" name="Slide Number Placeholder 5">
            <a:extLst>
              <a:ext uri="{FF2B5EF4-FFF2-40B4-BE49-F238E27FC236}">
                <a16:creationId xmlns:a16="http://schemas.microsoft.com/office/drawing/2014/main" id="{AE7AE690-3494-49A8-BD5F-76F43D5F3FC5}"/>
              </a:ext>
            </a:extLst>
          </p:cNvPr>
          <p:cNvSpPr>
            <a:spLocks noGrp="1"/>
          </p:cNvSpPr>
          <p:nvPr>
            <p:ph type="sldNum" sz="quarter" idx="12"/>
          </p:nvPr>
        </p:nvSpPr>
        <p:spPr/>
        <p:txBody>
          <a:bodyPr/>
          <a:lstStyle>
            <a:lvl1pPr>
              <a:defRPr/>
            </a:lvl1pPr>
          </a:lstStyle>
          <a:p>
            <a:pPr>
              <a:defRPr/>
            </a:pPr>
            <a:fld id="{2B250308-8EA2-45DA-8A7F-62B678343587}" type="slidenum">
              <a:rPr lang="en-US" altLang="en-US"/>
              <a:pPr>
                <a:defRPr/>
              </a:pPr>
              <a:t>‹#›</a:t>
            </a:fld>
            <a:endParaRPr lang="en-US" altLang="en-US" dirty="0"/>
          </a:p>
        </p:txBody>
      </p:sp>
    </p:spTree>
    <p:extLst>
      <p:ext uri="{BB962C8B-B14F-4D97-AF65-F5344CB8AC3E}">
        <p14:creationId xmlns:p14="http://schemas.microsoft.com/office/powerpoint/2010/main" val="870799022"/>
      </p:ext>
    </p:extLst>
  </p:cSld>
  <p:clrMapOvr>
    <a:masterClrMapping/>
  </p:clrMapOvr>
  <p:transition spd="med">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lide with Picture">
    <p:spTree>
      <p:nvGrpSpPr>
        <p:cNvPr id="1" name=""/>
        <p:cNvGrpSpPr/>
        <p:nvPr/>
      </p:nvGrpSpPr>
      <p:grpSpPr>
        <a:xfrm>
          <a:off x="0" y="0"/>
          <a:ext cx="0" cy="0"/>
          <a:chOff x="0" y="0"/>
          <a:chExt cx="0" cy="0"/>
        </a:xfrm>
      </p:grpSpPr>
      <p:grpSp>
        <p:nvGrpSpPr>
          <p:cNvPr id="5" name="Group 12">
            <a:extLst>
              <a:ext uri="{FF2B5EF4-FFF2-40B4-BE49-F238E27FC236}">
                <a16:creationId xmlns:a16="http://schemas.microsoft.com/office/drawing/2014/main" id="{94B0845E-FF46-4FB5-B426-5AF9E1D25977}"/>
              </a:ext>
            </a:extLst>
          </p:cNvPr>
          <p:cNvGrpSpPr>
            <a:grpSpLocks/>
          </p:cNvGrpSpPr>
          <p:nvPr/>
        </p:nvGrpSpPr>
        <p:grpSpPr bwMode="auto">
          <a:xfrm rot="10800000">
            <a:off x="0" y="5645150"/>
            <a:ext cx="12192000" cy="63500"/>
            <a:chOff x="507492" y="1501519"/>
            <a:chExt cx="8129016" cy="63125"/>
          </a:xfrm>
        </p:grpSpPr>
        <p:cxnSp>
          <p:nvCxnSpPr>
            <p:cNvPr id="6" name="Straight Connector 5">
              <a:extLst>
                <a:ext uri="{FF2B5EF4-FFF2-40B4-BE49-F238E27FC236}">
                  <a16:creationId xmlns:a16="http://schemas.microsoft.com/office/drawing/2014/main" id="{5CE99041-9D3F-4C93-9607-ACB2E6353496}"/>
                </a:ext>
              </a:extLst>
            </p:cNvPr>
            <p:cNvCxnSpPr/>
            <p:nvPr/>
          </p:nvCxnSpPr>
          <p:spPr>
            <a:xfrm>
              <a:off x="540304" y="1564644"/>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AEA85809-185A-4134-B90D-9FD923E2D9C7}"/>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8" name="Group 13">
            <a:extLst>
              <a:ext uri="{FF2B5EF4-FFF2-40B4-BE49-F238E27FC236}">
                <a16:creationId xmlns:a16="http://schemas.microsoft.com/office/drawing/2014/main" id="{F64B5766-437B-4BA5-A4B6-A0518AC146A6}"/>
              </a:ext>
            </a:extLst>
          </p:cNvPr>
          <p:cNvGrpSpPr>
            <a:grpSpLocks/>
          </p:cNvGrpSpPr>
          <p:nvPr/>
        </p:nvGrpSpPr>
        <p:grpSpPr bwMode="auto">
          <a:xfrm>
            <a:off x="0" y="1143000"/>
            <a:ext cx="12192000" cy="63500"/>
            <a:chOff x="507492" y="1501519"/>
            <a:chExt cx="8129016" cy="63125"/>
          </a:xfrm>
        </p:grpSpPr>
        <p:cxnSp>
          <p:nvCxnSpPr>
            <p:cNvPr id="9" name="Straight Connector 8">
              <a:extLst>
                <a:ext uri="{FF2B5EF4-FFF2-40B4-BE49-F238E27FC236}">
                  <a16:creationId xmlns:a16="http://schemas.microsoft.com/office/drawing/2014/main" id="{3D15B3FF-43DB-41C0-9E96-7AFD1BE84CFB}"/>
                </a:ext>
              </a:extLst>
            </p:cNvPr>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AE9303D-49D3-4BDD-8F68-42EF01CFC9B0}"/>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2" name="Rectangle 11">
            <a:extLst>
              <a:ext uri="{FF2B5EF4-FFF2-40B4-BE49-F238E27FC236}">
                <a16:creationId xmlns:a16="http://schemas.microsoft.com/office/drawing/2014/main" id="{0F539458-2A9E-4643-9DB0-A1BDD2D2839B}"/>
              </a:ext>
            </a:extLst>
          </p:cNvPr>
          <p:cNvSpPr/>
          <p:nvPr/>
        </p:nvSpPr>
        <p:spPr>
          <a:xfrm>
            <a:off x="0" y="577850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sp>
        <p:nvSpPr>
          <p:cNvPr id="13" name="Rectangle 12">
            <a:extLst>
              <a:ext uri="{FF2B5EF4-FFF2-40B4-BE49-F238E27FC236}">
                <a16:creationId xmlns:a16="http://schemas.microsoft.com/office/drawing/2014/main" id="{9C381BFC-98B2-4B25-91E0-7067E6C76FD9}"/>
              </a:ext>
            </a:extLst>
          </p:cNvPr>
          <p:cNvSpPr/>
          <p:nvPr/>
        </p:nvSpPr>
        <p:spPr>
          <a:xfrm>
            <a:off x="0" y="0"/>
            <a:ext cx="12192000" cy="1079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pic>
        <p:nvPicPr>
          <p:cNvPr id="14" name="Picture 19">
            <a:extLst>
              <a:ext uri="{FF2B5EF4-FFF2-40B4-BE49-F238E27FC236}">
                <a16:creationId xmlns:a16="http://schemas.microsoft.com/office/drawing/2014/main" id="{EE4FDB21-F36C-4FDC-A53B-416C59C7A9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52600" cy="229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pPr lvl="0"/>
            <a:endParaRPr noProof="0" dirty="0"/>
          </a:p>
        </p:txBody>
      </p:sp>
      <p:sp>
        <p:nvSpPr>
          <p:cNvPr id="3" name="Subtitle 2"/>
          <p:cNvSpPr>
            <a:spLocks noGrp="1"/>
          </p:cNvSpPr>
          <p:nvPr>
            <p:ph type="subTitle" idx="1"/>
          </p:nvPr>
        </p:nvSpPr>
        <p:spPr>
          <a:xfrm>
            <a:off x="1104900" y="4511784"/>
            <a:ext cx="5734050" cy="955565"/>
          </a:xfrm>
        </p:spPr>
        <p:txBody>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Tree>
    <p:extLst>
      <p:ext uri="{BB962C8B-B14F-4D97-AF65-F5344CB8AC3E}">
        <p14:creationId xmlns:p14="http://schemas.microsoft.com/office/powerpoint/2010/main" val="2844872555"/>
      </p:ext>
    </p:extLst>
  </p:cSld>
  <p:clrMapOvr>
    <a:masterClrMapping/>
  </p:clrMapOvr>
  <p:transition spd="med">
    <p:fad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DFCD78F7-5D3F-4DC6-978D-D2039072C6B8}"/>
              </a:ext>
            </a:extLst>
          </p:cNvPr>
          <p:cNvGrpSpPr>
            <a:grpSpLocks/>
          </p:cNvGrpSpPr>
          <p:nvPr/>
        </p:nvGrpSpPr>
        <p:grpSpPr bwMode="auto">
          <a:xfrm>
            <a:off x="0" y="2514600"/>
            <a:ext cx="12192000" cy="3194050"/>
            <a:chOff x="647402" y="2514600"/>
            <a:chExt cx="10838688" cy="3194035"/>
          </a:xfrm>
        </p:grpSpPr>
        <p:grpSp>
          <p:nvGrpSpPr>
            <p:cNvPr id="5" name="Group 10">
              <a:extLst>
                <a:ext uri="{FF2B5EF4-FFF2-40B4-BE49-F238E27FC236}">
                  <a16:creationId xmlns:a16="http://schemas.microsoft.com/office/drawing/2014/main" id="{B2ABD06D-71BB-449C-89C9-B078F9E02351}"/>
                </a:ext>
              </a:extLst>
            </p:cNvPr>
            <p:cNvGrpSpPr>
              <a:grpSpLocks/>
            </p:cNvGrpSpPr>
            <p:nvPr/>
          </p:nvGrpSpPr>
          <p:grpSpPr bwMode="auto">
            <a:xfrm>
              <a:off x="647402" y="2514600"/>
              <a:ext cx="10838688" cy="63500"/>
              <a:chOff x="507492" y="1501519"/>
              <a:chExt cx="8129016" cy="63500"/>
            </a:xfrm>
          </p:grpSpPr>
          <p:cxnSp>
            <p:nvCxnSpPr>
              <p:cNvPr id="10" name="Straight Connector 9">
                <a:extLst>
                  <a:ext uri="{FF2B5EF4-FFF2-40B4-BE49-F238E27FC236}">
                    <a16:creationId xmlns:a16="http://schemas.microsoft.com/office/drawing/2014/main" id="{333E3B0D-70EE-49F5-9DFF-AD8A77BDA6A7}"/>
                  </a:ext>
                </a:extLst>
              </p:cNvPr>
              <p:cNvCxnSpPr/>
              <p:nvPr/>
            </p:nvCxnSpPr>
            <p:spPr>
              <a:xfrm>
                <a:off x="507492" y="1565019"/>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9170850-1217-459E-A644-C7098F45B91F}"/>
                  </a:ext>
                </a:extLst>
              </p:cNvPr>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6" name="Rectangle 5">
              <a:extLst>
                <a:ext uri="{FF2B5EF4-FFF2-40B4-BE49-F238E27FC236}">
                  <a16:creationId xmlns:a16="http://schemas.microsoft.com/office/drawing/2014/main" id="{39EC8E82-86A1-4E4A-BCE2-047DCB71AC00}"/>
                </a:ext>
              </a:extLst>
            </p:cNvPr>
            <p:cNvSpPr/>
            <p:nvPr/>
          </p:nvSpPr>
          <p:spPr>
            <a:xfrm>
              <a:off x="647402" y="2641599"/>
              <a:ext cx="10838688" cy="29400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dirty="0"/>
            </a:p>
          </p:txBody>
        </p:sp>
        <p:grpSp>
          <p:nvGrpSpPr>
            <p:cNvPr id="7" name="Group 14">
              <a:extLst>
                <a:ext uri="{FF2B5EF4-FFF2-40B4-BE49-F238E27FC236}">
                  <a16:creationId xmlns:a16="http://schemas.microsoft.com/office/drawing/2014/main" id="{6E1318AA-DC14-4638-A8F3-DC49F1B31D72}"/>
                </a:ext>
              </a:extLst>
            </p:cNvPr>
            <p:cNvGrpSpPr>
              <a:grpSpLocks/>
            </p:cNvGrpSpPr>
            <p:nvPr/>
          </p:nvGrpSpPr>
          <p:grpSpPr bwMode="auto">
            <a:xfrm rot="10800000">
              <a:off x="641756" y="5645135"/>
              <a:ext cx="10838688" cy="63500"/>
              <a:chOff x="511726" y="1501519"/>
              <a:chExt cx="8129016" cy="63500"/>
            </a:xfrm>
          </p:grpSpPr>
          <p:cxnSp>
            <p:nvCxnSpPr>
              <p:cNvPr id="8" name="Straight Connector 7">
                <a:extLst>
                  <a:ext uri="{FF2B5EF4-FFF2-40B4-BE49-F238E27FC236}">
                    <a16:creationId xmlns:a16="http://schemas.microsoft.com/office/drawing/2014/main" id="{BA192468-6591-4AFA-9669-9EBF9796D405}"/>
                  </a:ext>
                </a:extLst>
              </p:cNvPr>
              <p:cNvCxnSpPr/>
              <p:nvPr/>
            </p:nvCxnSpPr>
            <p:spPr>
              <a:xfrm>
                <a:off x="540304" y="1565019"/>
                <a:ext cx="8129017"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736FB6B5-5992-4984-8D8A-58DC3E5FEB98}"/>
                  </a:ext>
                </a:extLst>
              </p:cNvPr>
              <p:cNvCxnSpPr/>
              <p:nvPr/>
            </p:nvCxnSpPr>
            <p:spPr>
              <a:xfrm>
                <a:off x="540304" y="1501519"/>
                <a:ext cx="8129017"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pic>
        <p:nvPicPr>
          <p:cNvPr id="12" name="Picture 19">
            <a:extLst>
              <a:ext uri="{FF2B5EF4-FFF2-40B4-BE49-F238E27FC236}">
                <a16:creationId xmlns:a16="http://schemas.microsoft.com/office/drawing/2014/main" id="{D635617A-91B2-4315-8939-DA8008E009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0800" y="0"/>
            <a:ext cx="1790700" cy="298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13" name="Date Placeholder 3">
            <a:extLst>
              <a:ext uri="{FF2B5EF4-FFF2-40B4-BE49-F238E27FC236}">
                <a16:creationId xmlns:a16="http://schemas.microsoft.com/office/drawing/2014/main" id="{8743D052-84AC-47D0-BB53-0C128A7817C0}"/>
              </a:ext>
            </a:extLst>
          </p:cNvPr>
          <p:cNvSpPr>
            <a:spLocks noGrp="1"/>
          </p:cNvSpPr>
          <p:nvPr>
            <p:ph type="dt" sz="half" idx="10"/>
          </p:nvPr>
        </p:nvSpPr>
        <p:spPr/>
        <p:txBody>
          <a:bodyPr/>
          <a:lstStyle>
            <a:lvl1pPr>
              <a:defRPr/>
            </a:lvl1pPr>
          </a:lstStyle>
          <a:p>
            <a:pPr>
              <a:defRPr/>
            </a:pPr>
            <a:endParaRPr dirty="0"/>
          </a:p>
        </p:txBody>
      </p:sp>
      <p:sp>
        <p:nvSpPr>
          <p:cNvPr id="14" name="Footer Placeholder 4">
            <a:extLst>
              <a:ext uri="{FF2B5EF4-FFF2-40B4-BE49-F238E27FC236}">
                <a16:creationId xmlns:a16="http://schemas.microsoft.com/office/drawing/2014/main" id="{4D190324-E9EA-49D1-B870-FE56628CEAF2}"/>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15" name="Slide Number Placeholder 5">
            <a:extLst>
              <a:ext uri="{FF2B5EF4-FFF2-40B4-BE49-F238E27FC236}">
                <a16:creationId xmlns:a16="http://schemas.microsoft.com/office/drawing/2014/main" id="{81714E59-FBC3-409F-86DD-28CC82424013}"/>
              </a:ext>
            </a:extLst>
          </p:cNvPr>
          <p:cNvSpPr>
            <a:spLocks noGrp="1"/>
          </p:cNvSpPr>
          <p:nvPr>
            <p:ph type="sldNum" sz="quarter" idx="12"/>
          </p:nvPr>
        </p:nvSpPr>
        <p:spPr/>
        <p:txBody>
          <a:bodyPr/>
          <a:lstStyle>
            <a:lvl1pPr>
              <a:defRPr/>
            </a:lvl1pPr>
          </a:lstStyle>
          <a:p>
            <a:pPr>
              <a:defRPr/>
            </a:pPr>
            <a:fld id="{E9D7D312-C288-4444-865C-1A10C55386BB}" type="slidenum">
              <a:rPr lang="en-US" altLang="en-US"/>
              <a:pPr>
                <a:defRPr/>
              </a:pPr>
              <a:t>‹#›</a:t>
            </a:fld>
            <a:endParaRPr lang="en-US" altLang="en-US" dirty="0"/>
          </a:p>
        </p:txBody>
      </p:sp>
    </p:spTree>
    <p:extLst>
      <p:ext uri="{BB962C8B-B14F-4D97-AF65-F5344CB8AC3E}">
        <p14:creationId xmlns:p14="http://schemas.microsoft.com/office/powerpoint/2010/main" val="2694420771"/>
      </p:ext>
    </p:extLst>
  </p:cSld>
  <p:clrMapOvr>
    <a:masterClrMapping/>
  </p:clrMapOvr>
  <p:transition spd="med">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a:extLst>
              <a:ext uri="{FF2B5EF4-FFF2-40B4-BE49-F238E27FC236}">
                <a16:creationId xmlns:a16="http://schemas.microsoft.com/office/drawing/2014/main" id="{E8DE0A5F-F948-4B77-A4A0-F2914D10494D}"/>
              </a:ext>
            </a:extLst>
          </p:cNvPr>
          <p:cNvSpPr>
            <a:spLocks noGrp="1"/>
          </p:cNvSpPr>
          <p:nvPr>
            <p:ph type="dt" sz="half" idx="10"/>
          </p:nvPr>
        </p:nvSpPr>
        <p:spPr/>
        <p:txBody>
          <a:bodyPr/>
          <a:lstStyle>
            <a:lvl1pPr>
              <a:defRPr/>
            </a:lvl1pPr>
          </a:lstStyle>
          <a:p>
            <a:pPr>
              <a:defRPr/>
            </a:pPr>
            <a:endParaRPr dirty="0"/>
          </a:p>
        </p:txBody>
      </p:sp>
      <p:sp>
        <p:nvSpPr>
          <p:cNvPr id="6" name="Footer Placeholder 5">
            <a:extLst>
              <a:ext uri="{FF2B5EF4-FFF2-40B4-BE49-F238E27FC236}">
                <a16:creationId xmlns:a16="http://schemas.microsoft.com/office/drawing/2014/main" id="{28761AD7-F111-451A-BD55-28206492E65D}"/>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7" name="Slide Number Placeholder 6">
            <a:extLst>
              <a:ext uri="{FF2B5EF4-FFF2-40B4-BE49-F238E27FC236}">
                <a16:creationId xmlns:a16="http://schemas.microsoft.com/office/drawing/2014/main" id="{3801755A-45F3-4F74-9BB3-74895E0C5C9F}"/>
              </a:ext>
            </a:extLst>
          </p:cNvPr>
          <p:cNvSpPr>
            <a:spLocks noGrp="1"/>
          </p:cNvSpPr>
          <p:nvPr>
            <p:ph type="sldNum" sz="quarter" idx="12"/>
          </p:nvPr>
        </p:nvSpPr>
        <p:spPr/>
        <p:txBody>
          <a:bodyPr/>
          <a:lstStyle>
            <a:lvl1pPr>
              <a:defRPr/>
            </a:lvl1pPr>
          </a:lstStyle>
          <a:p>
            <a:pPr>
              <a:defRPr/>
            </a:pPr>
            <a:fld id="{78B5D8D1-0D53-4E98-9458-788B1B7DB868}" type="slidenum">
              <a:rPr lang="en-US" altLang="en-US"/>
              <a:pPr>
                <a:defRPr/>
              </a:pPr>
              <a:t>‹#›</a:t>
            </a:fld>
            <a:endParaRPr lang="en-US" altLang="en-US" dirty="0"/>
          </a:p>
        </p:txBody>
      </p:sp>
    </p:spTree>
    <p:extLst>
      <p:ext uri="{BB962C8B-B14F-4D97-AF65-F5344CB8AC3E}">
        <p14:creationId xmlns:p14="http://schemas.microsoft.com/office/powerpoint/2010/main" val="4153313706"/>
      </p:ext>
    </p:extLst>
  </p:cSld>
  <p:clrMapOvr>
    <a:masterClrMapping/>
  </p:clrMapOvr>
  <p:transition spd="med">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a:extLst>
              <a:ext uri="{FF2B5EF4-FFF2-40B4-BE49-F238E27FC236}">
                <a16:creationId xmlns:a16="http://schemas.microsoft.com/office/drawing/2014/main" id="{DA5BF879-C60C-4E10-A1B9-88755158FA09}"/>
              </a:ext>
            </a:extLst>
          </p:cNvPr>
          <p:cNvSpPr>
            <a:spLocks noGrp="1"/>
          </p:cNvSpPr>
          <p:nvPr>
            <p:ph type="dt" sz="half" idx="10"/>
          </p:nvPr>
        </p:nvSpPr>
        <p:spPr/>
        <p:txBody>
          <a:bodyPr/>
          <a:lstStyle>
            <a:lvl1pPr>
              <a:defRPr/>
            </a:lvl1pPr>
          </a:lstStyle>
          <a:p>
            <a:pPr>
              <a:defRPr/>
            </a:pPr>
            <a:endParaRPr dirty="0"/>
          </a:p>
        </p:txBody>
      </p:sp>
      <p:sp>
        <p:nvSpPr>
          <p:cNvPr id="8" name="Footer Placeholder 7">
            <a:extLst>
              <a:ext uri="{FF2B5EF4-FFF2-40B4-BE49-F238E27FC236}">
                <a16:creationId xmlns:a16="http://schemas.microsoft.com/office/drawing/2014/main" id="{8F085D3B-23DE-4188-812A-22C4F33639E6}"/>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9" name="Slide Number Placeholder 8">
            <a:extLst>
              <a:ext uri="{FF2B5EF4-FFF2-40B4-BE49-F238E27FC236}">
                <a16:creationId xmlns:a16="http://schemas.microsoft.com/office/drawing/2014/main" id="{7B3952DE-71F7-412B-BB8C-C26928D6B1B9}"/>
              </a:ext>
            </a:extLst>
          </p:cNvPr>
          <p:cNvSpPr>
            <a:spLocks noGrp="1"/>
          </p:cNvSpPr>
          <p:nvPr>
            <p:ph type="sldNum" sz="quarter" idx="12"/>
          </p:nvPr>
        </p:nvSpPr>
        <p:spPr/>
        <p:txBody>
          <a:bodyPr/>
          <a:lstStyle>
            <a:lvl1pPr>
              <a:defRPr/>
            </a:lvl1pPr>
          </a:lstStyle>
          <a:p>
            <a:pPr>
              <a:defRPr/>
            </a:pPr>
            <a:fld id="{55568B95-C5B8-42E6-B711-0A5DBC4E0EB9}" type="slidenum">
              <a:rPr lang="en-US" altLang="en-US"/>
              <a:pPr>
                <a:defRPr/>
              </a:pPr>
              <a:t>‹#›</a:t>
            </a:fld>
            <a:endParaRPr lang="en-US" altLang="en-US" dirty="0"/>
          </a:p>
        </p:txBody>
      </p:sp>
    </p:spTree>
    <p:extLst>
      <p:ext uri="{BB962C8B-B14F-4D97-AF65-F5344CB8AC3E}">
        <p14:creationId xmlns:p14="http://schemas.microsoft.com/office/powerpoint/2010/main" val="1728227645"/>
      </p:ext>
    </p:extLst>
  </p:cSld>
  <p:clrMapOvr>
    <a:masterClrMapping/>
  </p:clrMapOvr>
  <p:transition spd="med">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4592B683-C88C-43DE-9844-4576C2BEDECE}"/>
              </a:ext>
            </a:extLst>
          </p:cNvPr>
          <p:cNvSpPr>
            <a:spLocks noGrp="1"/>
          </p:cNvSpPr>
          <p:nvPr>
            <p:ph type="dt" sz="half" idx="10"/>
          </p:nvPr>
        </p:nvSpPr>
        <p:spPr/>
        <p:txBody>
          <a:bodyPr/>
          <a:lstStyle>
            <a:lvl1pPr>
              <a:defRPr/>
            </a:lvl1pPr>
          </a:lstStyle>
          <a:p>
            <a:pPr>
              <a:defRPr/>
            </a:pPr>
            <a:endParaRPr dirty="0"/>
          </a:p>
        </p:txBody>
      </p:sp>
      <p:sp>
        <p:nvSpPr>
          <p:cNvPr id="4" name="Footer Placeholder 3">
            <a:extLst>
              <a:ext uri="{FF2B5EF4-FFF2-40B4-BE49-F238E27FC236}">
                <a16:creationId xmlns:a16="http://schemas.microsoft.com/office/drawing/2014/main" id="{0F80C7BB-D6C8-4963-8D22-C99DD2F1AEB6}"/>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5" name="Slide Number Placeholder 4">
            <a:extLst>
              <a:ext uri="{FF2B5EF4-FFF2-40B4-BE49-F238E27FC236}">
                <a16:creationId xmlns:a16="http://schemas.microsoft.com/office/drawing/2014/main" id="{577AED31-A05E-4258-9B70-CB115E02D75A}"/>
              </a:ext>
            </a:extLst>
          </p:cNvPr>
          <p:cNvSpPr>
            <a:spLocks noGrp="1"/>
          </p:cNvSpPr>
          <p:nvPr>
            <p:ph type="sldNum" sz="quarter" idx="12"/>
          </p:nvPr>
        </p:nvSpPr>
        <p:spPr/>
        <p:txBody>
          <a:bodyPr/>
          <a:lstStyle>
            <a:lvl1pPr>
              <a:defRPr/>
            </a:lvl1pPr>
          </a:lstStyle>
          <a:p>
            <a:pPr>
              <a:defRPr/>
            </a:pPr>
            <a:fld id="{0CCE3C2F-FFE4-4D04-9F32-6D368B67F023}" type="slidenum">
              <a:rPr lang="en-US" altLang="en-US"/>
              <a:pPr>
                <a:defRPr/>
              </a:pPr>
              <a:t>‹#›</a:t>
            </a:fld>
            <a:endParaRPr lang="en-US" altLang="en-US" dirty="0"/>
          </a:p>
        </p:txBody>
      </p:sp>
    </p:spTree>
    <p:extLst>
      <p:ext uri="{BB962C8B-B14F-4D97-AF65-F5344CB8AC3E}">
        <p14:creationId xmlns:p14="http://schemas.microsoft.com/office/powerpoint/2010/main" val="1947052525"/>
      </p:ext>
    </p:extLst>
  </p:cSld>
  <p:clrMapOvr>
    <a:masterClrMapping/>
  </p:clrMapOvr>
  <p:transition spd="med">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EF5DE01-0171-48E7-9090-D5B881D26047}"/>
              </a:ext>
            </a:extLst>
          </p:cNvPr>
          <p:cNvSpPr>
            <a:spLocks noGrp="1"/>
          </p:cNvSpPr>
          <p:nvPr>
            <p:ph type="dt" sz="half" idx="10"/>
          </p:nvPr>
        </p:nvSpPr>
        <p:spPr/>
        <p:txBody>
          <a:bodyPr/>
          <a:lstStyle>
            <a:lvl1pPr>
              <a:defRPr/>
            </a:lvl1pPr>
          </a:lstStyle>
          <a:p>
            <a:pPr>
              <a:defRPr/>
            </a:pPr>
            <a:endParaRPr dirty="0"/>
          </a:p>
        </p:txBody>
      </p:sp>
      <p:sp>
        <p:nvSpPr>
          <p:cNvPr id="3" name="Footer Placeholder 2">
            <a:extLst>
              <a:ext uri="{FF2B5EF4-FFF2-40B4-BE49-F238E27FC236}">
                <a16:creationId xmlns:a16="http://schemas.microsoft.com/office/drawing/2014/main" id="{841B570B-961B-4585-A2E3-6CCF46BA8E33}"/>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4" name="Slide Number Placeholder 3">
            <a:extLst>
              <a:ext uri="{FF2B5EF4-FFF2-40B4-BE49-F238E27FC236}">
                <a16:creationId xmlns:a16="http://schemas.microsoft.com/office/drawing/2014/main" id="{A5D4C2BB-F0A1-4598-9006-3237CD1C6478}"/>
              </a:ext>
            </a:extLst>
          </p:cNvPr>
          <p:cNvSpPr>
            <a:spLocks noGrp="1"/>
          </p:cNvSpPr>
          <p:nvPr>
            <p:ph type="sldNum" sz="quarter" idx="12"/>
          </p:nvPr>
        </p:nvSpPr>
        <p:spPr/>
        <p:txBody>
          <a:bodyPr/>
          <a:lstStyle>
            <a:lvl1pPr>
              <a:defRPr/>
            </a:lvl1pPr>
          </a:lstStyle>
          <a:p>
            <a:pPr>
              <a:defRPr/>
            </a:pPr>
            <a:fld id="{3B159404-096E-4491-BA35-272A35A35388}" type="slidenum">
              <a:rPr lang="en-US" altLang="en-US"/>
              <a:pPr>
                <a:defRPr/>
              </a:pPr>
              <a:t>‹#›</a:t>
            </a:fld>
            <a:endParaRPr lang="en-US" altLang="en-US" dirty="0"/>
          </a:p>
        </p:txBody>
      </p:sp>
    </p:spTree>
    <p:extLst>
      <p:ext uri="{BB962C8B-B14F-4D97-AF65-F5344CB8AC3E}">
        <p14:creationId xmlns:p14="http://schemas.microsoft.com/office/powerpoint/2010/main" val="407742718"/>
      </p:ext>
    </p:extLst>
  </p:cSld>
  <p:clrMapOvr>
    <a:masterClrMapping/>
  </p:clrMapOvr>
  <p:transition spd="med">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DD55E4A7-2CCF-48B4-8664-CBE27BC40E99}"/>
              </a:ext>
            </a:extLst>
          </p:cNvPr>
          <p:cNvSpPr>
            <a:spLocks noGrp="1"/>
          </p:cNvSpPr>
          <p:nvPr>
            <p:ph type="dt" sz="half" idx="10"/>
          </p:nvPr>
        </p:nvSpPr>
        <p:spPr/>
        <p:txBody>
          <a:bodyPr/>
          <a:lstStyle>
            <a:lvl1pPr>
              <a:defRPr/>
            </a:lvl1pPr>
          </a:lstStyle>
          <a:p>
            <a:pPr>
              <a:defRPr/>
            </a:pPr>
            <a:endParaRPr dirty="0"/>
          </a:p>
        </p:txBody>
      </p:sp>
      <p:sp>
        <p:nvSpPr>
          <p:cNvPr id="6" name="Footer Placeholder 5">
            <a:extLst>
              <a:ext uri="{FF2B5EF4-FFF2-40B4-BE49-F238E27FC236}">
                <a16:creationId xmlns:a16="http://schemas.microsoft.com/office/drawing/2014/main" id="{21E2F328-8AE4-47FD-B78F-040A67662FB9}"/>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7" name="Slide Number Placeholder 6">
            <a:extLst>
              <a:ext uri="{FF2B5EF4-FFF2-40B4-BE49-F238E27FC236}">
                <a16:creationId xmlns:a16="http://schemas.microsoft.com/office/drawing/2014/main" id="{2031F0E9-2735-42E8-9704-CD54F3FB5180}"/>
              </a:ext>
            </a:extLst>
          </p:cNvPr>
          <p:cNvSpPr>
            <a:spLocks noGrp="1"/>
          </p:cNvSpPr>
          <p:nvPr>
            <p:ph type="sldNum" sz="quarter" idx="12"/>
          </p:nvPr>
        </p:nvSpPr>
        <p:spPr/>
        <p:txBody>
          <a:bodyPr/>
          <a:lstStyle>
            <a:lvl1pPr>
              <a:defRPr/>
            </a:lvl1pPr>
          </a:lstStyle>
          <a:p>
            <a:pPr>
              <a:defRPr/>
            </a:pPr>
            <a:fld id="{F0F48F88-AB0D-4E28-BB2D-84173CF44F1A}" type="slidenum">
              <a:rPr lang="en-US" altLang="en-US"/>
              <a:pPr>
                <a:defRPr/>
              </a:pPr>
              <a:t>‹#›</a:t>
            </a:fld>
            <a:endParaRPr lang="en-US" altLang="en-US" dirty="0"/>
          </a:p>
        </p:txBody>
      </p:sp>
    </p:spTree>
    <p:extLst>
      <p:ext uri="{BB962C8B-B14F-4D97-AF65-F5344CB8AC3E}">
        <p14:creationId xmlns:p14="http://schemas.microsoft.com/office/powerpoint/2010/main" val="2539192225"/>
      </p:ext>
    </p:extLst>
  </p:cSld>
  <p:clrMapOvr>
    <a:masterClrMapping/>
  </p:clrMapOvr>
  <p:transition spd="med">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200"/>
            </a:lvl1pPr>
          </a:lstStyle>
          <a:p>
            <a:r>
              <a:t>Click to edit Master title style</a:t>
            </a:r>
          </a:p>
        </p:txBody>
      </p:sp>
      <p:sp>
        <p:nvSpPr>
          <p:cNvPr id="3" name="Picture Placeholder 2"/>
          <p:cNvSpPr>
            <a:spLocks noGrp="1"/>
          </p:cNvSpPr>
          <p:nvPr>
            <p:ph type="pic" idx="1"/>
          </p:nvPr>
        </p:nvSpPr>
        <p:spPr>
          <a:xfrm>
            <a:off x="4654671" y="1600199"/>
            <a:ext cx="6430912" cy="4572001"/>
          </a:xfrm>
        </p:spPr>
        <p:txBody>
          <a:bodyPr tIns="1188720"/>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noProof="0" dirty="0"/>
          </a:p>
        </p:txBody>
      </p:sp>
      <p:sp>
        <p:nvSpPr>
          <p:cNvPr id="4" name="Text Placeholder 3"/>
          <p:cNvSpPr>
            <a:spLocks noGrp="1"/>
          </p:cNvSpPr>
          <p:nvPr>
            <p:ph type="body" sz="half" idx="2"/>
          </p:nvPr>
        </p:nvSpPr>
        <p:spPr>
          <a:xfrm>
            <a:off x="1104900" y="1600200"/>
            <a:ext cx="3396996" cy="4572000"/>
          </a:xfrm>
        </p:spPr>
        <p:txBody>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a:extLst>
              <a:ext uri="{FF2B5EF4-FFF2-40B4-BE49-F238E27FC236}">
                <a16:creationId xmlns:a16="http://schemas.microsoft.com/office/drawing/2014/main" id="{1F9A7D6D-8CD0-423F-89F1-E8CCBCF75056}"/>
              </a:ext>
            </a:extLst>
          </p:cNvPr>
          <p:cNvSpPr>
            <a:spLocks noGrp="1"/>
          </p:cNvSpPr>
          <p:nvPr>
            <p:ph type="dt" sz="half" idx="10"/>
          </p:nvPr>
        </p:nvSpPr>
        <p:spPr/>
        <p:txBody>
          <a:bodyPr/>
          <a:lstStyle>
            <a:lvl1pPr>
              <a:defRPr/>
            </a:lvl1pPr>
          </a:lstStyle>
          <a:p>
            <a:pPr>
              <a:defRPr/>
            </a:pPr>
            <a:endParaRPr dirty="0"/>
          </a:p>
        </p:txBody>
      </p:sp>
      <p:sp>
        <p:nvSpPr>
          <p:cNvPr id="6" name="Footer Placeholder 5">
            <a:extLst>
              <a:ext uri="{FF2B5EF4-FFF2-40B4-BE49-F238E27FC236}">
                <a16:creationId xmlns:a16="http://schemas.microsoft.com/office/drawing/2014/main" id="{C00F7802-3826-4E8D-9680-195B0D38F12E}"/>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7" name="Slide Number Placeholder 6">
            <a:extLst>
              <a:ext uri="{FF2B5EF4-FFF2-40B4-BE49-F238E27FC236}">
                <a16:creationId xmlns:a16="http://schemas.microsoft.com/office/drawing/2014/main" id="{D7114693-9997-4C27-8BFD-5FEB86FCA2BD}"/>
              </a:ext>
            </a:extLst>
          </p:cNvPr>
          <p:cNvSpPr>
            <a:spLocks noGrp="1"/>
          </p:cNvSpPr>
          <p:nvPr>
            <p:ph type="sldNum" sz="quarter" idx="12"/>
          </p:nvPr>
        </p:nvSpPr>
        <p:spPr/>
        <p:txBody>
          <a:bodyPr/>
          <a:lstStyle>
            <a:lvl1pPr>
              <a:defRPr/>
            </a:lvl1pPr>
          </a:lstStyle>
          <a:p>
            <a:pPr>
              <a:defRPr/>
            </a:pPr>
            <a:fld id="{90962BF3-8439-4B95-905A-9C90EFFF6F89}" type="slidenum">
              <a:rPr lang="en-US" altLang="en-US"/>
              <a:pPr>
                <a:defRPr/>
              </a:pPr>
              <a:t>‹#›</a:t>
            </a:fld>
            <a:endParaRPr lang="en-US" altLang="en-US" dirty="0"/>
          </a:p>
        </p:txBody>
      </p:sp>
    </p:spTree>
    <p:extLst>
      <p:ext uri="{BB962C8B-B14F-4D97-AF65-F5344CB8AC3E}">
        <p14:creationId xmlns:p14="http://schemas.microsoft.com/office/powerpoint/2010/main" val="1786495951"/>
      </p:ext>
    </p:extLst>
  </p:cSld>
  <p:clrMapOvr>
    <a:masterClrMapping/>
  </p:clrMapOvr>
  <p:transition spd="med">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a:extLst>
              <a:ext uri="{FF2B5EF4-FFF2-40B4-BE49-F238E27FC236}">
                <a16:creationId xmlns:a16="http://schemas.microsoft.com/office/drawing/2014/main" id="{0F2344A3-E107-42D0-AB53-5CCEDA7D6FF0}"/>
              </a:ext>
            </a:extLst>
          </p:cNvPr>
          <p:cNvSpPr>
            <a:spLocks noGrp="1"/>
          </p:cNvSpPr>
          <p:nvPr>
            <p:ph type="dt" sz="half" idx="10"/>
          </p:nvPr>
        </p:nvSpPr>
        <p:spPr/>
        <p:txBody>
          <a:bodyPr/>
          <a:lstStyle>
            <a:lvl1pPr>
              <a:defRPr/>
            </a:lvl1pPr>
          </a:lstStyle>
          <a:p>
            <a:pPr>
              <a:defRPr/>
            </a:pPr>
            <a:endParaRPr dirty="0"/>
          </a:p>
        </p:txBody>
      </p:sp>
      <p:sp>
        <p:nvSpPr>
          <p:cNvPr id="5" name="Footer Placeholder 4">
            <a:extLst>
              <a:ext uri="{FF2B5EF4-FFF2-40B4-BE49-F238E27FC236}">
                <a16:creationId xmlns:a16="http://schemas.microsoft.com/office/drawing/2014/main" id="{8C648732-EA05-4983-8EC8-B77A2B43166D}"/>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6" name="Slide Number Placeholder 5">
            <a:extLst>
              <a:ext uri="{FF2B5EF4-FFF2-40B4-BE49-F238E27FC236}">
                <a16:creationId xmlns:a16="http://schemas.microsoft.com/office/drawing/2014/main" id="{B65F0F1D-A24C-40E5-B71F-F1D11960AF07}"/>
              </a:ext>
            </a:extLst>
          </p:cNvPr>
          <p:cNvSpPr>
            <a:spLocks noGrp="1"/>
          </p:cNvSpPr>
          <p:nvPr>
            <p:ph type="sldNum" sz="quarter" idx="12"/>
          </p:nvPr>
        </p:nvSpPr>
        <p:spPr/>
        <p:txBody>
          <a:bodyPr/>
          <a:lstStyle>
            <a:lvl1pPr>
              <a:defRPr/>
            </a:lvl1pPr>
          </a:lstStyle>
          <a:p>
            <a:pPr>
              <a:defRPr/>
            </a:pPr>
            <a:fld id="{1E0FE22C-3B47-4893-BA51-D75C9AD1BCF7}" type="slidenum">
              <a:rPr lang="en-US" altLang="en-US"/>
              <a:pPr>
                <a:defRPr/>
              </a:pPr>
              <a:t>‹#›</a:t>
            </a:fld>
            <a:endParaRPr lang="en-US" altLang="en-US" dirty="0"/>
          </a:p>
        </p:txBody>
      </p:sp>
    </p:spTree>
    <p:extLst>
      <p:ext uri="{BB962C8B-B14F-4D97-AF65-F5344CB8AC3E}">
        <p14:creationId xmlns:p14="http://schemas.microsoft.com/office/powerpoint/2010/main" val="222791070"/>
      </p:ext>
    </p:extLst>
  </p:cSld>
  <p:clrMapOvr>
    <a:masterClrMapping/>
  </p:clrMapOvr>
  <p:transition spd="med">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4" name="Group 9">
            <a:extLst>
              <a:ext uri="{FF2B5EF4-FFF2-40B4-BE49-F238E27FC236}">
                <a16:creationId xmlns:a16="http://schemas.microsoft.com/office/drawing/2014/main" id="{0A7B07DE-0811-43C2-997B-9AA2160082D8}"/>
              </a:ext>
            </a:extLst>
          </p:cNvPr>
          <p:cNvGrpSpPr>
            <a:grpSpLocks/>
          </p:cNvGrpSpPr>
          <p:nvPr/>
        </p:nvGrpSpPr>
        <p:grpSpPr bwMode="auto">
          <a:xfrm rot="5400000">
            <a:off x="6513513" y="3228975"/>
            <a:ext cx="5634038" cy="84137"/>
            <a:chOff x="1073150" y="1219201"/>
            <a:chExt cx="10058400" cy="63125"/>
          </a:xfrm>
        </p:grpSpPr>
        <p:cxnSp>
          <p:nvCxnSpPr>
            <p:cNvPr id="5" name="Straight Connector 4">
              <a:extLst>
                <a:ext uri="{FF2B5EF4-FFF2-40B4-BE49-F238E27FC236}">
                  <a16:creationId xmlns:a16="http://schemas.microsoft.com/office/drawing/2014/main" id="{05BA71C4-AADC-4C9A-884D-226C502BD47D}"/>
                </a:ext>
              </a:extLst>
            </p:cNvPr>
            <p:cNvCxnSpPr/>
            <p:nvPr/>
          </p:nvCxnSpPr>
          <p:spPr>
            <a:xfrm rot="10800000">
              <a:off x="1073151" y="1182279"/>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4F9CCF8E-CE0C-47B3-BF62-703C15F2D5B5}"/>
                </a:ext>
              </a:extLst>
            </p:cNvPr>
            <p:cNvCxnSpPr/>
            <p:nvPr/>
          </p:nvCxnSpPr>
          <p:spPr>
            <a:xfrm rot="10800000">
              <a:off x="1073151" y="1245404"/>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3">
            <a:extLst>
              <a:ext uri="{FF2B5EF4-FFF2-40B4-BE49-F238E27FC236}">
                <a16:creationId xmlns:a16="http://schemas.microsoft.com/office/drawing/2014/main" id="{661B8067-D59F-466B-B88F-DEC97BEA50B9}"/>
              </a:ext>
            </a:extLst>
          </p:cNvPr>
          <p:cNvSpPr>
            <a:spLocks noGrp="1"/>
          </p:cNvSpPr>
          <p:nvPr>
            <p:ph type="dt" sz="half" idx="10"/>
          </p:nvPr>
        </p:nvSpPr>
        <p:spPr/>
        <p:txBody>
          <a:bodyPr/>
          <a:lstStyle>
            <a:lvl1pPr>
              <a:defRPr/>
            </a:lvl1pPr>
          </a:lstStyle>
          <a:p>
            <a:pPr>
              <a:defRPr/>
            </a:pPr>
            <a:endParaRPr dirty="0"/>
          </a:p>
        </p:txBody>
      </p:sp>
      <p:sp>
        <p:nvSpPr>
          <p:cNvPr id="8" name="Footer Placeholder 4">
            <a:extLst>
              <a:ext uri="{FF2B5EF4-FFF2-40B4-BE49-F238E27FC236}">
                <a16:creationId xmlns:a16="http://schemas.microsoft.com/office/drawing/2014/main" id="{188AB951-12E9-46C6-8648-184EE3291A29}"/>
              </a:ext>
            </a:extLst>
          </p:cNvPr>
          <p:cNvSpPr>
            <a:spLocks noGrp="1"/>
          </p:cNvSpPr>
          <p:nvPr>
            <p:ph type="ftr" sz="quarter" idx="11"/>
          </p:nvPr>
        </p:nvSpPr>
        <p:spPr/>
        <p:txBody>
          <a:bodyPr/>
          <a:lstStyle>
            <a:lvl1pPr>
              <a:defRPr/>
            </a:lvl1pPr>
          </a:lstStyle>
          <a:p>
            <a:pPr>
              <a:defRPr/>
            </a:pPr>
            <a:r>
              <a:rPr lang="en-IN" dirty="0"/>
              <a:t>QUANT &amp; REASONING DEPARTMENT</a:t>
            </a:r>
            <a:endParaRPr dirty="0"/>
          </a:p>
        </p:txBody>
      </p:sp>
      <p:sp>
        <p:nvSpPr>
          <p:cNvPr id="9" name="Slide Number Placeholder 5">
            <a:extLst>
              <a:ext uri="{FF2B5EF4-FFF2-40B4-BE49-F238E27FC236}">
                <a16:creationId xmlns:a16="http://schemas.microsoft.com/office/drawing/2014/main" id="{BBE80738-D19C-4F5B-8F02-132799D3C576}"/>
              </a:ext>
            </a:extLst>
          </p:cNvPr>
          <p:cNvSpPr>
            <a:spLocks noGrp="1"/>
          </p:cNvSpPr>
          <p:nvPr>
            <p:ph type="sldNum" sz="quarter" idx="12"/>
          </p:nvPr>
        </p:nvSpPr>
        <p:spPr/>
        <p:txBody>
          <a:bodyPr/>
          <a:lstStyle>
            <a:lvl1pPr>
              <a:defRPr/>
            </a:lvl1pPr>
          </a:lstStyle>
          <a:p>
            <a:pPr>
              <a:defRPr/>
            </a:pPr>
            <a:fld id="{DE746FA2-23B9-49FB-B7B4-BE3D94D70C12}" type="slidenum">
              <a:rPr lang="en-US" altLang="en-US"/>
              <a:pPr>
                <a:defRPr/>
              </a:pPr>
              <a:t>‹#›</a:t>
            </a:fld>
            <a:endParaRPr lang="en-US" altLang="en-US" dirty="0"/>
          </a:p>
        </p:txBody>
      </p:sp>
    </p:spTree>
    <p:extLst>
      <p:ext uri="{BB962C8B-B14F-4D97-AF65-F5344CB8AC3E}">
        <p14:creationId xmlns:p14="http://schemas.microsoft.com/office/powerpoint/2010/main" val="2581461467"/>
      </p:ext>
    </p:extLst>
  </p:cSld>
  <p:clrMapOvr>
    <a:masterClrMapping/>
  </p:clrMapOvr>
  <p:transition spd="med">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EEEDEC"/>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DFDD0E12-3B3B-4427-86D4-05930BF8F7FC}"/>
              </a:ext>
            </a:extLst>
          </p:cNvPr>
          <p:cNvSpPr>
            <a:spLocks noGrp="1"/>
          </p:cNvSpPr>
          <p:nvPr>
            <p:ph type="title"/>
          </p:nvPr>
        </p:nvSpPr>
        <p:spPr bwMode="auto">
          <a:xfrm>
            <a:off x="1104900" y="76200"/>
            <a:ext cx="998061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p>
            <a:pPr lvl="0"/>
            <a:r>
              <a:rPr lang="en-US" altLang="en-US"/>
              <a:t>Click to edit Master title style</a:t>
            </a:r>
          </a:p>
        </p:txBody>
      </p:sp>
      <p:sp>
        <p:nvSpPr>
          <p:cNvPr id="3" name="Text Placeholder 2">
            <a:extLst>
              <a:ext uri="{FF2B5EF4-FFF2-40B4-BE49-F238E27FC236}">
                <a16:creationId xmlns:a16="http://schemas.microsoft.com/office/drawing/2014/main" id="{CCC1FECC-5E5F-475D-B1A0-3D165342FA77}"/>
              </a:ext>
            </a:extLst>
          </p:cNvPr>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a:extLst>
              <a:ext uri="{FF2B5EF4-FFF2-40B4-BE49-F238E27FC236}">
                <a16:creationId xmlns:a16="http://schemas.microsoft.com/office/drawing/2014/main" id="{5BDFD10A-71BF-471A-A726-5FB0E87BAE10}"/>
              </a:ext>
            </a:extLst>
          </p:cNvPr>
          <p:cNvSpPr>
            <a:spLocks noGrp="1"/>
          </p:cNvSpPr>
          <p:nvPr>
            <p:ph type="dt" sz="half" idx="2"/>
          </p:nvPr>
        </p:nvSpPr>
        <p:spPr>
          <a:xfrm>
            <a:off x="1104900" y="6356350"/>
            <a:ext cx="1828800" cy="365125"/>
          </a:xfrm>
          <a:prstGeom prst="rect">
            <a:avLst/>
          </a:prstGeom>
        </p:spPr>
        <p:txBody>
          <a:bodyPr vert="horz" lIns="0" tIns="45720" rIns="0" bIns="45720" rtlCol="0" anchor="ctr"/>
          <a:lstStyle>
            <a:lvl1pPr algn="l" eaLnBrk="1" fontAlgn="auto" hangingPunct="1">
              <a:spcBef>
                <a:spcPts val="0"/>
              </a:spcBef>
              <a:spcAft>
                <a:spcPts val="0"/>
              </a:spcAft>
              <a:defRPr sz="1200">
                <a:solidFill>
                  <a:schemeClr val="tx1">
                    <a:lumMod val="75000"/>
                  </a:schemeClr>
                </a:solidFill>
                <a:latin typeface="+mn-lt"/>
                <a:cs typeface="+mn-cs"/>
              </a:defRPr>
            </a:lvl1pPr>
          </a:lstStyle>
          <a:p>
            <a:pPr>
              <a:defRPr/>
            </a:pPr>
            <a:endParaRPr lang="en-US" dirty="0"/>
          </a:p>
        </p:txBody>
      </p:sp>
      <p:sp>
        <p:nvSpPr>
          <p:cNvPr id="5" name="Footer Placeholder 4">
            <a:extLst>
              <a:ext uri="{FF2B5EF4-FFF2-40B4-BE49-F238E27FC236}">
                <a16:creationId xmlns:a16="http://schemas.microsoft.com/office/drawing/2014/main" id="{842BFB65-29CC-4CE3-9A56-9032730661C7}"/>
              </a:ext>
            </a:extLst>
          </p:cNvPr>
          <p:cNvSpPr>
            <a:spLocks noGrp="1"/>
          </p:cNvSpPr>
          <p:nvPr>
            <p:ph type="ftr" sz="quarter" idx="3"/>
          </p:nvPr>
        </p:nvSpPr>
        <p:spPr>
          <a:xfrm>
            <a:off x="2933700" y="6356350"/>
            <a:ext cx="6324600" cy="365125"/>
          </a:xfrm>
          <a:prstGeom prst="rect">
            <a:avLst/>
          </a:prstGeom>
        </p:spPr>
        <p:txBody>
          <a:bodyPr vert="horz" lIns="0" tIns="45720" rIns="0" bIns="45720" rtlCol="0" anchor="ctr"/>
          <a:lstStyle>
            <a:lvl1pPr algn="ctr" eaLnBrk="1" fontAlgn="auto" hangingPunct="1">
              <a:spcBef>
                <a:spcPts val="0"/>
              </a:spcBef>
              <a:spcAft>
                <a:spcPts val="0"/>
              </a:spcAft>
              <a:defRPr sz="1200">
                <a:solidFill>
                  <a:schemeClr val="tx1">
                    <a:lumMod val="75000"/>
                  </a:schemeClr>
                </a:solidFill>
                <a:latin typeface="+mn-lt"/>
                <a:cs typeface="+mn-cs"/>
              </a:defRPr>
            </a:lvl1pPr>
          </a:lstStyle>
          <a:p>
            <a:pPr>
              <a:defRPr/>
            </a:pPr>
            <a:r>
              <a:rPr lang="en-US" dirty="0"/>
              <a:t>QUANT &amp; REASONING DEPARTMENT</a:t>
            </a:r>
          </a:p>
        </p:txBody>
      </p:sp>
      <p:sp>
        <p:nvSpPr>
          <p:cNvPr id="6" name="Slide Number Placeholder 5">
            <a:extLst>
              <a:ext uri="{FF2B5EF4-FFF2-40B4-BE49-F238E27FC236}">
                <a16:creationId xmlns:a16="http://schemas.microsoft.com/office/drawing/2014/main" id="{DA1B6992-6FA0-4047-9A2C-4BF6838B212C}"/>
              </a:ext>
            </a:extLst>
          </p:cNvPr>
          <p:cNvSpPr>
            <a:spLocks noGrp="1"/>
          </p:cNvSpPr>
          <p:nvPr>
            <p:ph type="sldNum" sz="quarter" idx="4"/>
          </p:nvPr>
        </p:nvSpPr>
        <p:spPr>
          <a:xfrm>
            <a:off x="9256713" y="6356350"/>
            <a:ext cx="1828800" cy="365125"/>
          </a:xfrm>
          <a:prstGeom prst="rect">
            <a:avLst/>
          </a:prstGeom>
        </p:spPr>
        <p:txBody>
          <a:bodyPr vert="horz" wrap="square" lIns="0" tIns="45720" rIns="0" bIns="45720" numCol="1" anchor="ctr" anchorCtr="0" compatLnSpc="1">
            <a:prstTxWarp prst="textNoShape">
              <a:avLst/>
            </a:prstTxWarp>
          </a:bodyPr>
          <a:lstStyle>
            <a:lvl1pPr algn="r" eaLnBrk="1" hangingPunct="1">
              <a:defRPr sz="1200">
                <a:solidFill>
                  <a:srgbClr val="3D3632"/>
                </a:solidFill>
                <a:latin typeface="Euphemia" panose="020F0502020204030204" pitchFamily="34" charset="0"/>
              </a:defRPr>
            </a:lvl1pPr>
          </a:lstStyle>
          <a:p>
            <a:pPr>
              <a:defRPr/>
            </a:pPr>
            <a:fld id="{E750FCB8-1CA0-4F9E-B9AB-FCCE0967CCFB}" type="slidenum">
              <a:rPr lang="en-US" altLang="en-US"/>
              <a:pPr>
                <a:defRPr/>
              </a:pPr>
              <a:t>‹#›</a:t>
            </a:fld>
            <a:endParaRPr lang="en-US" altLang="en-US" dirty="0"/>
          </a:p>
        </p:txBody>
      </p:sp>
      <p:grpSp>
        <p:nvGrpSpPr>
          <p:cNvPr id="1031" name="Group 14">
            <a:extLst>
              <a:ext uri="{FF2B5EF4-FFF2-40B4-BE49-F238E27FC236}">
                <a16:creationId xmlns:a16="http://schemas.microsoft.com/office/drawing/2014/main" id="{E76E5BAC-AF97-4D00-8E2B-5C89932EE42F}"/>
              </a:ext>
            </a:extLst>
          </p:cNvPr>
          <p:cNvGrpSpPr>
            <a:grpSpLocks/>
          </p:cNvGrpSpPr>
          <p:nvPr/>
        </p:nvGrpSpPr>
        <p:grpSpPr bwMode="auto">
          <a:xfrm>
            <a:off x="1103313" y="1219200"/>
            <a:ext cx="9985375" cy="84138"/>
            <a:chOff x="1073150" y="1219201"/>
            <a:chExt cx="10058400" cy="63125"/>
          </a:xfrm>
        </p:grpSpPr>
        <p:cxnSp>
          <p:nvCxnSpPr>
            <p:cNvPr id="13" name="Straight Connector 12">
              <a:extLst>
                <a:ext uri="{FF2B5EF4-FFF2-40B4-BE49-F238E27FC236}">
                  <a16:creationId xmlns:a16="http://schemas.microsoft.com/office/drawing/2014/main" id="{E6104917-B99A-4EE3-8620-7CF2612B2A69}"/>
                </a:ext>
              </a:extLst>
            </p:cNvPr>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F2FC5ACC-9F36-4B14-9041-63FDCB083B4D}"/>
                </a:ext>
              </a:extLst>
            </p:cNvPr>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272466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ransition spd="med">
    <p:fade/>
  </p:transition>
  <p:hf sldNum="0" hdr="0" dt="0"/>
  <p:txStyles>
    <p:title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p:titleStyle>
    <p:bodyStyle>
      <a:lvl1pPr marL="228600" indent="-228600" algn="l" rtl="0" eaLnBrk="0" fontAlgn="base" hangingPunct="0">
        <a:lnSpc>
          <a:spcPct val="90000"/>
        </a:lnSpc>
        <a:spcBef>
          <a:spcPts val="1800"/>
        </a:spcBef>
        <a:spcAft>
          <a:spcPct val="0"/>
        </a:spcAft>
        <a:buFont typeface="Wingdings" panose="05000000000000000000" pitchFamily="2" charset="2"/>
        <a:buChar char="§"/>
        <a:defRPr sz="2000" kern="1200">
          <a:solidFill>
            <a:schemeClr val="tx1"/>
          </a:solidFill>
          <a:latin typeface="+mn-lt"/>
          <a:ea typeface="+mn-ea"/>
          <a:cs typeface="+mn-cs"/>
        </a:defRPr>
      </a:lvl1pPr>
      <a:lvl2pPr marL="685800" indent="-228600" algn="l" rtl="0" eaLnBrk="0" fontAlgn="base" hangingPunct="0">
        <a:lnSpc>
          <a:spcPct val="90000"/>
        </a:lnSpc>
        <a:spcBef>
          <a:spcPts val="600"/>
        </a:spcBef>
        <a:spcAft>
          <a:spcPct val="0"/>
        </a:spcAft>
        <a:buFont typeface="Wingdings" panose="05000000000000000000" pitchFamily="2" charset="2"/>
        <a:buChar char="§"/>
        <a:defRPr sz="1600" kern="1200">
          <a:solidFill>
            <a:schemeClr val="tx1"/>
          </a:solidFill>
          <a:latin typeface="+mn-lt"/>
          <a:ea typeface="+mn-ea"/>
          <a:cs typeface="+mn-cs"/>
        </a:defRPr>
      </a:lvl2pPr>
      <a:lvl3pPr marL="11430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3pPr>
      <a:lvl4pPr marL="16002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4pPr>
      <a:lvl5pPr marL="2057400" indent="-228600" algn="l" rtl="0" eaLnBrk="0" fontAlgn="base" hangingPunct="0">
        <a:lnSpc>
          <a:spcPct val="90000"/>
        </a:lnSpc>
        <a:spcBef>
          <a:spcPts val="600"/>
        </a:spcBef>
        <a:spcAft>
          <a:spcPct val="0"/>
        </a:spcAft>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8.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4.png"/><Relationship Id="rId2" Type="http://schemas.openxmlformats.org/officeDocument/2006/relationships/diagramData" Target="../diagrams/data2.xml"/><Relationship Id="rId1" Type="http://schemas.openxmlformats.org/officeDocument/2006/relationships/slideLayout" Target="../slideLayouts/slideLayout8.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3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jpeg"/><Relationship Id="rId1" Type="http://schemas.openxmlformats.org/officeDocument/2006/relationships/slideLayout" Target="../slideLayouts/slideLayout5.xml"/></Relationships>
</file>

<file path=ppt/slides/_rels/slide3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jpeg"/><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4.png"/><Relationship Id="rId1" Type="http://schemas.openxmlformats.org/officeDocument/2006/relationships/slideLayout" Target="../slideLayouts/slideLayout2.xml"/><Relationship Id="rId5" Type="http://schemas.openxmlformats.org/officeDocument/2006/relationships/hyperlink" Target="https://creativecommons.org/licenses/by-sa/3.0/" TargetMode="External"/><Relationship Id="rId4" Type="http://schemas.openxmlformats.org/officeDocument/2006/relationships/hyperlink" Target="https://www.thebluediamondgallery.com/wooden-tile/t/thank-you.html"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CB40711-9E62-B0BC-D650-6FC3BD9ACF56}"/>
              </a:ext>
            </a:extLst>
          </p:cNvPr>
          <p:cNvSpPr>
            <a:spLocks noGrp="1"/>
          </p:cNvSpPr>
          <p:nvPr>
            <p:ph type="ctrTitle"/>
          </p:nvPr>
        </p:nvSpPr>
        <p:spPr>
          <a:xfrm>
            <a:off x="604838" y="3234662"/>
            <a:ext cx="11344275" cy="338138"/>
          </a:xfrm>
        </p:spPr>
        <p:txBody>
          <a:bodyPr>
            <a:normAutofit fontScale="90000"/>
          </a:bodyPr>
          <a:lstStyle/>
          <a:p>
            <a:pPr algn="ctr" eaLnBrk="1" hangingPunct="1">
              <a:defRPr/>
            </a:pPr>
            <a:r>
              <a:rPr lang="en-US" dirty="0">
                <a:solidFill>
                  <a:schemeClr val="tx2"/>
                </a:solidFill>
                <a:latin typeface="Algerian" panose="04020705040A02060702" pitchFamily="82" charset="0"/>
              </a:rPr>
              <a:t> </a:t>
            </a:r>
            <a:r>
              <a:rPr lang="fr-FR" dirty="0">
                <a:solidFill>
                  <a:schemeClr val="tx2"/>
                </a:solidFill>
              </a:rPr>
              <a:t>CAMPUS RECRUITMENT</a:t>
            </a:r>
            <a:br>
              <a:rPr lang="fr-FR" dirty="0">
                <a:solidFill>
                  <a:schemeClr val="tx2"/>
                </a:solidFill>
              </a:rPr>
            </a:br>
            <a:r>
              <a:rPr lang="fr-FR" dirty="0">
                <a:solidFill>
                  <a:schemeClr val="tx2"/>
                </a:solidFill>
              </a:rPr>
              <a:t> QUANTITATIVE APTITUDE TRAINING</a:t>
            </a:r>
            <a:br>
              <a:rPr lang="fr-FR" dirty="0">
                <a:solidFill>
                  <a:schemeClr val="tx2"/>
                </a:solidFill>
              </a:rPr>
            </a:br>
            <a:br>
              <a:rPr lang="fr-FR" dirty="0">
                <a:solidFill>
                  <a:schemeClr val="tx2"/>
                </a:solidFill>
              </a:rPr>
            </a:br>
            <a:endParaRPr lang="en-US" b="1" i="1" cap="none" dirty="0">
              <a:solidFill>
                <a:schemeClr val="tx2"/>
              </a:solidFill>
            </a:endParaRPr>
          </a:p>
        </p:txBody>
      </p:sp>
      <p:sp>
        <p:nvSpPr>
          <p:cNvPr id="9219" name="Rectangle 3">
            <a:extLst>
              <a:ext uri="{FF2B5EF4-FFF2-40B4-BE49-F238E27FC236}">
                <a16:creationId xmlns:a16="http://schemas.microsoft.com/office/drawing/2014/main" id="{70D1F97F-93A3-F292-B597-FA5B998DB52E}"/>
              </a:ext>
            </a:extLst>
          </p:cNvPr>
          <p:cNvSpPr txBox="1">
            <a:spLocks/>
          </p:cNvSpPr>
          <p:nvPr/>
        </p:nvSpPr>
        <p:spPr bwMode="auto">
          <a:xfrm>
            <a:off x="4075113" y="6235700"/>
            <a:ext cx="7219950" cy="458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800"/>
              </a:spcBef>
              <a:buFont typeface="Wingdings" panose="05000000000000000000" pitchFamily="2" charset="2"/>
              <a:buChar char="§"/>
              <a:defRPr sz="2000">
                <a:solidFill>
                  <a:schemeClr val="tx1"/>
                </a:solidFill>
                <a:latin typeface="Euphemia"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itchFamily="34" charset="0"/>
              </a:defRPr>
            </a:lvl9pPr>
          </a:lstStyle>
          <a:p>
            <a:pPr eaLnBrk="1" hangingPunct="1">
              <a:spcBef>
                <a:spcPts val="1000"/>
              </a:spcBef>
              <a:buFont typeface="Arial" panose="020B0604020202020204" pitchFamily="34" charset="0"/>
              <a:buNone/>
            </a:pPr>
            <a:r>
              <a:rPr lang="en-US" altLang="en-US" sz="2400" b="1" dirty="0">
                <a:solidFill>
                  <a:schemeClr val="bg2"/>
                </a:solidFill>
                <a:latin typeface="Cambria" panose="02040503050406030204" pitchFamily="18" charset="0"/>
              </a:rPr>
              <a:t>QUANT &amp; REASONING DEPARTMENT</a:t>
            </a:r>
          </a:p>
        </p:txBody>
      </p:sp>
      <p:pic>
        <p:nvPicPr>
          <p:cNvPr id="9220" name="Picture 2">
            <a:extLst>
              <a:ext uri="{FF2B5EF4-FFF2-40B4-BE49-F238E27FC236}">
                <a16:creationId xmlns:a16="http://schemas.microsoft.com/office/drawing/2014/main" id="{707C1922-E63C-6E59-B250-3F1EF46729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 r="29471"/>
          <a:stretch>
            <a:fillRect/>
          </a:stretch>
        </p:blipFill>
        <p:spPr bwMode="auto">
          <a:xfrm>
            <a:off x="10199688" y="163513"/>
            <a:ext cx="1871662" cy="800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07D222C7-5698-4F27-88E8-18558CD0D271}"/>
              </a:ext>
            </a:extLst>
          </p:cNvPr>
          <p:cNvSpPr>
            <a:spLocks noGrp="1"/>
          </p:cNvSpPr>
          <p:nvPr>
            <p:ph type="ctrTitle"/>
          </p:nvPr>
        </p:nvSpPr>
        <p:spPr>
          <a:xfrm>
            <a:off x="444500" y="2546350"/>
            <a:ext cx="6302375" cy="2219325"/>
          </a:xfrm>
        </p:spPr>
        <p:txBody>
          <a:bodyPr rtlCol="0">
            <a:normAutofit fontScale="90000"/>
          </a:bodyPr>
          <a:lstStyle/>
          <a:p>
            <a:pPr algn="ctr" eaLnBrk="1" fontAlgn="auto" hangingPunct="1">
              <a:spcAft>
                <a:spcPts val="0"/>
              </a:spcAft>
              <a:defRPr/>
            </a:pPr>
            <a:r>
              <a:rPr lang="en-US" b="1" i="1" dirty="0">
                <a:solidFill>
                  <a:schemeClr val="tx2"/>
                </a:solidFill>
                <a:latin typeface="Cambria" pitchFamily="18" charset="0"/>
              </a:rPr>
              <a:t>Welcome</a:t>
            </a:r>
            <a:br>
              <a:rPr lang="en-US" b="1" i="1" dirty="0">
                <a:solidFill>
                  <a:schemeClr val="tx2"/>
                </a:solidFill>
                <a:latin typeface="Cambria" pitchFamily="18" charset="0"/>
              </a:rPr>
            </a:br>
            <a:r>
              <a:rPr lang="en-US" b="1" i="1" dirty="0">
                <a:solidFill>
                  <a:schemeClr val="tx2"/>
                </a:solidFill>
                <a:latin typeface="Cambria" pitchFamily="18" charset="0"/>
              </a:rPr>
              <a:t>TO</a:t>
            </a:r>
            <a:br>
              <a:rPr lang="en-US" b="1" i="1" dirty="0">
                <a:solidFill>
                  <a:schemeClr val="tx2"/>
                </a:solidFill>
                <a:latin typeface="Cambria" pitchFamily="18" charset="0"/>
              </a:rPr>
            </a:br>
            <a:r>
              <a:rPr lang="en-US" b="1" i="1" dirty="0">
                <a:solidFill>
                  <a:schemeClr val="tx2"/>
                </a:solidFill>
                <a:latin typeface="Cambria" pitchFamily="18" charset="0"/>
              </a:rPr>
              <a:t>QUANTITATIVE APTITUDE </a:t>
            </a:r>
            <a:br>
              <a:rPr lang="en-US" b="1" i="1" dirty="0">
                <a:solidFill>
                  <a:schemeClr val="tx2"/>
                </a:solidFill>
                <a:latin typeface="Cambria" pitchFamily="18" charset="0"/>
              </a:rPr>
            </a:br>
            <a:r>
              <a:rPr lang="en-US" b="1" i="1" dirty="0">
                <a:solidFill>
                  <a:schemeClr val="tx2"/>
                </a:solidFill>
                <a:latin typeface="Cambria" pitchFamily="18" charset="0"/>
              </a:rPr>
              <a:t>&amp;</a:t>
            </a:r>
            <a:br>
              <a:rPr lang="en-US" b="1" i="1" dirty="0">
                <a:solidFill>
                  <a:schemeClr val="tx2"/>
                </a:solidFill>
                <a:latin typeface="Cambria" pitchFamily="18" charset="0"/>
              </a:rPr>
            </a:br>
            <a:r>
              <a:rPr lang="en-US" b="1" i="1" dirty="0">
                <a:solidFill>
                  <a:schemeClr val="tx2"/>
                </a:solidFill>
                <a:latin typeface="Cambria" pitchFamily="18" charset="0"/>
              </a:rPr>
              <a:t>REASONING DEPARTMENT</a:t>
            </a:r>
            <a:endParaRPr lang="en-US" b="1" i="1" dirty="0">
              <a:solidFill>
                <a:schemeClr val="tx2"/>
              </a:solidFill>
            </a:endParaRPr>
          </a:p>
        </p:txBody>
      </p:sp>
      <p:pic>
        <p:nvPicPr>
          <p:cNvPr id="16387" name="Picture 2" descr="KL Deemed to be University Logo">
            <a:extLst>
              <a:ext uri="{FF2B5EF4-FFF2-40B4-BE49-F238E27FC236}">
                <a16:creationId xmlns:a16="http://schemas.microsoft.com/office/drawing/2014/main" id="{528013E8-2F67-4B48-B6EE-D3D8D79CDB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469438" y="26988"/>
            <a:ext cx="3576637"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Placeholder 8">
            <a:extLst>
              <a:ext uri="{FF2B5EF4-FFF2-40B4-BE49-F238E27FC236}">
                <a16:creationId xmlns:a16="http://schemas.microsoft.com/office/drawing/2014/main" id="{F4EFE1C5-C928-4AAC-9EEF-C98BD6CE3A51}"/>
              </a:ext>
            </a:extLst>
          </p:cNvPr>
          <p:cNvPicPr>
            <a:picLocks noGrp="1" noChangeAspect="1" noChangeArrowheads="1"/>
          </p:cNvPicPr>
          <p:nvPr>
            <p:ph type="pic" sz="quarter" idx="13"/>
          </p:nvPr>
        </p:nvPicPr>
        <p:blipFill>
          <a:blip r:embed="rId4"/>
          <a:srcRect l="8724" r="8724"/>
          <a:stretch/>
        </p:blipFill>
        <p:spPr bwMode="auto">
          <a:xfrm>
            <a:off x="6999288" y="1320800"/>
            <a:ext cx="5210175" cy="4254500"/>
          </a:xfrm>
        </p:spPr>
      </p:pic>
      <p:sp>
        <p:nvSpPr>
          <p:cNvPr id="2" name="TextBox 1">
            <a:extLst>
              <a:ext uri="{FF2B5EF4-FFF2-40B4-BE49-F238E27FC236}">
                <a16:creationId xmlns:a16="http://schemas.microsoft.com/office/drawing/2014/main" id="{E6CFA256-DE35-42CA-AC14-39FC6EC3EEC2}"/>
              </a:ext>
            </a:extLst>
          </p:cNvPr>
          <p:cNvSpPr txBox="1"/>
          <p:nvPr/>
        </p:nvSpPr>
        <p:spPr>
          <a:xfrm rot="20025114">
            <a:off x="8187393" y="4624759"/>
            <a:ext cx="1047672" cy="400110"/>
          </a:xfrm>
          <a:prstGeom prst="rect">
            <a:avLst/>
          </a:prstGeom>
          <a:noFill/>
        </p:spPr>
        <p:txBody>
          <a:bodyPr>
            <a:spAutoFit/>
          </a:body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QUANT &amp;</a:t>
            </a:r>
          </a:p>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rPr>
              <a:t>REASONING</a:t>
            </a:r>
            <a:endParaRPr kumimoji="0" lang="en-IN" sz="1000" b="0" i="0" u="none" strike="noStrike" kern="1200" cap="none" spc="0" normalizeH="0" baseline="0" noProof="0" dirty="0">
              <a:ln>
                <a:noFill/>
              </a:ln>
              <a:solidFill>
                <a:srgbClr val="514843"/>
              </a:solidFill>
              <a:effectLst/>
              <a:highlight>
                <a:srgbClr val="C0C0C0"/>
              </a:highlight>
              <a:uLnTx/>
              <a:uFillTx/>
              <a:latin typeface="Arial" panose="020B0604020202020204" pitchFamily="34" charset="0"/>
              <a:ea typeface="+mn-ea"/>
              <a:cs typeface="Arial" panose="020B0604020202020204" pitchFamily="34" charset="0"/>
            </a:endParaRPr>
          </a:p>
        </p:txBody>
      </p:sp>
      <p:sp>
        <p:nvSpPr>
          <p:cNvPr id="16390" name="TextBox 2">
            <a:extLst>
              <a:ext uri="{FF2B5EF4-FFF2-40B4-BE49-F238E27FC236}">
                <a16:creationId xmlns:a16="http://schemas.microsoft.com/office/drawing/2014/main" id="{E683A80B-CE62-419D-AE78-926254A7F94F}"/>
              </a:ext>
            </a:extLst>
          </p:cNvPr>
          <p:cNvSpPr txBox="1">
            <a:spLocks noChangeArrowheads="1"/>
          </p:cNvSpPr>
          <p:nvPr/>
        </p:nvSpPr>
        <p:spPr bwMode="auto">
          <a:xfrm>
            <a:off x="10280650" y="731838"/>
            <a:ext cx="2014538"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altLang="en-US" sz="24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university</a:t>
            </a:r>
          </a:p>
        </p:txBody>
      </p:sp>
    </p:spTree>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E9AFF182-D60B-48A7-BD85-17A4AC21DE64}"/>
              </a:ext>
            </a:extLst>
          </p:cNvPr>
          <p:cNvSpPr>
            <a:spLocks noGrp="1"/>
          </p:cNvSpPr>
          <p:nvPr>
            <p:ph type="ctrTitle"/>
          </p:nvPr>
        </p:nvSpPr>
        <p:spPr>
          <a:xfrm>
            <a:off x="1104900" y="2292350"/>
            <a:ext cx="5734050" cy="2219325"/>
          </a:xfrm>
        </p:spPr>
        <p:txBody>
          <a:bodyPr rtlCol="0"/>
          <a:lstStyle/>
          <a:p>
            <a:pPr algn="ctr" eaLnBrk="1" fontAlgn="auto" hangingPunct="1">
              <a:spcAft>
                <a:spcPts val="0"/>
              </a:spcAft>
              <a:defRPr/>
            </a:pPr>
            <a:r>
              <a:rPr lang="en-US" b="1" dirty="0">
                <a:solidFill>
                  <a:srgbClr val="0070C0"/>
                </a:solidFill>
                <a:latin typeface="Times New Roman" panose="02020603050405020304" pitchFamily="18" charset="0"/>
                <a:cs typeface="Times New Roman" panose="02020603050405020304" pitchFamily="18" charset="0"/>
              </a:rPr>
              <a:t>SEATING ARRANGEMENTS</a:t>
            </a:r>
            <a:br>
              <a:rPr lang="en-US" b="1" dirty="0">
                <a:solidFill>
                  <a:srgbClr val="0070C0"/>
                </a:solidFill>
                <a:latin typeface="Times New Roman" panose="02020603050405020304" pitchFamily="18" charset="0"/>
                <a:cs typeface="Times New Roman" panose="02020603050405020304" pitchFamily="18" charset="0"/>
              </a:rPr>
            </a:br>
            <a:endParaRPr lang="en-US" sz="2400" b="1" dirty="0">
              <a:solidFill>
                <a:srgbClr val="0070C0"/>
              </a:solidFill>
              <a:latin typeface="Times New Roman" panose="02020603050405020304" pitchFamily="18" charset="0"/>
              <a:cs typeface="Times New Roman" panose="02020603050405020304" pitchFamily="18" charset="0"/>
            </a:endParaRPr>
          </a:p>
        </p:txBody>
      </p:sp>
      <p:pic>
        <p:nvPicPr>
          <p:cNvPr id="16387" name="Picture 2" descr="KL Deemed to be University Logo">
            <a:extLst>
              <a:ext uri="{FF2B5EF4-FFF2-40B4-BE49-F238E27FC236}">
                <a16:creationId xmlns:a16="http://schemas.microsoft.com/office/drawing/2014/main" id="{B1FB46E9-C142-407A-A564-65A2D6E8C68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47125" y="0"/>
            <a:ext cx="3576638" cy="1077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1">
            <a:extLst>
              <a:ext uri="{FF2B5EF4-FFF2-40B4-BE49-F238E27FC236}">
                <a16:creationId xmlns:a16="http://schemas.microsoft.com/office/drawing/2014/main" id="{82FF4FC2-645C-D6B0-7DC7-17CC05982AE4}"/>
              </a:ext>
            </a:extLst>
          </p:cNvPr>
          <p:cNvSpPr txBox="1">
            <a:spLocks/>
          </p:cNvSpPr>
          <p:nvPr/>
        </p:nvSpPr>
        <p:spPr>
          <a:xfrm>
            <a:off x="3397522" y="6197326"/>
            <a:ext cx="6324600" cy="365125"/>
          </a:xfrm>
          <a:prstGeom prst="rect">
            <a:avLst/>
          </a:prstGeom>
        </p:spPr>
        <p:txBody>
          <a:bodyPr/>
          <a:ls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defRPr/>
            </a:pPr>
            <a:r>
              <a:rPr lang="en-US" sz="2400" b="1" dirty="0">
                <a:solidFill>
                  <a:schemeClr val="bg2"/>
                </a:solidFill>
                <a:latin typeface="Times New Roman" panose="02020603050405020304" pitchFamily="18" charset="0"/>
                <a:cs typeface="Times New Roman" panose="02020603050405020304" pitchFamily="18" charset="0"/>
              </a:rPr>
              <a:t>QUANT &amp; REASONING DEPARTMENT</a:t>
            </a:r>
          </a:p>
        </p:txBody>
      </p:sp>
      <p:sp>
        <p:nvSpPr>
          <p:cNvPr id="2" name="Picture Placeholder 1">
            <a:extLst>
              <a:ext uri="{FF2B5EF4-FFF2-40B4-BE49-F238E27FC236}">
                <a16:creationId xmlns:a16="http://schemas.microsoft.com/office/drawing/2014/main" id="{5FD35ECA-E1C9-C6A0-F079-3BC50F561119}"/>
              </a:ext>
            </a:extLst>
          </p:cNvPr>
          <p:cNvSpPr>
            <a:spLocks noGrp="1"/>
          </p:cNvSpPr>
          <p:nvPr>
            <p:ph type="pic" sz="quarter" idx="13"/>
          </p:nvPr>
        </p:nvSpPr>
        <p:spPr/>
      </p:sp>
      <p:pic>
        <p:nvPicPr>
          <p:cNvPr id="1028" name="Picture 4" descr="Seating arrangement: лицензируемые стоковые фотографии без лицензионных  платежей (роялти) в количестве более 38 444 | Shutterstock">
            <a:extLst>
              <a:ext uri="{FF2B5EF4-FFF2-40B4-BE49-F238E27FC236}">
                <a16:creationId xmlns:a16="http://schemas.microsoft.com/office/drawing/2014/main" id="{78AD8311-64DF-9F82-55A2-2454EDE6098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81063" y="1310655"/>
            <a:ext cx="5193924" cy="44413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875C7-89A6-DB6E-FE91-8A8A8A81F916}"/>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42025971-2E29-C041-8A93-01E8817812EF}"/>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3" name="Content Placeholder 2">
            <a:extLst>
              <a:ext uri="{FF2B5EF4-FFF2-40B4-BE49-F238E27FC236}">
                <a16:creationId xmlns:a16="http://schemas.microsoft.com/office/drawing/2014/main" id="{150ECE31-ACFF-7B98-E05A-2A5ADDAEA238}"/>
              </a:ext>
            </a:extLst>
          </p:cNvPr>
          <p:cNvSpPr>
            <a:spLocks noGrp="1"/>
          </p:cNvSpPr>
          <p:nvPr>
            <p:ph idx="4294967295"/>
          </p:nvPr>
        </p:nvSpPr>
        <p:spPr>
          <a:xfrm>
            <a:off x="1287625" y="2669069"/>
            <a:ext cx="9890449" cy="2724025"/>
          </a:xfrm>
        </p:spPr>
        <p:txBody>
          <a:bodyPr>
            <a:noAutofit/>
          </a:bodyPr>
          <a:lstStyle/>
          <a:p>
            <a:pPr algn="ctr"/>
            <a:r>
              <a:rPr lang="en-IN" sz="2800" b="1" i="1" kern="100" dirty="0">
                <a:latin typeface="Calibri" panose="020F0502020204030204" pitchFamily="34" charset="0"/>
                <a:ea typeface="Calibri" panose="020F0502020204030204" pitchFamily="34" charset="0"/>
                <a:cs typeface="Times New Roman" panose="02020603050405020304" pitchFamily="18" charset="0"/>
              </a:rPr>
              <a:t>Data arrangement </a:t>
            </a:r>
            <a:r>
              <a:rPr lang="en-IN" sz="2800" b="1" kern="100" dirty="0">
                <a:latin typeface="Calibri" panose="020F0502020204030204" pitchFamily="34" charset="0"/>
                <a:ea typeface="Calibri" panose="020F0502020204030204" pitchFamily="34" charset="0"/>
                <a:cs typeface="Times New Roman" panose="02020603050405020304" pitchFamily="18" charset="0"/>
              </a:rPr>
              <a:t>is </a:t>
            </a:r>
            <a:r>
              <a:rPr lang="en-IN" sz="2800" b="1" i="1" kern="100" dirty="0">
                <a:latin typeface="Calibri" panose="020F0502020204030204" pitchFamily="34" charset="0"/>
                <a:ea typeface="Calibri" panose="020F0502020204030204" pitchFamily="34" charset="0"/>
                <a:cs typeface="Times New Roman" panose="02020603050405020304" pitchFamily="18" charset="0"/>
              </a:rPr>
              <a:t>one of the easiest topics </a:t>
            </a:r>
            <a:r>
              <a:rPr lang="en-IN" sz="2800" b="1" kern="100" dirty="0">
                <a:latin typeface="Calibri" panose="020F0502020204030204" pitchFamily="34" charset="0"/>
                <a:ea typeface="Calibri" panose="020F0502020204030204" pitchFamily="34" charset="0"/>
                <a:cs typeface="Times New Roman" panose="02020603050405020304" pitchFamily="18" charset="0"/>
              </a:rPr>
              <a:t>in </a:t>
            </a:r>
            <a:r>
              <a:rPr lang="en-IN" sz="2800" b="1" i="1" kern="100" dirty="0">
                <a:latin typeface="Calibri" panose="020F0502020204030204" pitchFamily="34" charset="0"/>
                <a:ea typeface="Calibri" panose="020F0502020204030204" pitchFamily="34" charset="0"/>
                <a:cs typeface="Times New Roman" panose="02020603050405020304" pitchFamily="18" charset="0"/>
              </a:rPr>
              <a:t>the Logical Reasoning section. Typically</a:t>
            </a:r>
            <a:r>
              <a:rPr lang="en-IN" sz="2800" b="1" kern="100" dirty="0">
                <a:latin typeface="Calibri" panose="020F0502020204030204" pitchFamily="34" charset="0"/>
                <a:ea typeface="Calibri" panose="020F0502020204030204" pitchFamily="34" charset="0"/>
                <a:cs typeface="Times New Roman" panose="02020603050405020304" pitchFamily="18" charset="0"/>
              </a:rPr>
              <a:t>, </a:t>
            </a:r>
            <a:r>
              <a:rPr lang="en-IN" sz="2800" b="1" i="1" kern="100" dirty="0">
                <a:latin typeface="Calibri" panose="020F0502020204030204" pitchFamily="34" charset="0"/>
                <a:ea typeface="Calibri" panose="020F0502020204030204" pitchFamily="34" charset="0"/>
                <a:cs typeface="Times New Roman" panose="02020603050405020304" pitchFamily="18" charset="0"/>
              </a:rPr>
              <a:t>a set of clues </a:t>
            </a:r>
            <a:r>
              <a:rPr lang="en-IN" sz="2800" b="1" kern="100" dirty="0">
                <a:latin typeface="Calibri" panose="020F0502020204030204" pitchFamily="34" charset="0"/>
                <a:ea typeface="Calibri" panose="020F0502020204030204" pitchFamily="34" charset="0"/>
                <a:cs typeface="Times New Roman" panose="02020603050405020304" pitchFamily="18" charset="0"/>
              </a:rPr>
              <a:t>are </a:t>
            </a:r>
            <a:r>
              <a:rPr lang="en-IN" sz="2800" b="1" i="1" kern="100" dirty="0">
                <a:latin typeface="Calibri" panose="020F0502020204030204" pitchFamily="34" charset="0"/>
                <a:ea typeface="Calibri" panose="020F0502020204030204" pitchFamily="34" charset="0"/>
                <a:cs typeface="Times New Roman" panose="02020603050405020304" pitchFamily="18" charset="0"/>
              </a:rPr>
              <a:t>given and one has to decipher </a:t>
            </a:r>
            <a:r>
              <a:rPr lang="en-IN" sz="2800" b="1" kern="100" dirty="0">
                <a:latin typeface="Calibri" panose="020F0502020204030204" pitchFamily="34" charset="0"/>
                <a:ea typeface="Calibri" panose="020F0502020204030204" pitchFamily="34" charset="0"/>
                <a:cs typeface="Times New Roman" panose="02020603050405020304" pitchFamily="18" charset="0"/>
              </a:rPr>
              <a:t>them </a:t>
            </a:r>
            <a:r>
              <a:rPr lang="en-IN" sz="2800" b="1" i="1" kern="100" dirty="0">
                <a:latin typeface="Calibri" panose="020F0502020204030204" pitchFamily="34" charset="0"/>
                <a:ea typeface="Calibri" panose="020F0502020204030204" pitchFamily="34" charset="0"/>
                <a:cs typeface="Times New Roman" panose="02020603050405020304" pitchFamily="18" charset="0"/>
              </a:rPr>
              <a:t>in order to arrange the given objects </a:t>
            </a:r>
            <a:r>
              <a:rPr lang="en-IN" sz="2800" b="1" kern="100" dirty="0">
                <a:latin typeface="Calibri" panose="020F0502020204030204" pitchFamily="34" charset="0"/>
                <a:ea typeface="Calibri" panose="020F0502020204030204" pitchFamily="34" charset="0"/>
                <a:cs typeface="Times New Roman" panose="02020603050405020304" pitchFamily="18" charset="0"/>
              </a:rPr>
              <a:t>in </a:t>
            </a:r>
            <a:r>
              <a:rPr lang="en-IN" sz="2800" b="1" i="1" kern="100" dirty="0">
                <a:latin typeface="Calibri" panose="020F0502020204030204" pitchFamily="34" charset="0"/>
                <a:ea typeface="Calibri" panose="020F0502020204030204" pitchFamily="34" charset="0"/>
                <a:cs typeface="Times New Roman" panose="02020603050405020304" pitchFamily="18" charset="0"/>
              </a:rPr>
              <a:t>a particular manner</a:t>
            </a:r>
            <a:endParaRPr lang="en-IN" sz="2800" b="1" kern="100" dirty="0">
              <a:latin typeface="Calibri" panose="020F0502020204030204" pitchFamily="34" charset="0"/>
              <a:ea typeface="Calibri" panose="020F0502020204030204" pitchFamily="34" charset="0"/>
              <a:cs typeface="Times New Roman" panose="02020603050405020304" pitchFamily="18" charset="0"/>
            </a:endParaRPr>
          </a:p>
          <a:p>
            <a:pPr algn="ctr"/>
            <a:endParaRPr lang="en-IN" sz="2800" b="1" dirty="0"/>
          </a:p>
          <a:p>
            <a:pPr marL="3657600" lvl="8" indent="0">
              <a:buNone/>
            </a:pPr>
            <a:endParaRPr lang="en-IN" sz="5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2649CA6-A814-3A16-A5E2-5729C7C62768}"/>
              </a:ext>
            </a:extLst>
          </p:cNvPr>
          <p:cNvSpPr txBox="1"/>
          <p:nvPr/>
        </p:nvSpPr>
        <p:spPr>
          <a:xfrm>
            <a:off x="2780522" y="440015"/>
            <a:ext cx="7455159" cy="707886"/>
          </a:xfrm>
          <a:prstGeom prst="rect">
            <a:avLst/>
          </a:prstGeom>
          <a:noFill/>
        </p:spPr>
        <p:txBody>
          <a:bodyPr wrap="square">
            <a:spAutoFit/>
          </a:bodyPr>
          <a:lstStyle/>
          <a:p>
            <a:r>
              <a:rPr lang="en-US" altLang="en-US" sz="4000" b="1" dirty="0">
                <a:solidFill>
                  <a:srgbClr val="0070C0"/>
                </a:solidFill>
                <a:latin typeface="Cambria" panose="02040503050406030204" pitchFamily="18" charset="0"/>
              </a:rPr>
              <a:t>SEATING ARRANGEMENTS </a:t>
            </a:r>
            <a:endParaRPr lang="en-IN" sz="4000" dirty="0">
              <a:latin typeface="Bodoni MT Black" panose="02070A03080606020203" pitchFamily="18" charset="0"/>
            </a:endParaRPr>
          </a:p>
        </p:txBody>
      </p:sp>
      <p:sp>
        <p:nvSpPr>
          <p:cNvPr id="5" name="Freeform: Shape 75">
            <a:extLst>
              <a:ext uri="{FF2B5EF4-FFF2-40B4-BE49-F238E27FC236}">
                <a16:creationId xmlns:a16="http://schemas.microsoft.com/office/drawing/2014/main" id="{475C63BA-32C0-8559-A3A5-01A8E257D95A}"/>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1">
            <a:extLst>
              <a:ext uri="{FF2B5EF4-FFF2-40B4-BE49-F238E27FC236}">
                <a16:creationId xmlns:a16="http://schemas.microsoft.com/office/drawing/2014/main" id="{CB130A60-49EF-415A-24E9-CE2DDAB22B2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07A8D457-E8A3-D1B4-649F-FBCD07E643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73148786"/>
      </p:ext>
    </p:extLst>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7D1D3368-7D12-4054-BB4E-33D5D9F41D6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3" name="Content Placeholder 2">
            <a:extLst>
              <a:ext uri="{FF2B5EF4-FFF2-40B4-BE49-F238E27FC236}">
                <a16:creationId xmlns:a16="http://schemas.microsoft.com/office/drawing/2014/main" id="{416CBD4C-87F9-4F87-CA5A-D05D827928BD}"/>
              </a:ext>
            </a:extLst>
          </p:cNvPr>
          <p:cNvSpPr>
            <a:spLocks noGrp="1"/>
          </p:cNvSpPr>
          <p:nvPr>
            <p:ph idx="4294967295"/>
          </p:nvPr>
        </p:nvSpPr>
        <p:spPr>
          <a:xfrm>
            <a:off x="1184988" y="1418767"/>
            <a:ext cx="9890449" cy="4937583"/>
          </a:xfrm>
        </p:spPr>
        <p:txBody>
          <a:bodyPr>
            <a:noAutofit/>
          </a:bodyPr>
          <a:lstStyle/>
          <a:p>
            <a:pPr marL="3657600" lvl="8" indent="0">
              <a:buNone/>
            </a:pPr>
            <a:r>
              <a:rPr lang="en-US" sz="4000" b="1" dirty="0">
                <a:solidFill>
                  <a:srgbClr val="0070C0"/>
                </a:solidFill>
                <a:latin typeface="Times New Roman" panose="02020603050405020304" pitchFamily="18" charset="0"/>
                <a:cs typeface="Times New Roman" panose="02020603050405020304" pitchFamily="18" charset="0"/>
              </a:rPr>
              <a:t>INDEX</a:t>
            </a:r>
          </a:p>
          <a:p>
            <a:pPr>
              <a:buFont typeface="Wingdings" panose="05000000000000000000" pitchFamily="2" charset="2"/>
              <a:buChar char="Ø"/>
            </a:pPr>
            <a:r>
              <a:rPr lang="en-US" sz="5400" dirty="0">
                <a:latin typeface="Times New Roman" panose="02020603050405020304" pitchFamily="18" charset="0"/>
                <a:cs typeface="Times New Roman" panose="02020603050405020304" pitchFamily="18" charset="0"/>
              </a:rPr>
              <a:t>Linear Arrangement</a:t>
            </a:r>
          </a:p>
          <a:p>
            <a:pPr>
              <a:buFont typeface="Wingdings" panose="05000000000000000000" pitchFamily="2" charset="2"/>
              <a:buChar char="Ø"/>
            </a:pPr>
            <a:r>
              <a:rPr lang="en-US" sz="5400" dirty="0">
                <a:latin typeface="Times New Roman" panose="02020603050405020304" pitchFamily="18" charset="0"/>
                <a:cs typeface="Times New Roman" panose="02020603050405020304" pitchFamily="18" charset="0"/>
              </a:rPr>
              <a:t>Circular Arrangement</a:t>
            </a:r>
          </a:p>
          <a:p>
            <a:pPr>
              <a:buFont typeface="Wingdings" panose="05000000000000000000" pitchFamily="2" charset="2"/>
              <a:buChar char="Ø"/>
            </a:pPr>
            <a:r>
              <a:rPr lang="en-US" sz="5400" dirty="0">
                <a:latin typeface="Times New Roman" panose="02020603050405020304" pitchFamily="18" charset="0"/>
                <a:cs typeface="Times New Roman" panose="02020603050405020304" pitchFamily="18" charset="0"/>
              </a:rPr>
              <a:t>Polygonal Arrangement</a:t>
            </a:r>
            <a:endParaRPr lang="en-IN" sz="5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29CF2F79-8840-8A14-E8FA-3C0D47528505}"/>
              </a:ext>
            </a:extLst>
          </p:cNvPr>
          <p:cNvSpPr txBox="1"/>
          <p:nvPr/>
        </p:nvSpPr>
        <p:spPr>
          <a:xfrm>
            <a:off x="2780522" y="440015"/>
            <a:ext cx="7455159" cy="707886"/>
          </a:xfrm>
          <a:prstGeom prst="rect">
            <a:avLst/>
          </a:prstGeom>
          <a:noFill/>
        </p:spPr>
        <p:txBody>
          <a:bodyPr wrap="square">
            <a:spAutoFit/>
          </a:bodyPr>
          <a:lstStyle/>
          <a:p>
            <a:r>
              <a:rPr lang="en-US" altLang="en-US" sz="4000" b="1" dirty="0">
                <a:solidFill>
                  <a:srgbClr val="0070C0"/>
                </a:solidFill>
                <a:latin typeface="Cambria" panose="02040503050406030204" pitchFamily="18" charset="0"/>
              </a:rPr>
              <a:t>SEATING ARRANGEMENTS </a:t>
            </a:r>
            <a:endParaRPr lang="en-IN" sz="4000" dirty="0">
              <a:latin typeface="Bodoni MT Black" panose="02070A03080606020203" pitchFamily="18" charset="0"/>
            </a:endParaRPr>
          </a:p>
        </p:txBody>
      </p:sp>
      <p:sp>
        <p:nvSpPr>
          <p:cNvPr id="5" name="Freeform: Shape 75">
            <a:extLst>
              <a:ext uri="{FF2B5EF4-FFF2-40B4-BE49-F238E27FC236}">
                <a16:creationId xmlns:a16="http://schemas.microsoft.com/office/drawing/2014/main" id="{0124C3B9-CD6E-B15D-2CBB-34556BE48C5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1">
            <a:extLst>
              <a:ext uri="{FF2B5EF4-FFF2-40B4-BE49-F238E27FC236}">
                <a16:creationId xmlns:a16="http://schemas.microsoft.com/office/drawing/2014/main" id="{193227E6-D382-F0C4-EAEE-0768C0AF142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3B642904-C728-EC1C-C8D6-FC6A69F22EE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05349947"/>
      </p:ext>
    </p:ext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294BD575-8731-1BC7-E0E4-A53876F50AFF}"/>
              </a:ext>
            </a:extLst>
          </p:cNvPr>
          <p:cNvSpPr>
            <a:spLocks noGrp="1"/>
          </p:cNvSpPr>
          <p:nvPr>
            <p:ph type="ftr" sz="quarter" idx="11"/>
          </p:nvPr>
        </p:nvSpPr>
        <p:spPr>
          <a:xfrm>
            <a:off x="2933700" y="6323231"/>
            <a:ext cx="6388100" cy="864968"/>
          </a:xfrm>
        </p:spPr>
        <p:txBody>
          <a:bodyPr/>
          <a:lstStyle/>
          <a:p>
            <a:pPr>
              <a:defRPr/>
            </a:pPr>
            <a:r>
              <a:rPr lang="en-IN" b="1" dirty="0">
                <a:solidFill>
                  <a:srgbClr val="FF0000"/>
                </a:solidFill>
              </a:rPr>
              <a:t>QUANT &amp; REASONING DEPARTMENT</a:t>
            </a:r>
          </a:p>
        </p:txBody>
      </p:sp>
      <p:pic>
        <p:nvPicPr>
          <p:cNvPr id="3" name="Picture 2">
            <a:extLst>
              <a:ext uri="{FF2B5EF4-FFF2-40B4-BE49-F238E27FC236}">
                <a16:creationId xmlns:a16="http://schemas.microsoft.com/office/drawing/2014/main" id="{8D606842-2763-79E2-1204-88FE714907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2817" y="1156494"/>
            <a:ext cx="6375400" cy="2692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3">
            <a:extLst>
              <a:ext uri="{FF2B5EF4-FFF2-40B4-BE49-F238E27FC236}">
                <a16:creationId xmlns:a16="http://schemas.microsoft.com/office/drawing/2014/main" id="{D8F57BDF-CF8E-02C8-1670-DC0C6F15B3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0117" y="3848894"/>
            <a:ext cx="6176961" cy="2796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DD1CEE5A-C6A0-362F-0C6D-6D8DA12A02D4}"/>
              </a:ext>
            </a:extLst>
          </p:cNvPr>
          <p:cNvSpPr txBox="1">
            <a:spLocks/>
          </p:cNvSpPr>
          <p:nvPr/>
        </p:nvSpPr>
        <p:spPr>
          <a:xfrm>
            <a:off x="1052092" y="6237288"/>
            <a:ext cx="5265737" cy="400313"/>
          </a:xfrm>
          <a:prstGeom prst="rect">
            <a:avLst/>
          </a:prstGeom>
          <a:solidFill>
            <a:srgbClr val="000000">
              <a:alpha val="50000"/>
            </a:srgbClr>
          </a:solidFill>
          <a:ln>
            <a:noFill/>
          </a:ln>
        </p:spPr>
        <p:txBody>
          <a:bodyPr anchor="b"/>
          <a:lst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a:lstStyle>
          <a:p>
            <a:pPr algn="ctr" fontAlgn="auto">
              <a:spcAft>
                <a:spcPts val="600"/>
              </a:spcAft>
              <a:defRPr/>
            </a:pPr>
            <a:r>
              <a:rPr lang="en-US" sz="2000" dirty="0">
                <a:latin typeface="Cambria" pitchFamily="18" charset="0"/>
                <a:ea typeface="Cambria" pitchFamily="18" charset="0"/>
                <a:cs typeface="+mn-cs"/>
              </a:rPr>
              <a:t>Facing south</a:t>
            </a:r>
          </a:p>
        </p:txBody>
      </p:sp>
      <p:cxnSp>
        <p:nvCxnSpPr>
          <p:cNvPr id="6" name="Straight Connector 5">
            <a:extLst>
              <a:ext uri="{FF2B5EF4-FFF2-40B4-BE49-F238E27FC236}">
                <a16:creationId xmlns:a16="http://schemas.microsoft.com/office/drawing/2014/main" id="{E69739CB-EFDF-6F64-60A3-EFF36927AB99}"/>
              </a:ext>
            </a:extLst>
          </p:cNvPr>
          <p:cNvCxnSpPr/>
          <p:nvPr/>
        </p:nvCxnSpPr>
        <p:spPr>
          <a:xfrm>
            <a:off x="7798967" y="2124075"/>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CD1B0C2F-157D-5B0E-447D-B6B3FDEF64AA}"/>
              </a:ext>
            </a:extLst>
          </p:cNvPr>
          <p:cNvCxnSpPr/>
          <p:nvPr/>
        </p:nvCxnSpPr>
        <p:spPr>
          <a:xfrm>
            <a:off x="9246767" y="2124075"/>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F64DE5C-1055-8BDF-1199-1ED6547952AC}"/>
              </a:ext>
            </a:extLst>
          </p:cNvPr>
          <p:cNvCxnSpPr/>
          <p:nvPr/>
        </p:nvCxnSpPr>
        <p:spPr>
          <a:xfrm>
            <a:off x="10618367" y="2124075"/>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4F9B8DA4-6369-6BE4-19A3-80AD3EAB62EB}"/>
              </a:ext>
            </a:extLst>
          </p:cNvPr>
          <p:cNvCxnSpPr/>
          <p:nvPr/>
        </p:nvCxnSpPr>
        <p:spPr>
          <a:xfrm>
            <a:off x="9932567" y="2124075"/>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8F7A119-6CAD-02CD-E8A5-6EE947D08999}"/>
              </a:ext>
            </a:extLst>
          </p:cNvPr>
          <p:cNvCxnSpPr/>
          <p:nvPr/>
        </p:nvCxnSpPr>
        <p:spPr>
          <a:xfrm>
            <a:off x="8560967" y="2124075"/>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FD1A9608-38F6-A424-AD42-C41BE8C73764}"/>
              </a:ext>
            </a:extLst>
          </p:cNvPr>
          <p:cNvCxnSpPr/>
          <p:nvPr/>
        </p:nvCxnSpPr>
        <p:spPr>
          <a:xfrm rot="5400000" flipH="1" flipV="1">
            <a:off x="6999661" y="1934369"/>
            <a:ext cx="990600" cy="1588"/>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FA3D65F9-1216-478C-6C21-8066C371511F}"/>
              </a:ext>
            </a:extLst>
          </p:cNvPr>
          <p:cNvCxnSpPr/>
          <p:nvPr/>
        </p:nvCxnSpPr>
        <p:spPr>
          <a:xfrm rot="5400000" flipH="1" flipV="1">
            <a:off x="10943011" y="1932781"/>
            <a:ext cx="990600" cy="1588"/>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7D74A9B0-0873-6D73-40B2-916CB60A0510}"/>
              </a:ext>
            </a:extLst>
          </p:cNvPr>
          <p:cNvSpPr txBox="1">
            <a:spLocks noChangeArrowheads="1"/>
          </p:cNvSpPr>
          <p:nvPr/>
        </p:nvSpPr>
        <p:spPr bwMode="auto">
          <a:xfrm>
            <a:off x="7036967" y="2439988"/>
            <a:ext cx="7604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2000" dirty="0">
                <a:latin typeface="Cambria" panose="02040503050406030204" pitchFamily="18" charset="0"/>
                <a:cs typeface="Arial" panose="020B0604020202020204" pitchFamily="34" charset="0"/>
              </a:rPr>
              <a:t>LEFT</a:t>
            </a:r>
          </a:p>
        </p:txBody>
      </p:sp>
      <p:sp>
        <p:nvSpPr>
          <p:cNvPr id="14" name="TextBox 13">
            <a:extLst>
              <a:ext uri="{FF2B5EF4-FFF2-40B4-BE49-F238E27FC236}">
                <a16:creationId xmlns:a16="http://schemas.microsoft.com/office/drawing/2014/main" id="{8F548D97-B65E-DE79-59CC-0DC5628F830A}"/>
              </a:ext>
            </a:extLst>
          </p:cNvPr>
          <p:cNvSpPr txBox="1">
            <a:spLocks noChangeArrowheads="1"/>
          </p:cNvSpPr>
          <p:nvPr/>
        </p:nvSpPr>
        <p:spPr bwMode="auto">
          <a:xfrm>
            <a:off x="10705680" y="2439988"/>
            <a:ext cx="9128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2000" dirty="0">
                <a:latin typeface="Cambria" panose="02040503050406030204" pitchFamily="18" charset="0"/>
                <a:cs typeface="Arial" panose="020B0604020202020204" pitchFamily="34" charset="0"/>
              </a:rPr>
              <a:t>RIGHT</a:t>
            </a:r>
          </a:p>
        </p:txBody>
      </p:sp>
      <p:cxnSp>
        <p:nvCxnSpPr>
          <p:cNvPr id="15" name="Straight Connector 14">
            <a:extLst>
              <a:ext uri="{FF2B5EF4-FFF2-40B4-BE49-F238E27FC236}">
                <a16:creationId xmlns:a16="http://schemas.microsoft.com/office/drawing/2014/main" id="{CB8F3767-A30F-962F-A633-520FAECD3CE9}"/>
              </a:ext>
            </a:extLst>
          </p:cNvPr>
          <p:cNvCxnSpPr/>
          <p:nvPr/>
        </p:nvCxnSpPr>
        <p:spPr>
          <a:xfrm>
            <a:off x="7795792" y="49022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F706554E-94C6-6DB5-893B-782E519463CC}"/>
              </a:ext>
            </a:extLst>
          </p:cNvPr>
          <p:cNvCxnSpPr/>
          <p:nvPr/>
        </p:nvCxnSpPr>
        <p:spPr>
          <a:xfrm>
            <a:off x="9243592" y="49022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0E7D798-6FEC-D240-2B2C-05733722B779}"/>
              </a:ext>
            </a:extLst>
          </p:cNvPr>
          <p:cNvCxnSpPr/>
          <p:nvPr/>
        </p:nvCxnSpPr>
        <p:spPr>
          <a:xfrm>
            <a:off x="10615192" y="49022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B9E5367B-F342-2903-B01E-0AF6CF5BACC1}"/>
              </a:ext>
            </a:extLst>
          </p:cNvPr>
          <p:cNvCxnSpPr/>
          <p:nvPr/>
        </p:nvCxnSpPr>
        <p:spPr>
          <a:xfrm>
            <a:off x="9929392" y="49022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E7D402A1-0235-D03B-439B-37884359DB7D}"/>
              </a:ext>
            </a:extLst>
          </p:cNvPr>
          <p:cNvCxnSpPr/>
          <p:nvPr/>
        </p:nvCxnSpPr>
        <p:spPr>
          <a:xfrm>
            <a:off x="8557792" y="4902200"/>
            <a:ext cx="533400" cy="1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84E7C10A-A114-A2A0-C0F6-FE86E4F799A8}"/>
              </a:ext>
            </a:extLst>
          </p:cNvPr>
          <p:cNvCxnSpPr/>
          <p:nvPr/>
        </p:nvCxnSpPr>
        <p:spPr>
          <a:xfrm rot="5400000">
            <a:off x="6897268" y="4900612"/>
            <a:ext cx="1192212" cy="4763"/>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C2069EF2-0B1E-C087-C9E9-FBBE1D538950}"/>
              </a:ext>
            </a:extLst>
          </p:cNvPr>
          <p:cNvCxnSpPr/>
          <p:nvPr/>
        </p:nvCxnSpPr>
        <p:spPr>
          <a:xfrm rot="5400000">
            <a:off x="10834267" y="4983163"/>
            <a:ext cx="1127125" cy="3175"/>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48842F37-94E4-F791-ACCE-DCFC8F94B487}"/>
              </a:ext>
            </a:extLst>
          </p:cNvPr>
          <p:cNvSpPr txBox="1">
            <a:spLocks noChangeArrowheads="1"/>
          </p:cNvSpPr>
          <p:nvPr/>
        </p:nvSpPr>
        <p:spPr bwMode="auto">
          <a:xfrm>
            <a:off x="10727905" y="5500688"/>
            <a:ext cx="7604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2000" dirty="0">
                <a:latin typeface="Cambria" panose="02040503050406030204" pitchFamily="18" charset="0"/>
                <a:cs typeface="Arial" panose="020B0604020202020204" pitchFamily="34" charset="0"/>
              </a:rPr>
              <a:t>LEFT</a:t>
            </a:r>
          </a:p>
        </p:txBody>
      </p:sp>
      <p:sp>
        <p:nvSpPr>
          <p:cNvPr id="23" name="TextBox 22">
            <a:extLst>
              <a:ext uri="{FF2B5EF4-FFF2-40B4-BE49-F238E27FC236}">
                <a16:creationId xmlns:a16="http://schemas.microsoft.com/office/drawing/2014/main" id="{BD8D090F-7B8E-8887-FBA5-18487721496B}"/>
              </a:ext>
            </a:extLst>
          </p:cNvPr>
          <p:cNvSpPr txBox="1">
            <a:spLocks noChangeArrowheads="1"/>
          </p:cNvSpPr>
          <p:nvPr/>
        </p:nvSpPr>
        <p:spPr bwMode="auto">
          <a:xfrm>
            <a:off x="6760742" y="5549900"/>
            <a:ext cx="9128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eaLnBrk="1" hangingPunct="1">
              <a:lnSpc>
                <a:spcPct val="100000"/>
              </a:lnSpc>
              <a:spcBef>
                <a:spcPct val="0"/>
              </a:spcBef>
              <a:buFontTx/>
              <a:buNone/>
            </a:pPr>
            <a:r>
              <a:rPr lang="en-IN" altLang="en-US" sz="2000" dirty="0">
                <a:latin typeface="Cambria" panose="02040503050406030204" pitchFamily="18" charset="0"/>
                <a:cs typeface="Arial" panose="020B0604020202020204" pitchFamily="34" charset="0"/>
              </a:rPr>
              <a:t>RIGHT</a:t>
            </a:r>
          </a:p>
        </p:txBody>
      </p:sp>
      <p:cxnSp>
        <p:nvCxnSpPr>
          <p:cNvPr id="24" name="Straight Arrow Connector 23">
            <a:extLst>
              <a:ext uri="{FF2B5EF4-FFF2-40B4-BE49-F238E27FC236}">
                <a16:creationId xmlns:a16="http://schemas.microsoft.com/office/drawing/2014/main" id="{D66EA050-9110-C396-25DE-38F82C8DE002}"/>
              </a:ext>
            </a:extLst>
          </p:cNvPr>
          <p:cNvCxnSpPr/>
          <p:nvPr/>
        </p:nvCxnSpPr>
        <p:spPr>
          <a:xfrm rot="5400000" flipH="1" flipV="1">
            <a:off x="9018961" y="1942306"/>
            <a:ext cx="990600" cy="1588"/>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8C5A1B7F-57EF-A1E9-260C-21DB9B415216}"/>
              </a:ext>
            </a:extLst>
          </p:cNvPr>
          <p:cNvCxnSpPr/>
          <p:nvPr/>
        </p:nvCxnSpPr>
        <p:spPr>
          <a:xfrm rot="5400000">
            <a:off x="8943554" y="4946651"/>
            <a:ext cx="1192213" cy="4762"/>
          </a:xfrm>
          <a:prstGeom prst="straightConnector1">
            <a:avLst/>
          </a:prstGeom>
          <a:ln w="47625">
            <a:solidFill>
              <a:schemeClr val="tx1"/>
            </a:solidFill>
            <a:tailEnd type="arrow"/>
          </a:ln>
        </p:spPr>
        <p:style>
          <a:lnRef idx="1">
            <a:schemeClr val="accent1"/>
          </a:lnRef>
          <a:fillRef idx="0">
            <a:schemeClr val="accent1"/>
          </a:fillRef>
          <a:effectRef idx="0">
            <a:schemeClr val="accent1"/>
          </a:effectRef>
          <a:fontRef idx="minor">
            <a:schemeClr val="tx1"/>
          </a:fontRef>
        </p:style>
      </p:cxnSp>
      <p:sp>
        <p:nvSpPr>
          <p:cNvPr id="26" name="Title 1">
            <a:extLst>
              <a:ext uri="{FF2B5EF4-FFF2-40B4-BE49-F238E27FC236}">
                <a16:creationId xmlns:a16="http://schemas.microsoft.com/office/drawing/2014/main" id="{9FAE6957-B99F-B562-2A65-E690D15502CE}"/>
              </a:ext>
            </a:extLst>
          </p:cNvPr>
          <p:cNvSpPr txBox="1">
            <a:spLocks/>
          </p:cNvSpPr>
          <p:nvPr/>
        </p:nvSpPr>
        <p:spPr>
          <a:xfrm>
            <a:off x="1050504" y="3499114"/>
            <a:ext cx="5267325" cy="446087"/>
          </a:xfrm>
          <a:prstGeom prst="rect">
            <a:avLst/>
          </a:prstGeom>
          <a:solidFill>
            <a:srgbClr val="000000">
              <a:alpha val="50000"/>
            </a:srgbClr>
          </a:solidFill>
          <a:ln>
            <a:noFill/>
          </a:ln>
        </p:spPr>
        <p:txBody>
          <a:bodyPr anchor="b"/>
          <a:lstStyle>
            <a:lvl1pPr algn="l" defTabSz="914400" rtl="0" eaLnBrk="1" latinLnBrk="0" hangingPunct="1">
              <a:lnSpc>
                <a:spcPct val="100000"/>
              </a:lnSpc>
              <a:spcBef>
                <a:spcPct val="0"/>
              </a:spcBef>
              <a:buNone/>
              <a:defRPr sz="3600" b="1" i="0" kern="1200" cap="all" spc="700" baseline="0">
                <a:solidFill>
                  <a:schemeClr val="tx1"/>
                </a:solidFill>
                <a:latin typeface="+mj-lt"/>
                <a:ea typeface="+mj-ea"/>
                <a:cs typeface="+mj-cs"/>
              </a:defRPr>
            </a:lvl1pPr>
          </a:lstStyle>
          <a:p>
            <a:pPr algn="ctr" fontAlgn="auto">
              <a:spcAft>
                <a:spcPts val="600"/>
              </a:spcAft>
              <a:defRPr/>
            </a:pPr>
            <a:r>
              <a:rPr lang="en-US" sz="2000" dirty="0">
                <a:latin typeface="Cambria" pitchFamily="18" charset="0"/>
                <a:ea typeface="Cambria" pitchFamily="18" charset="0"/>
                <a:cs typeface="+mn-cs"/>
              </a:rPr>
              <a:t>Facing north </a:t>
            </a:r>
          </a:p>
        </p:txBody>
      </p:sp>
      <p:sp>
        <p:nvSpPr>
          <p:cNvPr id="27" name="TextBox 30">
            <a:extLst>
              <a:ext uri="{FF2B5EF4-FFF2-40B4-BE49-F238E27FC236}">
                <a16:creationId xmlns:a16="http://schemas.microsoft.com/office/drawing/2014/main" id="{4689B0CE-9A93-31DD-8D7C-697102511DEE}"/>
              </a:ext>
            </a:extLst>
          </p:cNvPr>
          <p:cNvSpPr txBox="1">
            <a:spLocks noChangeArrowheads="1"/>
          </p:cNvSpPr>
          <p:nvPr/>
        </p:nvSpPr>
        <p:spPr bwMode="auto">
          <a:xfrm>
            <a:off x="3577735" y="534769"/>
            <a:ext cx="5246757"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defRPr>
            </a:lvl9pPr>
          </a:lstStyle>
          <a:p>
            <a:pPr algn="ctr">
              <a:lnSpc>
                <a:spcPct val="100000"/>
              </a:lnSpc>
              <a:spcBef>
                <a:spcPct val="0"/>
              </a:spcBef>
              <a:buFontTx/>
              <a:buNone/>
            </a:pPr>
            <a:r>
              <a:rPr lang="en-US" altLang="en-US" sz="3600" b="1" dirty="0">
                <a:solidFill>
                  <a:srgbClr val="C00000"/>
                </a:solidFill>
                <a:latin typeface="Cambria" panose="02040503050406030204" pitchFamily="18" charset="0"/>
              </a:rPr>
              <a:t>LINEAR ARRANGEMENT</a:t>
            </a:r>
          </a:p>
        </p:txBody>
      </p:sp>
      <p:pic>
        <p:nvPicPr>
          <p:cNvPr id="28" name="Picture 35">
            <a:extLst>
              <a:ext uri="{FF2B5EF4-FFF2-40B4-BE49-F238E27FC236}">
                <a16:creationId xmlns:a16="http://schemas.microsoft.com/office/drawing/2014/main" id="{4D1C894F-5BD7-8506-2550-5535BAE4B22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2" r="29471"/>
          <a:stretch>
            <a:fillRect/>
          </a:stretch>
        </p:blipFill>
        <p:spPr bwMode="auto">
          <a:xfrm>
            <a:off x="10207205" y="339725"/>
            <a:ext cx="1871662" cy="79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Footer Placeholder 3">
            <a:extLst>
              <a:ext uri="{FF2B5EF4-FFF2-40B4-BE49-F238E27FC236}">
                <a16:creationId xmlns:a16="http://schemas.microsoft.com/office/drawing/2014/main" id="{7A77CBE4-EC53-A6A0-4EA1-E6CB23391D5D}"/>
              </a:ext>
            </a:extLst>
          </p:cNvPr>
          <p:cNvSpPr txBox="1">
            <a:spLocks/>
          </p:cNvSpPr>
          <p:nvPr/>
        </p:nvSpPr>
        <p:spPr>
          <a:xfrm>
            <a:off x="3030117" y="6492875"/>
            <a:ext cx="6324600" cy="365125"/>
          </a:xfrm>
          <a:prstGeom prst="rect">
            <a:avLst/>
          </a:prstGeom>
        </p:spPr>
        <p:txBody>
          <a:bodyPr vert="horz" lIns="0" tIns="45720" rIns="0" bIns="45720" rtlCol="0" anchor="ctr"/>
          <a:lstStyle>
            <a:defPPr>
              <a:defRPr lang="en-US"/>
            </a:defPPr>
            <a:lvl1pPr marL="0" algn="ctr" defTabSz="914400" rtl="0" eaLnBrk="1" fontAlgn="auto" latinLnBrk="0" hangingPunct="1">
              <a:spcBef>
                <a:spcPts val="0"/>
              </a:spcBef>
              <a:spcAft>
                <a:spcPts val="0"/>
              </a:spcAft>
              <a:defRPr sz="1200" kern="1200">
                <a:solidFill>
                  <a:schemeClr val="tx1">
                    <a:lumMod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en-IN" dirty="0"/>
          </a:p>
        </p:txBody>
      </p:sp>
    </p:spTree>
    <p:extLst>
      <p:ext uri="{BB962C8B-B14F-4D97-AF65-F5344CB8AC3E}">
        <p14:creationId xmlns:p14="http://schemas.microsoft.com/office/powerpoint/2010/main" val="1437838087"/>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26"/>
                                        </p:tgtEl>
                                        <p:attrNameLst>
                                          <p:attrName>style.visibility</p:attrName>
                                        </p:attrNameLst>
                                      </p:cBhvr>
                                      <p:to>
                                        <p:strVal val="visible"/>
                                      </p:to>
                                    </p:set>
                                    <p:animEffect transition="in" filter="dissolve">
                                      <p:cBhvr>
                                        <p:cTn id="10" dur="500"/>
                                        <p:tgtEl>
                                          <p:spTgt spid="2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wipe(down)">
                                      <p:cBhvr>
                                        <p:cTn id="15" dur="500"/>
                                        <p:tgtEl>
                                          <p:spTgt spid="13"/>
                                        </p:tgtEl>
                                      </p:cBhvr>
                                    </p:animEffect>
                                  </p:childTnLst>
                                </p:cTn>
                              </p:par>
                              <p:par>
                                <p:cTn id="16" presetID="22" presetClass="entr" presetSubtype="4"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wipe(down)">
                                      <p:cBhvr>
                                        <p:cTn id="18" dur="500"/>
                                        <p:tgtEl>
                                          <p:spTgt spid="11"/>
                                        </p:tgtEl>
                                      </p:cBhvr>
                                    </p:animEffect>
                                  </p:childTnLst>
                                </p:cTn>
                              </p:par>
                              <p:par>
                                <p:cTn id="19" presetID="22" presetClass="entr" presetSubtype="4" fill="hold" nodeType="with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down)">
                                      <p:cBhvr>
                                        <p:cTn id="21" dur="500"/>
                                        <p:tgtEl>
                                          <p:spTgt spid="6"/>
                                        </p:tgtEl>
                                      </p:cBhvr>
                                    </p:animEffect>
                                  </p:childTnLst>
                                </p:cTn>
                              </p:par>
                              <p:par>
                                <p:cTn id="22" presetID="22" presetClass="entr" presetSubtype="4" fill="hold"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down)">
                                      <p:cBhvr>
                                        <p:cTn id="24" dur="500"/>
                                        <p:tgtEl>
                                          <p:spTgt spid="10"/>
                                        </p:tgtEl>
                                      </p:cBhvr>
                                    </p:animEffect>
                                  </p:childTnLst>
                                </p:cTn>
                              </p:par>
                              <p:par>
                                <p:cTn id="25" presetID="22" presetClass="entr" presetSubtype="4" fill="hold" nodeType="with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down)">
                                      <p:cBhvr>
                                        <p:cTn id="27" dur="500"/>
                                        <p:tgtEl>
                                          <p:spTgt spid="7"/>
                                        </p:tgtEl>
                                      </p:cBhvr>
                                    </p:animEffect>
                                  </p:childTnLst>
                                </p:cTn>
                              </p:par>
                              <p:par>
                                <p:cTn id="28" presetID="22" presetClass="entr" presetSubtype="4" fill="hold" nodeType="with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down)">
                                      <p:cBhvr>
                                        <p:cTn id="30" dur="500"/>
                                        <p:tgtEl>
                                          <p:spTgt spid="9"/>
                                        </p:tgtEl>
                                      </p:cBhvr>
                                    </p:animEffect>
                                  </p:childTnLst>
                                </p:cTn>
                              </p:par>
                              <p:par>
                                <p:cTn id="31" presetID="22" presetClass="entr" presetSubtype="4" fill="hold" nodeType="with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wipe(down)">
                                      <p:cBhvr>
                                        <p:cTn id="33" dur="500"/>
                                        <p:tgtEl>
                                          <p:spTgt spid="8"/>
                                        </p:tgtEl>
                                      </p:cBhvr>
                                    </p:animEffect>
                                  </p:childTnLst>
                                </p:cTn>
                              </p:par>
                              <p:par>
                                <p:cTn id="34" presetID="22" presetClass="entr" presetSubtype="4" fill="hold" nodeType="with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down)">
                                      <p:cBhvr>
                                        <p:cTn id="36" dur="500"/>
                                        <p:tgtEl>
                                          <p:spTgt spid="12"/>
                                        </p:tgtEl>
                                      </p:cBhvr>
                                    </p:animEffect>
                                  </p:childTnLst>
                                </p:cTn>
                              </p:par>
                              <p:par>
                                <p:cTn id="37" presetID="22" presetClass="entr" presetSubtype="4"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wipe(down)">
                                      <p:cBhvr>
                                        <p:cTn id="39" dur="5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4" fill="hold" nodeType="click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wipe(down)">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9" presetClass="entr" presetSubtype="0" fill="hold" nodeType="click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dissolve">
                                      <p:cBhvr>
                                        <p:cTn id="49" dur="500"/>
                                        <p:tgtEl>
                                          <p:spTgt spid="4"/>
                                        </p:tgtEl>
                                      </p:cBhvr>
                                    </p:animEffect>
                                  </p:childTnLst>
                                </p:cTn>
                              </p:par>
                              <p:par>
                                <p:cTn id="50" presetID="9" presetClass="entr" presetSubtype="0" fill="hold" nodeType="withEffect">
                                  <p:stCondLst>
                                    <p:cond delay="0"/>
                                  </p:stCondLst>
                                  <p:childTnLst>
                                    <p:set>
                                      <p:cBhvr>
                                        <p:cTn id="51" dur="1" fill="hold">
                                          <p:stCondLst>
                                            <p:cond delay="0"/>
                                          </p:stCondLst>
                                        </p:cTn>
                                        <p:tgtEl>
                                          <p:spTgt spid="5"/>
                                        </p:tgtEl>
                                        <p:attrNameLst>
                                          <p:attrName>style.visibility</p:attrName>
                                        </p:attrNameLst>
                                      </p:cBhvr>
                                      <p:to>
                                        <p:strVal val="visible"/>
                                      </p:to>
                                    </p:set>
                                    <p:animEffect transition="in" filter="dissolve">
                                      <p:cBhvr>
                                        <p:cTn id="52" dur="500"/>
                                        <p:tgtEl>
                                          <p:spTgt spid="5"/>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1" fill="hold" nodeType="click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wipe(up)">
                                      <p:cBhvr>
                                        <p:cTn id="57" dur="500"/>
                                        <p:tgtEl>
                                          <p:spTgt spid="20"/>
                                        </p:tgtEl>
                                      </p:cBhvr>
                                    </p:animEffect>
                                  </p:childTnLst>
                                </p:cTn>
                              </p:par>
                              <p:par>
                                <p:cTn id="58" presetID="22" presetClass="entr" presetSubtype="1" fill="hold" nodeType="with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up)">
                                      <p:cBhvr>
                                        <p:cTn id="60" dur="500"/>
                                        <p:tgtEl>
                                          <p:spTgt spid="23"/>
                                        </p:tgtEl>
                                      </p:cBhvr>
                                    </p:animEffect>
                                  </p:childTnLst>
                                </p:cTn>
                              </p:par>
                              <p:par>
                                <p:cTn id="61" presetID="22" presetClass="entr" presetSubtype="1" fill="hold" nodeType="withEffect">
                                  <p:stCondLst>
                                    <p:cond delay="0"/>
                                  </p:stCondLst>
                                  <p:childTnLst>
                                    <p:set>
                                      <p:cBhvr>
                                        <p:cTn id="62" dur="1" fill="hold">
                                          <p:stCondLst>
                                            <p:cond delay="0"/>
                                          </p:stCondLst>
                                        </p:cTn>
                                        <p:tgtEl>
                                          <p:spTgt spid="15"/>
                                        </p:tgtEl>
                                        <p:attrNameLst>
                                          <p:attrName>style.visibility</p:attrName>
                                        </p:attrNameLst>
                                      </p:cBhvr>
                                      <p:to>
                                        <p:strVal val="visible"/>
                                      </p:to>
                                    </p:set>
                                    <p:animEffect transition="in" filter="wipe(up)">
                                      <p:cBhvr>
                                        <p:cTn id="63" dur="500"/>
                                        <p:tgtEl>
                                          <p:spTgt spid="15"/>
                                        </p:tgtEl>
                                      </p:cBhvr>
                                    </p:animEffect>
                                  </p:childTnLst>
                                </p:cTn>
                              </p:par>
                              <p:par>
                                <p:cTn id="64" presetID="22" presetClass="entr" presetSubtype="1" fill="hold" nodeType="withEffect">
                                  <p:stCondLst>
                                    <p:cond delay="0"/>
                                  </p:stCondLst>
                                  <p:childTnLst>
                                    <p:set>
                                      <p:cBhvr>
                                        <p:cTn id="65" dur="1" fill="hold">
                                          <p:stCondLst>
                                            <p:cond delay="0"/>
                                          </p:stCondLst>
                                        </p:cTn>
                                        <p:tgtEl>
                                          <p:spTgt spid="19"/>
                                        </p:tgtEl>
                                        <p:attrNameLst>
                                          <p:attrName>style.visibility</p:attrName>
                                        </p:attrNameLst>
                                      </p:cBhvr>
                                      <p:to>
                                        <p:strVal val="visible"/>
                                      </p:to>
                                    </p:set>
                                    <p:animEffect transition="in" filter="wipe(up)">
                                      <p:cBhvr>
                                        <p:cTn id="66" dur="500"/>
                                        <p:tgtEl>
                                          <p:spTgt spid="19"/>
                                        </p:tgtEl>
                                      </p:cBhvr>
                                    </p:animEffect>
                                  </p:childTnLst>
                                </p:cTn>
                              </p:par>
                              <p:par>
                                <p:cTn id="67" presetID="22" presetClass="entr" presetSubtype="1"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wipe(up)">
                                      <p:cBhvr>
                                        <p:cTn id="69" dur="500"/>
                                        <p:tgtEl>
                                          <p:spTgt spid="16"/>
                                        </p:tgtEl>
                                      </p:cBhvr>
                                    </p:animEffect>
                                  </p:childTnLst>
                                </p:cTn>
                              </p:par>
                              <p:par>
                                <p:cTn id="70" presetID="22" presetClass="entr" presetSubtype="1" fill="hold" nodeType="withEffect">
                                  <p:stCondLst>
                                    <p:cond delay="0"/>
                                  </p:stCondLst>
                                  <p:childTnLst>
                                    <p:set>
                                      <p:cBhvr>
                                        <p:cTn id="71" dur="1" fill="hold">
                                          <p:stCondLst>
                                            <p:cond delay="0"/>
                                          </p:stCondLst>
                                        </p:cTn>
                                        <p:tgtEl>
                                          <p:spTgt spid="18"/>
                                        </p:tgtEl>
                                        <p:attrNameLst>
                                          <p:attrName>style.visibility</p:attrName>
                                        </p:attrNameLst>
                                      </p:cBhvr>
                                      <p:to>
                                        <p:strVal val="visible"/>
                                      </p:to>
                                    </p:set>
                                    <p:animEffect transition="in" filter="wipe(up)">
                                      <p:cBhvr>
                                        <p:cTn id="72" dur="500"/>
                                        <p:tgtEl>
                                          <p:spTgt spid="18"/>
                                        </p:tgtEl>
                                      </p:cBhvr>
                                    </p:animEffect>
                                  </p:childTnLst>
                                </p:cTn>
                              </p:par>
                              <p:par>
                                <p:cTn id="73" presetID="22" presetClass="entr" presetSubtype="1" fill="hold" nodeType="withEffect">
                                  <p:stCondLst>
                                    <p:cond delay="0"/>
                                  </p:stCondLst>
                                  <p:childTnLst>
                                    <p:set>
                                      <p:cBhvr>
                                        <p:cTn id="74" dur="1" fill="hold">
                                          <p:stCondLst>
                                            <p:cond delay="0"/>
                                          </p:stCondLst>
                                        </p:cTn>
                                        <p:tgtEl>
                                          <p:spTgt spid="17"/>
                                        </p:tgtEl>
                                        <p:attrNameLst>
                                          <p:attrName>style.visibility</p:attrName>
                                        </p:attrNameLst>
                                      </p:cBhvr>
                                      <p:to>
                                        <p:strVal val="visible"/>
                                      </p:to>
                                    </p:set>
                                    <p:animEffect transition="in" filter="wipe(up)">
                                      <p:cBhvr>
                                        <p:cTn id="75" dur="500"/>
                                        <p:tgtEl>
                                          <p:spTgt spid="17"/>
                                        </p:tgtEl>
                                      </p:cBhvr>
                                    </p:animEffect>
                                  </p:childTnLst>
                                </p:cTn>
                              </p:par>
                              <p:par>
                                <p:cTn id="76" presetID="22" presetClass="entr" presetSubtype="1" fill="hold" nodeType="withEffect">
                                  <p:stCondLst>
                                    <p:cond delay="0"/>
                                  </p:stCondLst>
                                  <p:childTnLst>
                                    <p:set>
                                      <p:cBhvr>
                                        <p:cTn id="77" dur="1" fill="hold">
                                          <p:stCondLst>
                                            <p:cond delay="0"/>
                                          </p:stCondLst>
                                        </p:cTn>
                                        <p:tgtEl>
                                          <p:spTgt spid="21"/>
                                        </p:tgtEl>
                                        <p:attrNameLst>
                                          <p:attrName>style.visibility</p:attrName>
                                        </p:attrNameLst>
                                      </p:cBhvr>
                                      <p:to>
                                        <p:strVal val="visible"/>
                                      </p:to>
                                    </p:set>
                                    <p:animEffect transition="in" filter="wipe(up)">
                                      <p:cBhvr>
                                        <p:cTn id="78" dur="500"/>
                                        <p:tgtEl>
                                          <p:spTgt spid="21"/>
                                        </p:tgtEl>
                                      </p:cBhvr>
                                    </p:animEffect>
                                  </p:childTnLst>
                                </p:cTn>
                              </p:par>
                              <p:par>
                                <p:cTn id="79" presetID="22" presetClass="entr" presetSubtype="1" fill="hold" nodeType="withEffect">
                                  <p:stCondLst>
                                    <p:cond delay="0"/>
                                  </p:stCondLst>
                                  <p:childTnLst>
                                    <p:set>
                                      <p:cBhvr>
                                        <p:cTn id="80" dur="1" fill="hold">
                                          <p:stCondLst>
                                            <p:cond delay="0"/>
                                          </p:stCondLst>
                                        </p:cTn>
                                        <p:tgtEl>
                                          <p:spTgt spid="22"/>
                                        </p:tgtEl>
                                        <p:attrNameLst>
                                          <p:attrName>style.visibility</p:attrName>
                                        </p:attrNameLst>
                                      </p:cBhvr>
                                      <p:to>
                                        <p:strVal val="visible"/>
                                      </p:to>
                                    </p:set>
                                    <p:animEffect transition="in" filter="wipe(up)">
                                      <p:cBhvr>
                                        <p:cTn id="81" dur="500"/>
                                        <p:tgtEl>
                                          <p:spTgt spid="22"/>
                                        </p:tgtEl>
                                      </p:cBhvr>
                                    </p:animEffect>
                                  </p:childTnLst>
                                </p:cTn>
                              </p:par>
                            </p:childTnLst>
                          </p:cTn>
                        </p:par>
                      </p:childTnLst>
                    </p:cTn>
                  </p:par>
                  <p:par>
                    <p:cTn id="82" fill="hold">
                      <p:stCondLst>
                        <p:cond delay="indefinite"/>
                      </p:stCondLst>
                      <p:childTnLst>
                        <p:par>
                          <p:cTn id="83" fill="hold">
                            <p:stCondLst>
                              <p:cond delay="0"/>
                            </p:stCondLst>
                            <p:childTnLst>
                              <p:par>
                                <p:cTn id="84" presetID="22" presetClass="entr" presetSubtype="1" fill="hold" nodeType="clickEffect">
                                  <p:stCondLst>
                                    <p:cond delay="0"/>
                                  </p:stCondLst>
                                  <p:childTnLst>
                                    <p:set>
                                      <p:cBhvr>
                                        <p:cTn id="85" dur="1" fill="hold">
                                          <p:stCondLst>
                                            <p:cond delay="0"/>
                                          </p:stCondLst>
                                        </p:cTn>
                                        <p:tgtEl>
                                          <p:spTgt spid="25"/>
                                        </p:tgtEl>
                                        <p:attrNameLst>
                                          <p:attrName>style.visibility</p:attrName>
                                        </p:attrNameLst>
                                      </p:cBhvr>
                                      <p:to>
                                        <p:strVal val="visible"/>
                                      </p:to>
                                    </p:set>
                                    <p:animEffect transition="in" filter="wipe(up)">
                                      <p:cBhvr>
                                        <p:cTn id="8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3" grpId="0"/>
      <p:bldP spid="14" grpId="0"/>
      <p:bldP spid="22" grpId="0"/>
      <p:bldP spid="23" grpId="0"/>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92B04C07-2718-AB77-C276-B20026A8B2C1}"/>
              </a:ext>
            </a:extLst>
          </p:cNvPr>
          <p:cNvSpPr>
            <a:spLocks noGrp="1"/>
          </p:cNvSpPr>
          <p:nvPr>
            <p:ph type="title"/>
          </p:nvPr>
        </p:nvSpPr>
        <p:spPr/>
        <p:txBody>
          <a:bodyPr/>
          <a:lstStyle/>
          <a:p>
            <a:r>
              <a:rPr lang="en-US" altLang="en-US" sz="3600" b="1" dirty="0">
                <a:solidFill>
                  <a:srgbClr val="0070C0"/>
                </a:solidFill>
                <a:latin typeface="Times New Roman" panose="02020603050405020304" pitchFamily="18" charset="0"/>
                <a:cs typeface="Times New Roman" panose="02020603050405020304" pitchFamily="18" charset="0"/>
              </a:rPr>
              <a:t>		SEATING ARRANGEMENTS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74862F82-19AB-8397-2B87-6713D011F21A}"/>
              </a:ext>
            </a:extLst>
          </p:cNvPr>
          <p:cNvSpPr>
            <a:spLocks noGrp="1"/>
          </p:cNvSpPr>
          <p:nvPr>
            <p:ph idx="1"/>
          </p:nvPr>
        </p:nvSpPr>
        <p:spPr>
          <a:xfrm>
            <a:off x="1194319" y="1427584"/>
            <a:ext cx="9805700" cy="4928766"/>
          </a:xfrm>
        </p:spPr>
        <p:txBody>
          <a:bodyPr>
            <a:normAutofit/>
          </a:bodyPr>
          <a:lstStyle/>
          <a:p>
            <a:pPr marL="0" indent="0">
              <a:buNone/>
            </a:pPr>
            <a:r>
              <a:rPr lang="en-US" b="1" dirty="0">
                <a:latin typeface="Times New Roman" panose="02020603050405020304" pitchFamily="18" charset="0"/>
                <a:cs typeface="Times New Roman" panose="02020603050405020304" pitchFamily="18" charset="0"/>
              </a:rPr>
              <a:t>Answer the following questions based on LINEAR seating arrangement(from F to D)</a:t>
            </a:r>
          </a:p>
          <a:p>
            <a:pPr marL="0" indent="0">
              <a:buNone/>
            </a:pPr>
            <a:r>
              <a:rPr lang="en-US" b="1" dirty="0">
                <a:latin typeface="Times New Roman" panose="02020603050405020304" pitchFamily="18" charset="0"/>
                <a:cs typeface="Times New Roman" panose="02020603050405020304" pitchFamily="18" charset="0"/>
              </a:rPr>
              <a:t>1.Who is/are left of D?</a:t>
            </a:r>
          </a:p>
          <a:p>
            <a:pPr marL="0" indent="0">
              <a:buNone/>
            </a:pPr>
            <a:r>
              <a:rPr lang="en-US" b="1" dirty="0">
                <a:latin typeface="Times New Roman" panose="02020603050405020304" pitchFamily="18" charset="0"/>
                <a:cs typeface="Times New Roman" panose="02020603050405020304" pitchFamily="18" charset="0"/>
              </a:rPr>
              <a:t>2. Who is/are immediate left of D?</a:t>
            </a:r>
          </a:p>
          <a:p>
            <a:pPr marL="0" indent="0">
              <a:buNone/>
            </a:pPr>
            <a:r>
              <a:rPr lang="en-US" b="1" dirty="0">
                <a:latin typeface="Times New Roman" panose="02020603050405020304" pitchFamily="18" charset="0"/>
                <a:cs typeface="Times New Roman" panose="02020603050405020304" pitchFamily="18" charset="0"/>
              </a:rPr>
              <a:t>3. Who is/are right of F ?</a:t>
            </a:r>
          </a:p>
          <a:p>
            <a:pPr marL="0" indent="0">
              <a:buNone/>
            </a:pPr>
            <a:r>
              <a:rPr lang="en-US" b="1" dirty="0">
                <a:latin typeface="Times New Roman" panose="02020603050405020304" pitchFamily="18" charset="0"/>
                <a:cs typeface="Times New Roman" panose="02020603050405020304" pitchFamily="18" charset="0"/>
              </a:rPr>
              <a:t>4. Who is/are immediate right of F ?</a:t>
            </a:r>
          </a:p>
          <a:p>
            <a:pPr marL="0" indent="0">
              <a:buNone/>
            </a:pPr>
            <a:r>
              <a:rPr lang="en-US" b="1" dirty="0">
                <a:latin typeface="Times New Roman" panose="02020603050405020304" pitchFamily="18" charset="0"/>
                <a:cs typeface="Times New Roman" panose="02020603050405020304" pitchFamily="18" charset="0"/>
              </a:rPr>
              <a:t>5. Who is/are sitting BETWEEN F and D?</a:t>
            </a:r>
          </a:p>
          <a:p>
            <a:pPr marL="0" indent="0">
              <a:buNone/>
            </a:pPr>
            <a:r>
              <a:rPr lang="en-US" b="1" dirty="0">
                <a:latin typeface="Times New Roman" panose="02020603050405020304" pitchFamily="18" charset="0"/>
                <a:cs typeface="Times New Roman" panose="02020603050405020304" pitchFamily="18" charset="0"/>
              </a:rPr>
              <a:t>6.Who is/are sitting EXACTLY BETWEEN F and D?</a:t>
            </a:r>
          </a:p>
          <a:p>
            <a:pPr marL="0" indent="0">
              <a:buNone/>
            </a:pPr>
            <a:r>
              <a:rPr lang="en-US" b="1" dirty="0">
                <a:latin typeface="Times New Roman" panose="02020603050405020304" pitchFamily="18" charset="0"/>
                <a:cs typeface="Times New Roman" panose="02020603050405020304" pitchFamily="18" charset="0"/>
              </a:rPr>
              <a:t>7.Who is 3 places away from H?</a:t>
            </a:r>
          </a:p>
          <a:p>
            <a:pPr marL="0" indent="0">
              <a:buNone/>
            </a:pPr>
            <a:r>
              <a:rPr lang="en-US" b="1" dirty="0">
                <a:latin typeface="Times New Roman" panose="02020603050405020304" pitchFamily="18" charset="0"/>
                <a:cs typeface="Times New Roman" panose="02020603050405020304" pitchFamily="18" charset="0"/>
              </a:rPr>
              <a:t>8.Who is exactly3 places away from H?</a:t>
            </a:r>
          </a:p>
          <a:p>
            <a:pPr marL="0" indent="0">
              <a:buNone/>
            </a:pPr>
            <a:r>
              <a:rPr lang="en-US" b="1" dirty="0">
                <a:latin typeface="Times New Roman" panose="02020603050405020304" pitchFamily="18" charset="0"/>
                <a:cs typeface="Times New Roman" panose="02020603050405020304" pitchFamily="18" charset="0"/>
              </a:rPr>
              <a:t>9.Who is next to Z?</a:t>
            </a: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US" b="1" dirty="0">
              <a:latin typeface="Times New Roman" panose="02020603050405020304" pitchFamily="18" charset="0"/>
              <a:cs typeface="Times New Roman" panose="02020603050405020304" pitchFamily="18" charset="0"/>
            </a:endParaRPr>
          </a:p>
          <a:p>
            <a:pPr marL="0" indent="0">
              <a:buNone/>
            </a:pPr>
            <a:endParaRPr lang="en-IN" b="1"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727C6F70-F9D0-49EE-53BF-4B89450C1E86}"/>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2" name="Freeform: Shape 75">
            <a:extLst>
              <a:ext uri="{FF2B5EF4-FFF2-40B4-BE49-F238E27FC236}">
                <a16:creationId xmlns:a16="http://schemas.microsoft.com/office/drawing/2014/main" id="{8A47B8C5-34A2-E8F9-2BB2-BE550356BCA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 name="Freeform: Shape 71">
            <a:extLst>
              <a:ext uri="{FF2B5EF4-FFF2-40B4-BE49-F238E27FC236}">
                <a16:creationId xmlns:a16="http://schemas.microsoft.com/office/drawing/2014/main" id="{EE9923AB-4344-5ED5-9A87-853891F089EA}"/>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075828D9-CDAD-8641-D451-2695DAD536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6" name="Picture 2" descr="Solved] Seven people, C, D, E, F, G, H ...">
            <a:extLst>
              <a:ext uri="{FF2B5EF4-FFF2-40B4-BE49-F238E27FC236}">
                <a16:creationId xmlns:a16="http://schemas.microsoft.com/office/drawing/2014/main" id="{DC177A13-8BBC-C4CB-1194-CACAF61F0F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01004" y="2380456"/>
            <a:ext cx="5166047" cy="10485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7257695"/>
      </p:ext>
    </p:extLst>
  </p:cSld>
  <p:clrMapOvr>
    <a:masterClrMapping/>
  </p:clrMapOvr>
  <p:transition spd="med">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3A078CE-BFFA-984D-FD44-2509981C4C32}"/>
              </a:ext>
            </a:extLst>
          </p:cNvPr>
          <p:cNvSpPr>
            <a:spLocks noGrp="1"/>
          </p:cNvSpPr>
          <p:nvPr>
            <p:ph type="ftr" sz="quarter" idx="11"/>
          </p:nvPr>
        </p:nvSpPr>
        <p:spPr/>
        <p:txBody>
          <a:bodyPr/>
          <a:lstStyle/>
          <a:p>
            <a:pPr>
              <a:defRPr/>
            </a:pPr>
            <a:r>
              <a:rPr lang="en-IN" dirty="0">
                <a:solidFill>
                  <a:srgbClr val="FF0000"/>
                </a:solidFill>
              </a:rPr>
              <a:t>QUANT &amp; REASONING DEPARTMENT</a:t>
            </a:r>
          </a:p>
        </p:txBody>
      </p:sp>
      <p:sp>
        <p:nvSpPr>
          <p:cNvPr id="2" name="Title 1">
            <a:extLst>
              <a:ext uri="{FF2B5EF4-FFF2-40B4-BE49-F238E27FC236}">
                <a16:creationId xmlns:a16="http://schemas.microsoft.com/office/drawing/2014/main" id="{72E8DC02-FC8D-F61C-4F1A-B33822832368}"/>
              </a:ext>
            </a:extLst>
          </p:cNvPr>
          <p:cNvSpPr>
            <a:spLocks noGrp="1"/>
          </p:cNvSpPr>
          <p:nvPr>
            <p:ph type="title" idx="4294967295"/>
          </p:nvPr>
        </p:nvSpPr>
        <p:spPr>
          <a:xfrm>
            <a:off x="0" y="76200"/>
            <a:ext cx="9980613" cy="1096963"/>
          </a:xfrm>
        </p:spPr>
        <p:txBody>
          <a:bodyPr/>
          <a:lstStyle/>
          <a:p>
            <a:r>
              <a:rPr lang="en-US" altLang="en-US" b="1" dirty="0">
                <a:solidFill>
                  <a:srgbClr val="0070C0"/>
                </a:solidFill>
                <a:latin typeface="Cambria" panose="02040503050406030204" pitchFamily="18" charset="0"/>
              </a:rPr>
              <a:t>			SEATING ARRANGEMENTS </a:t>
            </a:r>
            <a:endParaRPr lang="en-IN" dirty="0"/>
          </a:p>
        </p:txBody>
      </p:sp>
      <p:sp>
        <p:nvSpPr>
          <p:cNvPr id="10" name="Content Placeholder 9">
            <a:extLst>
              <a:ext uri="{FF2B5EF4-FFF2-40B4-BE49-F238E27FC236}">
                <a16:creationId xmlns:a16="http://schemas.microsoft.com/office/drawing/2014/main" id="{44E5D088-9AD6-82DD-A86B-61146C02E16D}"/>
              </a:ext>
            </a:extLst>
          </p:cNvPr>
          <p:cNvSpPr>
            <a:spLocks noGrp="1"/>
          </p:cNvSpPr>
          <p:nvPr>
            <p:ph sz="half" idx="4294967295"/>
          </p:nvPr>
        </p:nvSpPr>
        <p:spPr>
          <a:xfrm>
            <a:off x="1101012" y="1439117"/>
            <a:ext cx="10599574" cy="4917233"/>
          </a:xfrm>
        </p:spPr>
        <p:txBody>
          <a:bodyPr>
            <a:normAutofit/>
          </a:bodyPr>
          <a:lstStyle/>
          <a:p>
            <a:pPr marL="0" indent="0">
              <a:buNone/>
            </a:pPr>
            <a:r>
              <a:rPr lang="en-US" b="1" dirty="0">
                <a:solidFill>
                  <a:srgbClr val="FF0000"/>
                </a:solidFill>
                <a:latin typeface="Times New Roman" panose="02020603050405020304" pitchFamily="18" charset="0"/>
                <a:cs typeface="Times New Roman" panose="02020603050405020304" pitchFamily="18" charset="0"/>
              </a:rPr>
              <a:t>IMPORTANT CLUES:</a:t>
            </a: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Left </a:t>
            </a:r>
            <a:r>
              <a:rPr lang="en-US" b="1" dirty="0">
                <a:latin typeface="Times New Roman" panose="02020603050405020304" pitchFamily="18" charset="0"/>
                <a:cs typeface="Times New Roman" panose="02020603050405020304" pitchFamily="18" charset="0"/>
              </a:rPr>
              <a:t> The person/s is/are somewhere in the leftward direction from the reference point. </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Immediate Left </a:t>
            </a:r>
            <a:r>
              <a:rPr lang="en-US" b="1" dirty="0">
                <a:latin typeface="Times New Roman" panose="02020603050405020304" pitchFamily="18" charset="0"/>
                <a:cs typeface="Times New Roman" panose="02020603050405020304" pitchFamily="18" charset="0"/>
              </a:rPr>
              <a:t>The person or item is an adjacent neighbor on the left side of the reference person..</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Right</a:t>
            </a:r>
            <a:r>
              <a:rPr lang="en-US" b="1" dirty="0">
                <a:latin typeface="Times New Roman" panose="02020603050405020304" pitchFamily="18" charset="0"/>
                <a:cs typeface="Times New Roman" panose="02020603050405020304" pitchFamily="18" charset="0"/>
              </a:rPr>
              <a:t> The person/s is/are somewhere in the rightward direction from the reference point</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Immediate Right </a:t>
            </a:r>
            <a:r>
              <a:rPr lang="en-US" b="1" dirty="0">
                <a:latin typeface="Times New Roman" panose="02020603050405020304" pitchFamily="18" charset="0"/>
                <a:cs typeface="Times New Roman" panose="02020603050405020304" pitchFamily="18" charset="0"/>
              </a:rPr>
              <a:t>The person or item is an adjacent neighbor on the right side of the reference person.</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Between</a:t>
            </a:r>
            <a:r>
              <a:rPr lang="en-US" b="1" dirty="0">
                <a:latin typeface="Times New Roman" panose="02020603050405020304" pitchFamily="18" charset="0"/>
                <a:cs typeface="Times New Roman" panose="02020603050405020304" pitchFamily="18" charset="0"/>
              </a:rPr>
              <a:t> the relative position of one or more people situated in the space separating two specific reference points. </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Exactly Between</a:t>
            </a:r>
            <a:r>
              <a:rPr lang="en-US" b="1" dirty="0">
                <a:latin typeface="Times New Roman" panose="02020603050405020304" pitchFamily="18" charset="0"/>
                <a:cs typeface="Times New Roman" panose="02020603050405020304" pitchFamily="18" charset="0"/>
              </a:rPr>
              <a:t> Requires immediate adjacency on both sides or same position  from both sides.</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b="1" dirty="0">
                <a:solidFill>
                  <a:srgbClr val="FF0000"/>
                </a:solidFill>
                <a:latin typeface="Times New Roman" panose="02020603050405020304" pitchFamily="18" charset="0"/>
                <a:cs typeface="Times New Roman" panose="02020603050405020304" pitchFamily="18" charset="0"/>
              </a:rPr>
              <a:t>Persons away </a:t>
            </a:r>
            <a:r>
              <a:rPr lang="en-US" b="1" dirty="0">
                <a:latin typeface="Times New Roman" panose="02020603050405020304" pitchFamily="18" charset="0"/>
                <a:cs typeface="Times New Roman" panose="02020603050405020304" pitchFamily="18" charset="0"/>
              </a:rPr>
              <a:t>“C is sitting two places away from A" means there is one person between them</a:t>
            </a:r>
            <a:endParaRPr lang="en-US"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endParaRPr lang="en-IN" b="1" dirty="0">
              <a:solidFill>
                <a:srgbClr val="FF0000"/>
              </a:solidFill>
              <a:latin typeface="Times New Roman" panose="02020603050405020304" pitchFamily="18" charset="0"/>
              <a:cs typeface="Times New Roman" panose="02020603050405020304" pitchFamily="18" charset="0"/>
            </a:endParaRPr>
          </a:p>
        </p:txBody>
      </p:sp>
      <p:sp>
        <p:nvSpPr>
          <p:cNvPr id="3" name="Freeform: Shape 75">
            <a:extLst>
              <a:ext uri="{FF2B5EF4-FFF2-40B4-BE49-F238E27FC236}">
                <a16:creationId xmlns:a16="http://schemas.microsoft.com/office/drawing/2014/main" id="{DC4AC60D-0FCA-8536-19D7-93824729C8B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Freeform: Shape 71">
            <a:extLst>
              <a:ext uri="{FF2B5EF4-FFF2-40B4-BE49-F238E27FC236}">
                <a16:creationId xmlns:a16="http://schemas.microsoft.com/office/drawing/2014/main" id="{2187C092-355B-95E3-7E52-32D0CD63C08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6" name="Picture 2" descr="KL Deemed to be University Logo">
            <a:extLst>
              <a:ext uri="{FF2B5EF4-FFF2-40B4-BE49-F238E27FC236}">
                <a16:creationId xmlns:a16="http://schemas.microsoft.com/office/drawing/2014/main" id="{8A8E3C01-A8E0-FAB8-E224-F93F574C62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73598457"/>
      </p:ext>
    </p:extLst>
  </p:cSld>
  <p:clrMapOvr>
    <a:masterClrMapping/>
  </p:clrMapOvr>
  <p:transition spd="med">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830E89-8883-090E-54FE-1B44DFCF2A73}"/>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E6847C39-9440-FE67-0CCE-476EB8076DD3}"/>
              </a:ext>
            </a:extLst>
          </p:cNvPr>
          <p:cNvSpPr>
            <a:spLocks noGrp="1"/>
          </p:cNvSpPr>
          <p:nvPr>
            <p:ph type="title"/>
          </p:nvPr>
        </p:nvSpPr>
        <p:spPr>
          <a:xfrm>
            <a:off x="1685925" y="22225"/>
            <a:ext cx="9369425" cy="1189038"/>
          </a:xfrm>
        </p:spPr>
        <p:txBody>
          <a:bodyPr/>
          <a:lstStyle/>
          <a:p>
            <a:pPr algn="ctr" eaLnBrk="1" hangingPunct="1"/>
            <a:r>
              <a:rPr lang="en-US" altLang="en-US" sz="4000" b="1" dirty="0">
                <a:solidFill>
                  <a:srgbClr val="0070C0"/>
                </a:solidFill>
                <a:latin typeface="Cambria" panose="02040503050406030204" pitchFamily="18" charset="0"/>
              </a:rPr>
              <a:t>SEATING ARRANGEMENTS </a:t>
            </a:r>
          </a:p>
        </p:txBody>
      </p:sp>
      <p:sp>
        <p:nvSpPr>
          <p:cNvPr id="6159" name="Freeform: Shape 71">
            <a:extLst>
              <a:ext uri="{FF2B5EF4-FFF2-40B4-BE49-F238E27FC236}">
                <a16:creationId xmlns:a16="http://schemas.microsoft.com/office/drawing/2014/main" id="{858590A3-FBA0-145F-5522-06EA273B8E4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C2764400-0514-1764-2B51-56852077B39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8438" name="Picture 2" descr="KL Deemed to be University Logo">
            <a:extLst>
              <a:ext uri="{FF2B5EF4-FFF2-40B4-BE49-F238E27FC236}">
                <a16:creationId xmlns:a16="http://schemas.microsoft.com/office/drawing/2014/main" id="{B48366BE-E9E3-7B0C-B60D-DF445C154F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Content Placeholder 2">
            <a:extLst>
              <a:ext uri="{FF2B5EF4-FFF2-40B4-BE49-F238E27FC236}">
                <a16:creationId xmlns:a16="http://schemas.microsoft.com/office/drawing/2014/main" id="{E38194C0-633B-F4FC-8BDD-8C48C64775FE}"/>
              </a:ext>
            </a:extLst>
          </p:cNvPr>
          <p:cNvGraphicFramePr>
            <a:graphicFrameLocks noGrp="1"/>
          </p:cNvGraphicFramePr>
          <p:nvPr>
            <p:ph idx="1"/>
            <p:extLst>
              <p:ext uri="{D42A27DB-BD31-4B8C-83A1-F6EECF244321}">
                <p14:modId xmlns:p14="http://schemas.microsoft.com/office/powerpoint/2010/main" val="3983148837"/>
              </p:ext>
            </p:extLst>
          </p:nvPr>
        </p:nvGraphicFramePr>
        <p:xfrm>
          <a:off x="842481" y="1831975"/>
          <a:ext cx="10290657" cy="40417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Footer Placeholder 7">
            <a:extLst>
              <a:ext uri="{FF2B5EF4-FFF2-40B4-BE49-F238E27FC236}">
                <a16:creationId xmlns:a16="http://schemas.microsoft.com/office/drawing/2014/main" id="{95E5D18F-51F3-1860-7161-CE40C5234EDA}"/>
              </a:ext>
            </a:extLst>
          </p:cNvPr>
          <p:cNvSpPr>
            <a:spLocks noGrp="1"/>
          </p:cNvSpPr>
          <p:nvPr>
            <p:ph type="ftr" sz="quarter" idx="11"/>
          </p:nvPr>
        </p:nvSpPr>
        <p:spPr>
          <a:xfrm>
            <a:off x="2933700" y="6418445"/>
            <a:ext cx="6324600" cy="365125"/>
          </a:xfrm>
        </p:spPr>
        <p:txBody>
          <a:bodyPr/>
          <a:lstStyle/>
          <a:p>
            <a:pPr>
              <a:defRPr/>
            </a:pPr>
            <a:r>
              <a:rPr lang="en-IN" sz="1800" b="1" dirty="0">
                <a:solidFill>
                  <a:srgbClr val="FF0000"/>
                </a:solidFill>
              </a:rPr>
              <a:t>QUANT &amp; REASONING DEPARTMENT</a:t>
            </a:r>
            <a:endParaRPr lang="en-US" sz="1800" b="1" dirty="0">
              <a:solidFill>
                <a:srgbClr val="FF0000"/>
              </a:solidFill>
            </a:endParaRPr>
          </a:p>
        </p:txBody>
      </p:sp>
    </p:spTree>
    <p:extLst>
      <p:ext uri="{BB962C8B-B14F-4D97-AF65-F5344CB8AC3E}">
        <p14:creationId xmlns:p14="http://schemas.microsoft.com/office/powerpoint/2010/main" val="2746850973"/>
      </p:ext>
    </p:ext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460A9-CCFF-2550-6826-D817DB80B8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32663C3-7BFA-E152-DD31-A5F411B7F1EF}"/>
              </a:ext>
            </a:extLst>
          </p:cNvPr>
          <p:cNvSpPr>
            <a:spLocks noGrp="1"/>
          </p:cNvSpPr>
          <p:nvPr>
            <p:ph type="title"/>
          </p:nvPr>
        </p:nvSpPr>
        <p:spPr/>
        <p:txBody>
          <a:bodyPr/>
          <a:lstStyle/>
          <a:p>
            <a:r>
              <a:rPr lang="en-US" altLang="en-US" sz="3600" b="1" dirty="0">
                <a:solidFill>
                  <a:srgbClr val="0070C0"/>
                </a:solidFill>
                <a:latin typeface="Times New Roman" panose="02020603050405020304" pitchFamily="18" charset="0"/>
                <a:cs typeface="Times New Roman" panose="02020603050405020304" pitchFamily="18" charset="0"/>
              </a:rPr>
              <a:t>		SEATING ARRANGEMENTS </a:t>
            </a:r>
            <a:endParaRPr lang="en-IN" sz="36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EFDD8DA0-D3C4-DA30-7D85-6C851890247A}"/>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5">
            <a:extLst>
              <a:ext uri="{FF2B5EF4-FFF2-40B4-BE49-F238E27FC236}">
                <a16:creationId xmlns:a16="http://schemas.microsoft.com/office/drawing/2014/main" id="{80A7A7B6-4AB6-3A97-C97F-8C176A9C76A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1">
            <a:extLst>
              <a:ext uri="{FF2B5EF4-FFF2-40B4-BE49-F238E27FC236}">
                <a16:creationId xmlns:a16="http://schemas.microsoft.com/office/drawing/2014/main" id="{DE7E2D9E-C6B9-3B5F-27F1-9E2962EFF8C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0316B8ED-F29F-16E7-DD2B-4F9B192910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Content Placeholder 8">
            <a:extLst>
              <a:ext uri="{FF2B5EF4-FFF2-40B4-BE49-F238E27FC236}">
                <a16:creationId xmlns:a16="http://schemas.microsoft.com/office/drawing/2014/main" id="{1ACFEB4F-9A19-D81C-1958-484E94EE09C0}"/>
              </a:ext>
            </a:extLst>
          </p:cNvPr>
          <p:cNvSpPr>
            <a:spLocks noGrp="1"/>
          </p:cNvSpPr>
          <p:nvPr>
            <p:ph idx="1"/>
          </p:nvPr>
        </p:nvSpPr>
        <p:spPr/>
        <p:txBody>
          <a:bodyPr>
            <a:normAutofit fontScale="85000" lnSpcReduction="20000"/>
          </a:bodyPr>
          <a:lstStyle/>
          <a:p>
            <a:pPr>
              <a:lnSpc>
                <a:spcPct val="107000"/>
              </a:lnSpc>
              <a:spcAft>
                <a:spcPts val="800"/>
              </a:spcAft>
              <a:buFont typeface="Wingdings" panose="05000000000000000000" pitchFamily="2" charset="2"/>
              <a:buChar char="Ø"/>
            </a:pPr>
            <a:r>
              <a:rPr lang="en-US" sz="2800" b="1" kern="100" dirty="0">
                <a:latin typeface="Calibri" panose="020F0502020204030204" pitchFamily="34" charset="0"/>
                <a:ea typeface="Calibri" panose="020F0502020204030204" pitchFamily="34" charset="0"/>
                <a:cs typeface="Times New Roman" panose="02020603050405020304" pitchFamily="18" charset="0"/>
              </a:rPr>
              <a:t>LINEAR ARRANGMENT:</a:t>
            </a:r>
            <a:endParaRPr lang="en-IN" sz="2800" b="1"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Linear arrangement is the arrangement of given items with the help of the given clues. The main idea here is to represent the given data in an organized manner. Once that is done, solving individual problems becomes very easy. </a:t>
            </a:r>
          </a:p>
          <a:p>
            <a:pPr>
              <a:lnSpc>
                <a:spcPct val="107000"/>
              </a:lnSpc>
              <a:spcAft>
                <a:spcPts val="800"/>
              </a:spcAft>
            </a:pPr>
            <a:r>
              <a:rPr lang="en-IN" kern="100" dirty="0">
                <a:latin typeface="Calibri" panose="020F0502020204030204" pitchFamily="34" charset="0"/>
                <a:ea typeface="Calibri" panose="020F0502020204030204" pitchFamily="34" charset="0"/>
                <a:cs typeface="Times New Roman" panose="02020603050405020304" pitchFamily="18" charset="0"/>
              </a:rPr>
              <a:t>Here, some clues are direct and can straightaway help in fixing the position of an item. There are also some indirect clues which can only be deciphered after the direct clues have been taken into account. Therefore, we have is to first decipher the direct clues and then work on the indirect clues.</a:t>
            </a:r>
          </a:p>
          <a:p>
            <a:pPr>
              <a:lnSpc>
                <a:spcPct val="107000"/>
              </a:lnSpc>
              <a:spcAft>
                <a:spcPts val="800"/>
              </a:spcAft>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kern="100" dirty="0">
              <a:latin typeface="Calibri" panose="020F0502020204030204" pitchFamily="34" charset="0"/>
              <a:ea typeface="Calibri" panose="020F0502020204030204" pitchFamily="34" charset="0"/>
              <a:cs typeface="Times New Roman" panose="02020603050405020304" pitchFamily="18" charset="0"/>
            </a:endParaRPr>
          </a:p>
          <a:p>
            <a:pPr marL="342900" indent="-342900"/>
            <a:r>
              <a:rPr lang="en-IN" kern="100" dirty="0">
                <a:latin typeface="Calibri" panose="020F0502020204030204" pitchFamily="34" charset="0"/>
                <a:ea typeface="Calibri" panose="020F0502020204030204" pitchFamily="34" charset="0"/>
                <a:cs typeface="Times New Roman" panose="02020603050405020304" pitchFamily="18" charset="0"/>
              </a:rPr>
              <a:t>DIRECT STATEMENT </a:t>
            </a:r>
          </a:p>
          <a:p>
            <a:pPr marL="342900" indent="-342900"/>
            <a:r>
              <a:rPr lang="en-IN" kern="100" dirty="0">
                <a:latin typeface="Calibri" panose="020F0502020204030204" pitchFamily="34" charset="0"/>
                <a:ea typeface="Calibri" panose="020F0502020204030204" pitchFamily="34" charset="0"/>
                <a:cs typeface="Times New Roman" panose="02020603050405020304" pitchFamily="18" charset="0"/>
              </a:rPr>
              <a:t>INDIRECT STATEMENT</a:t>
            </a:r>
          </a:p>
          <a:p>
            <a:endParaRPr lang="en-IN" dirty="0"/>
          </a:p>
        </p:txBody>
      </p:sp>
    </p:spTree>
    <p:extLst>
      <p:ext uri="{BB962C8B-B14F-4D97-AF65-F5344CB8AC3E}">
        <p14:creationId xmlns:p14="http://schemas.microsoft.com/office/powerpoint/2010/main" val="1981509380"/>
      </p:ext>
    </p:extLst>
  </p:cSld>
  <p:clrMapOvr>
    <a:masterClrMapping/>
  </p:clrMapOvr>
  <p:transition spd="med">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A214D-9A35-6B4C-3E89-76B1F80C7C2B}"/>
              </a:ext>
            </a:extLst>
          </p:cNvPr>
          <p:cNvSpPr>
            <a:spLocks noGrp="1"/>
          </p:cNvSpPr>
          <p:nvPr>
            <p:ph type="title"/>
          </p:nvPr>
        </p:nvSpPr>
        <p:spPr/>
        <p:txBody>
          <a:bodyPr/>
          <a:lstStyle/>
          <a:p>
            <a:r>
              <a:rPr lang="en-US" altLang="en-US" sz="3600" b="1" dirty="0">
                <a:solidFill>
                  <a:srgbClr val="0070C0"/>
                </a:solidFill>
                <a:latin typeface="Times New Roman" panose="02020603050405020304" pitchFamily="18" charset="0"/>
                <a:cs typeface="Times New Roman" panose="02020603050405020304" pitchFamily="18" charset="0"/>
              </a:rPr>
              <a:t>		SEATING ARRANGEMENTS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B6756D6C-015C-62C2-8329-17818CE535CA}"/>
              </a:ext>
            </a:extLst>
          </p:cNvPr>
          <p:cNvSpPr>
            <a:spLocks noGrp="1"/>
          </p:cNvSpPr>
          <p:nvPr>
            <p:ph idx="1"/>
          </p:nvPr>
        </p:nvSpPr>
        <p:spPr>
          <a:xfrm>
            <a:off x="1104900" y="1408922"/>
            <a:ext cx="9982200" cy="4763278"/>
          </a:xfrm>
        </p:spPr>
        <p:txBody>
          <a:bodyPr>
            <a:normAutofit lnSpcReduction="10000"/>
          </a:bodyPr>
          <a:lstStyle/>
          <a:p>
            <a:pPr marL="0" indent="0">
              <a:buNone/>
            </a:pPr>
            <a:r>
              <a:rPr lang="en-US" sz="2400" dirty="0">
                <a:latin typeface="Times New Roman" panose="02020603050405020304" pitchFamily="18" charset="0"/>
                <a:cs typeface="Times New Roman" panose="02020603050405020304" pitchFamily="18" charset="0"/>
              </a:rPr>
              <a:t>1.</a:t>
            </a:r>
            <a:r>
              <a:rPr lang="en-US" sz="2400" b="1" dirty="0">
                <a:latin typeface="Times New Roman" panose="02020603050405020304" pitchFamily="18" charset="0"/>
                <a:cs typeface="Times New Roman" panose="02020603050405020304" pitchFamily="18" charset="0"/>
              </a:rPr>
              <a:t>Five students A, B, C, D &amp; E are sitting in a row facing north</a:t>
            </a:r>
            <a:r>
              <a:rPr lang="en-US" sz="2400" dirty="0">
                <a:latin typeface="Times New Roman" panose="02020603050405020304" pitchFamily="18" charset="0"/>
                <a:cs typeface="Times New Roman" panose="02020603050405020304" pitchFamily="18" charset="0"/>
              </a:rPr>
              <a:t>. </a:t>
            </a:r>
          </a:p>
          <a:p>
            <a:pPr marL="457200" indent="-457200">
              <a:buFont typeface="+mj-lt"/>
              <a:buAutoNum type="alphaLcParenR"/>
            </a:pPr>
            <a:r>
              <a:rPr lang="en-US" sz="2400" dirty="0">
                <a:latin typeface="Times New Roman" panose="02020603050405020304" pitchFamily="18" charset="0"/>
                <a:cs typeface="Times New Roman" panose="02020603050405020304" pitchFamily="18" charset="0"/>
              </a:rPr>
              <a:t>C is sitting exactly in the middle of the row. </a:t>
            </a:r>
          </a:p>
          <a:p>
            <a:pPr marL="457200" indent="-457200">
              <a:buFont typeface="+mj-lt"/>
              <a:buAutoNum type="alphaLcParenR"/>
            </a:pPr>
            <a:r>
              <a:rPr lang="en-US" sz="2400" dirty="0">
                <a:latin typeface="Times New Roman" panose="02020603050405020304" pitchFamily="18" charset="0"/>
                <a:cs typeface="Times New Roman" panose="02020603050405020304" pitchFamily="18" charset="0"/>
              </a:rPr>
              <a:t>E is sitting to the immediate right of D and immediate left of C. </a:t>
            </a:r>
          </a:p>
          <a:p>
            <a:pPr marL="457200" indent="-457200">
              <a:buFont typeface="+mj-lt"/>
              <a:buAutoNum type="alphaLcParenR"/>
            </a:pPr>
            <a:r>
              <a:rPr lang="en-US" sz="2400" dirty="0">
                <a:latin typeface="Times New Roman" panose="02020603050405020304" pitchFamily="18" charset="0"/>
                <a:cs typeface="Times New Roman" panose="02020603050405020304" pitchFamily="18" charset="0"/>
              </a:rPr>
              <a:t>B is not sitting at the extreme end. </a:t>
            </a:r>
          </a:p>
          <a:p>
            <a:pPr marL="0" indent="0">
              <a:buNone/>
            </a:pPr>
            <a:r>
              <a:rPr lang="en-US" sz="2400" b="1" dirty="0">
                <a:solidFill>
                  <a:srgbClr val="FF0000"/>
                </a:solidFill>
                <a:latin typeface="Times New Roman" panose="02020603050405020304" pitchFamily="18" charset="0"/>
                <a:cs typeface="Times New Roman" panose="02020603050405020304" pitchFamily="18" charset="0"/>
              </a:rPr>
              <a:t>Who is sitting third to the left of A?</a:t>
            </a:r>
            <a:r>
              <a:rPr lang="en-US" sz="2400" dirty="0">
                <a:latin typeface="Times New Roman" panose="02020603050405020304" pitchFamily="18" charset="0"/>
                <a:cs typeface="Times New Roman" panose="02020603050405020304" pitchFamily="18" charset="0"/>
              </a:rPr>
              <a:t>			</a:t>
            </a:r>
            <a:r>
              <a:rPr lang="en-IN" sz="2400" dirty="0">
                <a:solidFill>
                  <a:srgbClr val="00B050"/>
                </a:solidFill>
                <a:latin typeface="Times New Roman" panose="02020603050405020304" pitchFamily="18" charset="0"/>
                <a:cs typeface="Times New Roman" panose="02020603050405020304" pitchFamily="18" charset="0"/>
              </a:rPr>
              <a:t>[Infosys]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 C</a:t>
            </a:r>
          </a:p>
          <a:p>
            <a:pPr marL="0" indent="0">
              <a:buNone/>
            </a:pPr>
            <a:r>
              <a:rPr lang="en-US" sz="2400" dirty="0">
                <a:latin typeface="Times New Roman" panose="02020603050405020304" pitchFamily="18" charset="0"/>
                <a:cs typeface="Times New Roman" panose="02020603050405020304" pitchFamily="18" charset="0"/>
              </a:rPr>
              <a:t>(b) E</a:t>
            </a:r>
          </a:p>
          <a:p>
            <a:pPr marL="0" indent="0">
              <a:buNone/>
            </a:pPr>
            <a:r>
              <a:rPr lang="en-US" sz="2400" dirty="0">
                <a:latin typeface="Times New Roman" panose="02020603050405020304" pitchFamily="18" charset="0"/>
                <a:cs typeface="Times New Roman" panose="02020603050405020304" pitchFamily="18" charset="0"/>
              </a:rPr>
              <a:t>(c) B</a:t>
            </a:r>
          </a:p>
          <a:p>
            <a:pPr marL="0" indent="0">
              <a:buNone/>
            </a:pPr>
            <a:r>
              <a:rPr lang="en-US" sz="2400" dirty="0">
                <a:latin typeface="Times New Roman" panose="02020603050405020304" pitchFamily="18" charset="0"/>
                <a:cs typeface="Times New Roman" panose="02020603050405020304" pitchFamily="18" charset="0"/>
              </a:rPr>
              <a:t>(d) D</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583E128-82D1-E9F9-2630-E442FF754DE6}"/>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5">
            <a:extLst>
              <a:ext uri="{FF2B5EF4-FFF2-40B4-BE49-F238E27FC236}">
                <a16:creationId xmlns:a16="http://schemas.microsoft.com/office/drawing/2014/main" id="{EC208097-205C-9C68-6049-1E79C95F5FF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1">
            <a:extLst>
              <a:ext uri="{FF2B5EF4-FFF2-40B4-BE49-F238E27FC236}">
                <a16:creationId xmlns:a16="http://schemas.microsoft.com/office/drawing/2014/main" id="{8772BE0F-B727-48B4-CF76-AC8C899DB13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ABED1DAC-B5DA-8AB6-DA89-661CFE9FB7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91988435"/>
      </p:ext>
    </p:extLst>
  </p:cSld>
  <p:clrMapOvr>
    <a:masterClrMapping/>
  </p:clrMapOvr>
  <p:transition spd="med">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5F4CB-771D-F41A-5A34-4C67A5DDFF67}"/>
              </a:ext>
            </a:extLst>
          </p:cNvPr>
          <p:cNvSpPr>
            <a:spLocks noGrp="1"/>
          </p:cNvSpPr>
          <p:nvPr>
            <p:ph type="title"/>
          </p:nvPr>
        </p:nvSpPr>
        <p:spPr>
          <a:xfrm>
            <a:off x="1763712" y="76200"/>
            <a:ext cx="9323387" cy="1096963"/>
          </a:xfrm>
        </p:spPr>
        <p:txBody>
          <a:bodyPr/>
          <a:lstStyle/>
          <a:p>
            <a:r>
              <a:rPr lang="en-US" altLang="en-US" sz="4000" b="1" dirty="0">
                <a:solidFill>
                  <a:srgbClr val="0070C0"/>
                </a:solidFill>
                <a:latin typeface="Cambria" panose="02040503050406030204" pitchFamily="18" charset="0"/>
              </a:rPr>
              <a:t>	SEATING ARRANGEMENTS </a:t>
            </a:r>
            <a:endParaRPr lang="en-IN" sz="4000" dirty="0"/>
          </a:p>
        </p:txBody>
      </p:sp>
      <p:sp>
        <p:nvSpPr>
          <p:cNvPr id="3" name="Content Placeholder 2">
            <a:extLst>
              <a:ext uri="{FF2B5EF4-FFF2-40B4-BE49-F238E27FC236}">
                <a16:creationId xmlns:a16="http://schemas.microsoft.com/office/drawing/2014/main" id="{2873EB81-E904-F44E-821E-105DB495BD3C}"/>
              </a:ext>
            </a:extLst>
          </p:cNvPr>
          <p:cNvSpPr>
            <a:spLocks noGrp="1"/>
          </p:cNvSpPr>
          <p:nvPr>
            <p:ph idx="1"/>
          </p:nvPr>
        </p:nvSpPr>
        <p:spPr>
          <a:xfrm>
            <a:off x="1104900" y="1558925"/>
            <a:ext cx="9982200" cy="4572000"/>
          </a:xfrm>
        </p:spPr>
        <p:txBody>
          <a:bodyPr>
            <a:normAutofit/>
          </a:bodyPr>
          <a:lstStyle/>
          <a:p>
            <a:pPr marL="0" indent="0">
              <a:buNone/>
            </a:pPr>
            <a:r>
              <a:rPr lang="en-US" altLang="en-US"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2.Five persons A, B, C, D, and E are sitting in a row facing North such that D is on the left of C and B is on the right of E. A is on the right of C and B is on the left of D. If E occupies a corner position, then who is sitting in the center?</a:t>
            </a:r>
          </a:p>
          <a:p>
            <a:pPr marL="0" indent="0">
              <a:buNone/>
            </a:pPr>
            <a:r>
              <a:rPr lang="en-US" altLang="en-US"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a. C			b. E			c. D			d. A </a:t>
            </a:r>
          </a:p>
          <a:p>
            <a:pPr marL="0" indent="0">
              <a:buNone/>
            </a:pPr>
            <a:endParaRPr lang="en-US" altLang="en-US"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F801440-A3E2-138E-14A5-5277BD878A96}"/>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C6424024-5496-56F4-32CA-EB93A8A0B27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8DEC51A6-EFBF-29F0-4BE3-00E8FAD7DE6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D4DE766A-F8CC-B140-B893-FD9DCB13CF1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58301" y="46038"/>
            <a:ext cx="2933700" cy="7031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3432066"/>
      </p:ext>
    </p:extLst>
  </p:cSld>
  <p:clrMapOvr>
    <a:masterClrMapping/>
  </p:clrMapOvr>
  <p:transition spd="med">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2A2D23-9613-09BD-CD60-871B3284C476}"/>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60E4BFE9-4621-13D0-020A-16F551E4429E}"/>
              </a:ext>
            </a:extLst>
          </p:cNvPr>
          <p:cNvSpPr>
            <a:spLocks noGrp="1"/>
          </p:cNvSpPr>
          <p:nvPr>
            <p:ph type="title"/>
          </p:nvPr>
        </p:nvSpPr>
        <p:spPr>
          <a:xfrm>
            <a:off x="1685925" y="22225"/>
            <a:ext cx="9369425" cy="1189038"/>
          </a:xfrm>
        </p:spPr>
        <p:txBody>
          <a:bodyPr/>
          <a:lstStyle/>
          <a:p>
            <a:pPr algn="ctr" eaLnBrk="1" hangingPunct="1"/>
            <a:r>
              <a:rPr lang="en-US" altLang="en-US" sz="4000" b="1" dirty="0">
                <a:solidFill>
                  <a:srgbClr val="0070C0"/>
                </a:solidFill>
                <a:latin typeface="Cambria" panose="02040503050406030204" pitchFamily="18" charset="0"/>
              </a:rPr>
              <a:t>	SEATING ARRANGEMENTS  </a:t>
            </a:r>
          </a:p>
        </p:txBody>
      </p:sp>
      <p:sp>
        <p:nvSpPr>
          <p:cNvPr id="6159" name="Freeform: Shape 71">
            <a:extLst>
              <a:ext uri="{FF2B5EF4-FFF2-40B4-BE49-F238E27FC236}">
                <a16:creationId xmlns:a16="http://schemas.microsoft.com/office/drawing/2014/main" id="{B85D890A-B58F-994A-2771-ED08DC18F7F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021B45B4-D1DA-2122-DDED-88CAB4E8041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8438" name="Picture 2" descr="KL Deemed to be University Logo">
            <a:extLst>
              <a:ext uri="{FF2B5EF4-FFF2-40B4-BE49-F238E27FC236}">
                <a16:creationId xmlns:a16="http://schemas.microsoft.com/office/drawing/2014/main" id="{09339BE0-814F-18E8-0838-3576ED94E1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3">
            <a:extLst>
              <a:ext uri="{FF2B5EF4-FFF2-40B4-BE49-F238E27FC236}">
                <a16:creationId xmlns:a16="http://schemas.microsoft.com/office/drawing/2014/main" id="{7D1B5F8A-AF0D-0BED-87A0-7293B0AA6B61}"/>
              </a:ext>
            </a:extLst>
          </p:cNvPr>
          <p:cNvSpPr>
            <a:spLocks noGrp="1" noChangeArrowheads="1"/>
          </p:cNvSpPr>
          <p:nvPr>
            <p:ph idx="1"/>
          </p:nvPr>
        </p:nvSpPr>
        <p:spPr bwMode="auto">
          <a:xfrm>
            <a:off x="1182998" y="1332515"/>
            <a:ext cx="10360025" cy="4525963"/>
          </a:xfrm>
        </p:spPr>
        <p:txBody>
          <a:bodyPr wrap="square" numCol="1" anchor="t" anchorCtr="0" compatLnSpc="1">
            <a:prstTxWarp prst="textNoShape">
              <a:avLst/>
            </a:prstTxWarp>
            <a:normAutofit lnSpcReduction="10000"/>
          </a:bodyPr>
          <a:lstStyle/>
          <a:p>
            <a:pPr marL="0" indent="0">
              <a:buNone/>
              <a:defRPr/>
            </a:pPr>
            <a:r>
              <a:rPr lang="en-IN" sz="2400" dirty="0">
                <a:solidFill>
                  <a:schemeClr val="tx2"/>
                </a:solidFill>
                <a:latin typeface="Times New Roman" panose="02020603050405020304" pitchFamily="18" charset="0"/>
                <a:cs typeface="Times New Roman" panose="02020603050405020304" pitchFamily="18" charset="0"/>
              </a:rPr>
              <a:t>3.</a:t>
            </a:r>
            <a:r>
              <a:rPr lang="en-US" sz="2400" dirty="0">
                <a:solidFill>
                  <a:schemeClr val="tx2"/>
                </a:solidFill>
                <a:latin typeface="Times New Roman" panose="02020603050405020304" pitchFamily="18" charset="0"/>
                <a:cs typeface="Times New Roman" panose="02020603050405020304" pitchFamily="18" charset="0"/>
              </a:rPr>
              <a:t>Five girls Beena, Leena, Meena, Reena and Teena are playing game. They are sitting in a row facing towards the north. Meena is sitting at the west end and Teena is sitting at the east end. Leena and Reena are sitting together next to each other. Beena is sitting to the left of Leena and to the right of Meena. Who is sitting second from the east end?</a:t>
            </a:r>
            <a:r>
              <a:rPr lang="en-IN" sz="2400" dirty="0">
                <a:solidFill>
                  <a:srgbClr val="00B050"/>
                </a:solidFill>
                <a:latin typeface="Times New Roman" panose="02020603050405020304" pitchFamily="18" charset="0"/>
                <a:cs typeface="Times New Roman" panose="02020603050405020304" pitchFamily="18" charset="0"/>
              </a:rPr>
              <a:t> 				[Accenture]</a:t>
            </a:r>
            <a:endParaRPr lang="en-IN" sz="2400" dirty="0">
              <a:solidFill>
                <a:schemeClr val="tx2"/>
              </a:solidFill>
              <a:latin typeface="Times New Roman" panose="02020603050405020304" pitchFamily="18" charset="0"/>
              <a:cs typeface="Times New Roman" panose="02020603050405020304" pitchFamily="18" charset="0"/>
            </a:endParaRPr>
          </a:p>
          <a:p>
            <a:pPr marL="514350" indent="-514350">
              <a:buFont typeface="Wingdings" panose="05000000000000000000" pitchFamily="2" charset="2"/>
              <a:buAutoNum type="alphaLcPeriod"/>
              <a:defRPr/>
            </a:pPr>
            <a:r>
              <a:rPr lang="en-US" sz="2400" dirty="0">
                <a:solidFill>
                  <a:schemeClr val="tx2"/>
                </a:solidFill>
                <a:latin typeface="Times New Roman" panose="02020603050405020304" pitchFamily="18" charset="0"/>
                <a:cs typeface="Times New Roman" panose="02020603050405020304" pitchFamily="18" charset="0"/>
              </a:rPr>
              <a:t>Beena		</a:t>
            </a:r>
          </a:p>
          <a:p>
            <a:pPr marL="514350" indent="-514350">
              <a:buFont typeface="Wingdings" panose="05000000000000000000" pitchFamily="2" charset="2"/>
              <a:buAutoNum type="alphaLcPeriod"/>
              <a:defRPr/>
            </a:pPr>
            <a:r>
              <a:rPr lang="en-US" sz="2400" dirty="0">
                <a:solidFill>
                  <a:schemeClr val="tx2"/>
                </a:solidFill>
                <a:latin typeface="Times New Roman" panose="02020603050405020304" pitchFamily="18" charset="0"/>
                <a:cs typeface="Times New Roman" panose="02020603050405020304" pitchFamily="18" charset="0"/>
              </a:rPr>
              <a:t>Reena			</a:t>
            </a:r>
          </a:p>
          <a:p>
            <a:pPr marL="514350" indent="-514350">
              <a:buFont typeface="Wingdings" panose="05000000000000000000" pitchFamily="2" charset="2"/>
              <a:buAutoNum type="alphaLcPeriod"/>
              <a:defRPr/>
            </a:pPr>
            <a:r>
              <a:rPr lang="en-US" sz="2400" dirty="0">
                <a:solidFill>
                  <a:schemeClr val="tx2"/>
                </a:solidFill>
                <a:latin typeface="Times New Roman" panose="02020603050405020304" pitchFamily="18" charset="0"/>
                <a:cs typeface="Times New Roman" panose="02020603050405020304" pitchFamily="18" charset="0"/>
              </a:rPr>
              <a:t>Teena	            	</a:t>
            </a:r>
          </a:p>
          <a:p>
            <a:pPr marL="514350" indent="-514350">
              <a:buFont typeface="Wingdings" panose="05000000000000000000" pitchFamily="2" charset="2"/>
              <a:buAutoNum type="alphaLcPeriod"/>
              <a:defRPr/>
            </a:pPr>
            <a:r>
              <a:rPr lang="en-US" sz="2400" dirty="0">
                <a:solidFill>
                  <a:schemeClr val="tx2"/>
                </a:solidFill>
                <a:latin typeface="Times New Roman" panose="02020603050405020304" pitchFamily="18" charset="0"/>
                <a:cs typeface="Times New Roman" panose="02020603050405020304" pitchFamily="18" charset="0"/>
              </a:rPr>
              <a:t>Leena</a:t>
            </a:r>
          </a:p>
          <a:p>
            <a:pPr marL="514350" indent="-514350">
              <a:buFont typeface="Wingdings" panose="05000000000000000000" pitchFamily="2" charset="2"/>
              <a:buAutoNum type="alphaLcPeriod"/>
              <a:defRPr/>
            </a:pPr>
            <a:r>
              <a:rPr lang="en-US" sz="2400" dirty="0">
                <a:solidFill>
                  <a:schemeClr val="tx2"/>
                </a:solidFill>
                <a:latin typeface="Times New Roman" panose="02020603050405020304" pitchFamily="18" charset="0"/>
                <a:cs typeface="Times New Roman" panose="02020603050405020304" pitchFamily="18" charset="0"/>
              </a:rPr>
              <a:t>Cannot </a:t>
            </a:r>
            <a:r>
              <a:rPr lang="en-US" sz="2400" dirty="0" err="1">
                <a:solidFill>
                  <a:schemeClr val="tx2"/>
                </a:solidFill>
                <a:latin typeface="Times New Roman" panose="02020603050405020304" pitchFamily="18" charset="0"/>
                <a:cs typeface="Times New Roman" panose="02020603050405020304" pitchFamily="18" charset="0"/>
              </a:rPr>
              <a:t>bedetermine</a:t>
            </a:r>
            <a:endParaRPr 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defRPr/>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sp>
        <p:nvSpPr>
          <p:cNvPr id="3" name="Footer Placeholder 2">
            <a:extLst>
              <a:ext uri="{FF2B5EF4-FFF2-40B4-BE49-F238E27FC236}">
                <a16:creationId xmlns:a16="http://schemas.microsoft.com/office/drawing/2014/main" id="{E170A791-917A-B782-DE93-A5257BD70F5C}"/>
              </a:ext>
            </a:extLst>
          </p:cNvPr>
          <p:cNvSpPr>
            <a:spLocks noGrp="1"/>
          </p:cNvSpPr>
          <p:nvPr>
            <p:ph type="ftr" sz="quarter" idx="11"/>
          </p:nvPr>
        </p:nvSpPr>
        <p:spPr/>
        <p:txBody>
          <a:bodyPr/>
          <a:lstStyle/>
          <a:p>
            <a:pPr>
              <a:defRPr/>
            </a:pPr>
            <a:r>
              <a:rPr lang="en-IN" sz="1400" b="1" dirty="0">
                <a:solidFill>
                  <a:srgbClr val="FF0000"/>
                </a:solidFill>
              </a:rPr>
              <a:t>QUANT &amp; REASONING DEPARTMENT</a:t>
            </a:r>
          </a:p>
        </p:txBody>
      </p:sp>
    </p:spTree>
    <p:extLst>
      <p:ext uri="{BB962C8B-B14F-4D97-AF65-F5344CB8AC3E}">
        <p14:creationId xmlns:p14="http://schemas.microsoft.com/office/powerpoint/2010/main" val="207666942"/>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1000"/>
                                        <p:tgtEl>
                                          <p:spTgt spid="2">
                                            <p:txEl>
                                              <p:pRg st="0" end="0"/>
                                            </p:txEl>
                                          </p:spTgt>
                                        </p:tgtEl>
                                      </p:cBhvr>
                                    </p:animEffect>
                                    <p:anim calcmode="lin" valueType="num">
                                      <p:cBhvr>
                                        <p:cTn id="8"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1" end="1"/>
                                            </p:txEl>
                                          </p:spTgt>
                                        </p:tgtEl>
                                        <p:attrNameLst>
                                          <p:attrName>style.visibility</p:attrName>
                                        </p:attrNameLst>
                                      </p:cBhvr>
                                      <p:to>
                                        <p:strVal val="visible"/>
                                      </p:to>
                                    </p:set>
                                    <p:animEffect transition="in" filter="fade">
                                      <p:cBhvr>
                                        <p:cTn id="14" dur="1000"/>
                                        <p:tgtEl>
                                          <p:spTgt spid="2">
                                            <p:txEl>
                                              <p:pRg st="1" end="1"/>
                                            </p:txEl>
                                          </p:spTgt>
                                        </p:tgtEl>
                                      </p:cBhvr>
                                    </p:animEffect>
                                    <p:anim calcmode="lin" valueType="num">
                                      <p:cBhvr>
                                        <p:cTn id="15"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2" end="2"/>
                                            </p:txEl>
                                          </p:spTgt>
                                        </p:tgtEl>
                                        <p:attrNameLst>
                                          <p:attrName>style.visibility</p:attrName>
                                        </p:attrNameLst>
                                      </p:cBhvr>
                                      <p:to>
                                        <p:strVal val="visible"/>
                                      </p:to>
                                    </p:set>
                                    <p:animEffect transition="in" filter="fade">
                                      <p:cBhvr>
                                        <p:cTn id="21" dur="1000"/>
                                        <p:tgtEl>
                                          <p:spTgt spid="2">
                                            <p:txEl>
                                              <p:pRg st="2" end="2"/>
                                            </p:txEl>
                                          </p:spTgt>
                                        </p:tgtEl>
                                      </p:cBhvr>
                                    </p:animEffect>
                                    <p:anim calcmode="lin" valueType="num">
                                      <p:cBhvr>
                                        <p:cTn id="22"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3" end="3"/>
                                            </p:txEl>
                                          </p:spTgt>
                                        </p:tgtEl>
                                        <p:attrNameLst>
                                          <p:attrName>style.visibility</p:attrName>
                                        </p:attrNameLst>
                                      </p:cBhvr>
                                      <p:to>
                                        <p:strVal val="visible"/>
                                      </p:to>
                                    </p:set>
                                    <p:animEffect transition="in" filter="fade">
                                      <p:cBhvr>
                                        <p:cTn id="28" dur="1000"/>
                                        <p:tgtEl>
                                          <p:spTgt spid="2">
                                            <p:txEl>
                                              <p:pRg st="3" end="3"/>
                                            </p:txEl>
                                          </p:spTgt>
                                        </p:tgtEl>
                                      </p:cBhvr>
                                    </p:animEffect>
                                    <p:anim calcmode="lin" valueType="num">
                                      <p:cBhvr>
                                        <p:cTn id="29"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4" end="4"/>
                                            </p:txEl>
                                          </p:spTgt>
                                        </p:tgtEl>
                                        <p:attrNameLst>
                                          <p:attrName>style.visibility</p:attrName>
                                        </p:attrNameLst>
                                      </p:cBhvr>
                                      <p:to>
                                        <p:strVal val="visible"/>
                                      </p:to>
                                    </p:set>
                                    <p:animEffect transition="in" filter="fade">
                                      <p:cBhvr>
                                        <p:cTn id="35" dur="1000"/>
                                        <p:tgtEl>
                                          <p:spTgt spid="2">
                                            <p:txEl>
                                              <p:pRg st="4" end="4"/>
                                            </p:txEl>
                                          </p:spTgt>
                                        </p:tgtEl>
                                      </p:cBhvr>
                                    </p:animEffect>
                                    <p:anim calcmode="lin" valueType="num">
                                      <p:cBhvr>
                                        <p:cTn id="36"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5" end="5"/>
                                            </p:txEl>
                                          </p:spTgt>
                                        </p:tgtEl>
                                        <p:attrNameLst>
                                          <p:attrName>style.visibility</p:attrName>
                                        </p:attrNameLst>
                                      </p:cBhvr>
                                      <p:to>
                                        <p:strVal val="visible"/>
                                      </p:to>
                                    </p:set>
                                    <p:animEffect transition="in" filter="fade">
                                      <p:cBhvr>
                                        <p:cTn id="42" dur="1000"/>
                                        <p:tgtEl>
                                          <p:spTgt spid="2">
                                            <p:txEl>
                                              <p:pRg st="5" end="5"/>
                                            </p:txEl>
                                          </p:spTgt>
                                        </p:tgtEl>
                                      </p:cBhvr>
                                    </p:animEffect>
                                    <p:anim calcmode="lin" valueType="num">
                                      <p:cBhvr>
                                        <p:cTn id="43"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6985E-8528-9EE9-7BEA-7D1FCF868B1E}"/>
              </a:ext>
            </a:extLst>
          </p:cNvPr>
          <p:cNvSpPr>
            <a:spLocks noGrp="1"/>
          </p:cNvSpPr>
          <p:nvPr>
            <p:ph type="title"/>
          </p:nvPr>
        </p:nvSpPr>
        <p:spPr>
          <a:xfrm>
            <a:off x="1688841" y="76200"/>
            <a:ext cx="9396672" cy="1096963"/>
          </a:xfrm>
        </p:spPr>
        <p:txBody>
          <a:bodyPr/>
          <a:lstStyle/>
          <a:p>
            <a:r>
              <a:rPr lang="en-US" altLang="en-US" sz="4000" b="1" dirty="0">
                <a:solidFill>
                  <a:srgbClr val="0070C0"/>
                </a:solidFill>
                <a:latin typeface="Cambria" panose="02040503050406030204" pitchFamily="18" charset="0"/>
              </a:rPr>
              <a:t>	SEATING ARRANGEMENTS </a:t>
            </a:r>
            <a:endParaRPr lang="en-IN" sz="4000" dirty="0"/>
          </a:p>
        </p:txBody>
      </p:sp>
      <p:sp>
        <p:nvSpPr>
          <p:cNvPr id="3" name="Content Placeholder 2">
            <a:extLst>
              <a:ext uri="{FF2B5EF4-FFF2-40B4-BE49-F238E27FC236}">
                <a16:creationId xmlns:a16="http://schemas.microsoft.com/office/drawing/2014/main" id="{91D9A325-7DD8-48F8-0837-02746CD361EA}"/>
              </a:ext>
            </a:extLst>
          </p:cNvPr>
          <p:cNvSpPr>
            <a:spLocks noGrp="1"/>
          </p:cNvSpPr>
          <p:nvPr>
            <p:ph idx="1"/>
          </p:nvPr>
        </p:nvSpPr>
        <p:spPr/>
        <p:txBody>
          <a:bodyPr/>
          <a:lstStyle/>
          <a:p>
            <a:pPr marL="0" indent="0">
              <a:buNone/>
            </a:pPr>
            <a:r>
              <a:rPr lang="en-US" altLang="en-US"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4. Six persons are sitting in a row. They are A, B, C, D, E and F. C is not sitting beside D who is sitting on the extreme right. E is between A and C. A is not sitting beside F and D. B is between F and D. Who is the immediate right of A?</a:t>
            </a:r>
          </a:p>
          <a:p>
            <a:pPr marL="0" indent="0">
              <a:buNone/>
            </a:pPr>
            <a:r>
              <a:rPr lang="en-US" altLang="en-US"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a. C			b. E			c. D			d. A </a:t>
            </a:r>
          </a:p>
          <a:p>
            <a:pPr marL="0" indent="0">
              <a:buNone/>
            </a:pPr>
            <a:endParaRPr lang="en-US" altLang="en-US"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43FF7B09-44F7-0393-5F90-0230EB6283B3}"/>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576BC236-3FC8-7FC6-AC34-EA54251CCB7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3D48A85E-1A86-F203-561B-4D091797696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81B468C1-9749-0727-9891-CD05EB5C42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737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38712943"/>
      </p:ext>
    </p:extLst>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50AE78-AC86-070F-CC6F-06D40416E058}"/>
              </a:ext>
            </a:extLst>
          </p:cNvPr>
          <p:cNvSpPr>
            <a:spLocks noGrp="1"/>
          </p:cNvSpPr>
          <p:nvPr>
            <p:ph type="title"/>
          </p:nvPr>
        </p:nvSpPr>
        <p:spPr/>
        <p:txBody>
          <a:bodyPr/>
          <a:lstStyle/>
          <a:p>
            <a:r>
              <a:rPr lang="en-US" altLang="en-US" sz="4000" b="1" dirty="0">
                <a:solidFill>
                  <a:srgbClr val="0070C0"/>
                </a:solidFill>
                <a:latin typeface="Cambria" panose="02040503050406030204" pitchFamily="18" charset="0"/>
              </a:rPr>
              <a:t>		SEATING ARRANGEMENTS </a:t>
            </a:r>
            <a:endParaRPr lang="en-IN" sz="4000" dirty="0"/>
          </a:p>
        </p:txBody>
      </p:sp>
      <p:sp>
        <p:nvSpPr>
          <p:cNvPr id="3" name="Content Placeholder 2">
            <a:extLst>
              <a:ext uri="{FF2B5EF4-FFF2-40B4-BE49-F238E27FC236}">
                <a16:creationId xmlns:a16="http://schemas.microsoft.com/office/drawing/2014/main" id="{2C0A2D9F-EA74-F1B1-1A88-9C3123B3B0D0}"/>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5. Six persons A, B, C, D, E and F leave for the station in such a way that C leaves before F leaves and after D leaves, whereas E leaves before B leaves, who leaves before F leaves, but A leaves after both F and C leave. Who is the last person to leave?				</a:t>
            </a:r>
            <a:r>
              <a:rPr lang="en-IN" sz="2400" dirty="0">
                <a:solidFill>
                  <a:srgbClr val="00B050"/>
                </a:solidFill>
                <a:latin typeface="Times New Roman" panose="02020603050405020304" pitchFamily="18" charset="0"/>
                <a:cs typeface="Times New Roman" panose="02020603050405020304" pitchFamily="18" charset="0"/>
              </a:rPr>
              <a:t>[TCS]</a:t>
            </a:r>
            <a:r>
              <a:rPr lang="en-US" sz="2400" dirty="0">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 B 		b. A 		c. C 		d. D</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A1712982-9C19-4049-4484-241057AAD63C}"/>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19AE28CD-D7D4-1887-943E-D1F4EEDC4E35}"/>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F1213F0F-5091-0735-102B-0E7C433619D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5209F09C-7EF5-62C3-376F-B4A39F857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7377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64538514"/>
      </p:ext>
    </p:extLst>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CC7FD-E90B-E267-C825-A4C5E6BA51AD}"/>
            </a:ext>
          </a:extLst>
        </p:cNvPr>
        <p:cNvGrpSpPr/>
        <p:nvPr/>
      </p:nvGrpSpPr>
      <p:grpSpPr>
        <a:xfrm>
          <a:off x="0" y="0"/>
          <a:ext cx="0" cy="0"/>
          <a:chOff x="0" y="0"/>
          <a:chExt cx="0" cy="0"/>
        </a:xfrm>
      </p:grpSpPr>
      <p:sp>
        <p:nvSpPr>
          <p:cNvPr id="28674" name="Rectangle 2">
            <a:extLst>
              <a:ext uri="{FF2B5EF4-FFF2-40B4-BE49-F238E27FC236}">
                <a16:creationId xmlns:a16="http://schemas.microsoft.com/office/drawing/2014/main" id="{89C7F5C6-0FF2-CE03-BCEF-955C81782A5C}"/>
              </a:ext>
            </a:extLst>
          </p:cNvPr>
          <p:cNvSpPr>
            <a:spLocks noGrp="1"/>
          </p:cNvSpPr>
          <p:nvPr>
            <p:ph type="title"/>
          </p:nvPr>
        </p:nvSpPr>
        <p:spPr>
          <a:xfrm>
            <a:off x="1685925" y="22225"/>
            <a:ext cx="9369425" cy="1189038"/>
          </a:xfrm>
        </p:spPr>
        <p:txBody>
          <a:bodyPr/>
          <a:lstStyle/>
          <a:p>
            <a:pPr algn="ctr" eaLnBrk="1" hangingPunct="1"/>
            <a:r>
              <a:rPr lang="en-US" altLang="en-US" sz="4000" b="1" dirty="0">
                <a:solidFill>
                  <a:srgbClr val="0070C0"/>
                </a:solidFill>
                <a:latin typeface="Times New Roman" panose="02020603050405020304" pitchFamily="18" charset="0"/>
                <a:cs typeface="Times New Roman" panose="02020603050405020304" pitchFamily="18" charset="0"/>
              </a:rPr>
              <a:t>SEATING ARRANGEMENTS </a:t>
            </a:r>
          </a:p>
        </p:txBody>
      </p:sp>
      <p:sp>
        <p:nvSpPr>
          <p:cNvPr id="6159" name="Freeform: Shape 71">
            <a:extLst>
              <a:ext uri="{FF2B5EF4-FFF2-40B4-BE49-F238E27FC236}">
                <a16:creationId xmlns:a16="http://schemas.microsoft.com/office/drawing/2014/main" id="{80FF9156-C429-546F-23E9-BBA60494669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B9DE842D-5FEA-A12A-2C1E-8AB812DA12CA}"/>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5365" name="Rectangle 3">
            <a:extLst>
              <a:ext uri="{FF2B5EF4-FFF2-40B4-BE49-F238E27FC236}">
                <a16:creationId xmlns:a16="http://schemas.microsoft.com/office/drawing/2014/main" id="{715F159D-02DE-24FB-EB09-3DD1FE67EFF5}"/>
              </a:ext>
            </a:extLst>
          </p:cNvPr>
          <p:cNvSpPr>
            <a:spLocks noGrp="1" noChangeArrowheads="1"/>
          </p:cNvSpPr>
          <p:nvPr>
            <p:ph idx="1"/>
          </p:nvPr>
        </p:nvSpPr>
        <p:spPr bwMode="auto">
          <a:xfrm>
            <a:off x="1156997" y="1396061"/>
            <a:ext cx="9898354" cy="4786604"/>
          </a:xfrm>
        </p:spPr>
        <p:txBody>
          <a:bodyPr wrap="square" numCol="1" anchor="t" anchorCtr="0" compatLnSpc="1">
            <a:prstTxWarp prst="textNoShape">
              <a:avLst/>
            </a:prstTxWarp>
            <a:normAutofit/>
          </a:bodyPr>
          <a:lstStyle/>
          <a:p>
            <a:pPr marL="0" indent="0">
              <a:buNone/>
              <a:defRPr/>
            </a:pPr>
            <a:r>
              <a:rPr lang="en-US" altLang="en-US" sz="2400" dirty="0">
                <a:solidFill>
                  <a:schemeClr val="tx2"/>
                </a:solidFill>
                <a:latin typeface="Times New Roman" panose="02020603050405020304" pitchFamily="18" charset="0"/>
                <a:cs typeface="Times New Roman" panose="02020603050405020304" pitchFamily="18" charset="0"/>
              </a:rPr>
              <a:t>(Directions 6-7)Read the following information carefully and answer the questions based on it by selecting the correct option from the given alternatives.</a:t>
            </a:r>
          </a:p>
          <a:p>
            <a:pPr marL="514350" indent="-514350">
              <a:buAutoNum type="romanLcParenBoth"/>
              <a:defRPr/>
            </a:pPr>
            <a:r>
              <a:rPr lang="en-US" altLang="en-US" sz="2400" dirty="0">
                <a:solidFill>
                  <a:schemeClr val="tx2"/>
                </a:solidFill>
                <a:latin typeface="Times New Roman" panose="02020603050405020304" pitchFamily="18" charset="0"/>
                <a:cs typeface="Times New Roman" panose="02020603050405020304" pitchFamily="18" charset="0"/>
              </a:rPr>
              <a:t>S, T, U, V, W, X and Y are sitting along a wall facing North direction.</a:t>
            </a:r>
          </a:p>
          <a:p>
            <a:pPr marL="514350" indent="-514350">
              <a:buAutoNum type="romanLcParenBoth"/>
              <a:defRPr/>
            </a:pPr>
            <a:r>
              <a:rPr lang="en-US" altLang="en-US" sz="2400" dirty="0">
                <a:solidFill>
                  <a:schemeClr val="tx2"/>
                </a:solidFill>
                <a:latin typeface="Times New Roman" panose="02020603050405020304" pitchFamily="18" charset="0"/>
                <a:cs typeface="Times New Roman" panose="02020603050405020304" pitchFamily="18" charset="0"/>
              </a:rPr>
              <a:t>U is on the immediate right of V.</a:t>
            </a:r>
          </a:p>
          <a:p>
            <a:pPr marL="514350" indent="-514350">
              <a:buAutoNum type="romanLcParenBoth"/>
              <a:defRPr/>
            </a:pPr>
            <a:r>
              <a:rPr lang="en-US" altLang="en-US" sz="2400" dirty="0">
                <a:solidFill>
                  <a:schemeClr val="tx2"/>
                </a:solidFill>
                <a:latin typeface="Times New Roman" panose="02020603050405020304" pitchFamily="18" charset="0"/>
                <a:cs typeface="Times New Roman" panose="02020603050405020304" pitchFamily="18" charset="0"/>
              </a:rPr>
              <a:t>T is at an extreme end and has W as his neighbor.</a:t>
            </a:r>
          </a:p>
          <a:p>
            <a:pPr marL="514350" indent="-514350">
              <a:buAutoNum type="romanLcParenBoth"/>
              <a:defRPr/>
            </a:pPr>
            <a:r>
              <a:rPr lang="en-US" altLang="en-US" sz="2400" dirty="0">
                <a:solidFill>
                  <a:schemeClr val="tx2"/>
                </a:solidFill>
                <a:latin typeface="Times New Roman" panose="02020603050405020304" pitchFamily="18" charset="0"/>
                <a:cs typeface="Times New Roman" panose="02020603050405020304" pitchFamily="18" charset="0"/>
              </a:rPr>
              <a:t>Y is beside to both W and X.</a:t>
            </a:r>
          </a:p>
          <a:p>
            <a:pPr marL="514350" indent="-514350">
              <a:buAutoNum type="romanLcParenBoth"/>
              <a:defRPr/>
            </a:pPr>
            <a:r>
              <a:rPr lang="en-US" altLang="en-US" sz="2400" dirty="0">
                <a:solidFill>
                  <a:schemeClr val="tx2"/>
                </a:solidFill>
                <a:latin typeface="Times New Roman" panose="02020603050405020304" pitchFamily="18" charset="0"/>
                <a:cs typeface="Times New Roman" panose="02020603050405020304" pitchFamily="18" charset="0"/>
              </a:rPr>
              <a:t>V is sitting third from the other end.</a:t>
            </a:r>
          </a:p>
          <a:p>
            <a:pPr marL="0" indent="0">
              <a:buNone/>
            </a:pPr>
            <a:r>
              <a:rPr lang="en-US" sz="2400" dirty="0">
                <a:latin typeface="Times New Roman" panose="02020603050405020304" pitchFamily="18" charset="0"/>
                <a:cs typeface="Times New Roman" panose="02020603050405020304" pitchFamily="18" charset="0"/>
              </a:rPr>
              <a:t>6.Who is sitting on the immediate left of x?</a:t>
            </a:r>
          </a:p>
          <a:p>
            <a:pPr marL="0" indent="0">
              <a:buNone/>
            </a:pPr>
            <a:r>
              <a:rPr lang="en-US" sz="2400" dirty="0">
                <a:latin typeface="Times New Roman" panose="02020603050405020304" pitchFamily="18" charset="0"/>
                <a:cs typeface="Times New Roman" panose="02020603050405020304" pitchFamily="18" charset="0"/>
              </a:rPr>
              <a:t>(a)T	(b)Y	(c)W	(d)U</a:t>
            </a:r>
          </a:p>
          <a:p>
            <a:pPr marL="0" indent="0">
              <a:buNone/>
              <a:defRPr/>
            </a:pPr>
            <a:endParaRPr lang="en-US" altLang="en-US" sz="2400" dirty="0">
              <a:solidFill>
                <a:schemeClr val="tx2"/>
              </a:solidFill>
              <a:latin typeface="Times New Roman" panose="02020603050405020304" pitchFamily="18" charset="0"/>
              <a:cs typeface="Times New Roman" panose="02020603050405020304" pitchFamily="18" charset="0"/>
            </a:endParaRPr>
          </a:p>
        </p:txBody>
      </p:sp>
      <p:pic>
        <p:nvPicPr>
          <p:cNvPr id="28679" name="Picture 2" descr="KL Deemed to be University Logo">
            <a:extLst>
              <a:ext uri="{FF2B5EF4-FFF2-40B4-BE49-F238E27FC236}">
                <a16:creationId xmlns:a16="http://schemas.microsoft.com/office/drawing/2014/main" id="{58AF681C-52DD-221F-4F85-CF9155D8EC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7">
            <a:extLst>
              <a:ext uri="{FF2B5EF4-FFF2-40B4-BE49-F238E27FC236}">
                <a16:creationId xmlns:a16="http://schemas.microsoft.com/office/drawing/2014/main" id="{EDF79B95-C0EB-8A74-AAF5-3EB7BA4B5DBA}"/>
              </a:ext>
            </a:extLst>
          </p:cNvPr>
          <p:cNvSpPr>
            <a:spLocks noGrp="1"/>
          </p:cNvSpPr>
          <p:nvPr>
            <p:ph type="ftr" sz="quarter" idx="11"/>
          </p:nvPr>
        </p:nvSpPr>
        <p:spPr>
          <a:xfrm>
            <a:off x="2933700" y="6438900"/>
            <a:ext cx="6324600" cy="365125"/>
          </a:xfrm>
        </p:spPr>
        <p:txBody>
          <a:bodyPr/>
          <a:lstStyle/>
          <a:p>
            <a:pPr>
              <a:defRPr/>
            </a:pPr>
            <a:r>
              <a:rPr lang="en-IN" sz="1400" b="1" dirty="0">
                <a:solidFill>
                  <a:srgbClr val="FF0000"/>
                </a:solidFill>
              </a:rPr>
              <a:t>QUANT &amp; REASONING DEPARTMENT</a:t>
            </a:r>
            <a:endParaRPr lang="en-US" sz="1400" b="1" dirty="0">
              <a:solidFill>
                <a:srgbClr val="FF0000"/>
              </a:solidFill>
            </a:endParaRPr>
          </a:p>
        </p:txBody>
      </p:sp>
    </p:spTree>
    <p:extLst>
      <p:ext uri="{BB962C8B-B14F-4D97-AF65-F5344CB8AC3E}">
        <p14:creationId xmlns:p14="http://schemas.microsoft.com/office/powerpoint/2010/main" val="38181224"/>
      </p:ext>
    </p:extLst>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5365">
                                            <p:txEl>
                                              <p:pRg st="0" end="0"/>
                                            </p:txEl>
                                          </p:spTgt>
                                        </p:tgtEl>
                                        <p:attrNameLst>
                                          <p:attrName>style.visibility</p:attrName>
                                        </p:attrNameLst>
                                      </p:cBhvr>
                                      <p:to>
                                        <p:strVal val="visible"/>
                                      </p:to>
                                    </p:set>
                                    <p:animEffect transition="in" filter="fade">
                                      <p:cBhvr>
                                        <p:cTn id="7" dur="1000"/>
                                        <p:tgtEl>
                                          <p:spTgt spid="15365">
                                            <p:txEl>
                                              <p:pRg st="0" end="0"/>
                                            </p:txEl>
                                          </p:spTgt>
                                        </p:tgtEl>
                                      </p:cBhvr>
                                    </p:animEffect>
                                    <p:anim calcmode="lin" valueType="num">
                                      <p:cBhvr>
                                        <p:cTn id="8" dur="1000" fill="hold"/>
                                        <p:tgtEl>
                                          <p:spTgt spid="15365">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15365">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365">
                                            <p:txEl>
                                              <p:pRg st="1" end="1"/>
                                            </p:txEl>
                                          </p:spTgt>
                                        </p:tgtEl>
                                        <p:attrNameLst>
                                          <p:attrName>style.visibility</p:attrName>
                                        </p:attrNameLst>
                                      </p:cBhvr>
                                      <p:to>
                                        <p:strVal val="visible"/>
                                      </p:to>
                                    </p:set>
                                    <p:animEffect transition="in" filter="fade">
                                      <p:cBhvr>
                                        <p:cTn id="14" dur="1000"/>
                                        <p:tgtEl>
                                          <p:spTgt spid="15365">
                                            <p:txEl>
                                              <p:pRg st="1" end="1"/>
                                            </p:txEl>
                                          </p:spTgt>
                                        </p:tgtEl>
                                      </p:cBhvr>
                                    </p:animEffect>
                                    <p:anim calcmode="lin" valueType="num">
                                      <p:cBhvr>
                                        <p:cTn id="15" dur="1000" fill="hold"/>
                                        <p:tgtEl>
                                          <p:spTgt spid="15365">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15365">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365">
                                            <p:txEl>
                                              <p:pRg st="2" end="2"/>
                                            </p:txEl>
                                          </p:spTgt>
                                        </p:tgtEl>
                                        <p:attrNameLst>
                                          <p:attrName>style.visibility</p:attrName>
                                        </p:attrNameLst>
                                      </p:cBhvr>
                                      <p:to>
                                        <p:strVal val="visible"/>
                                      </p:to>
                                    </p:set>
                                    <p:animEffect transition="in" filter="fade">
                                      <p:cBhvr>
                                        <p:cTn id="21" dur="1000"/>
                                        <p:tgtEl>
                                          <p:spTgt spid="15365">
                                            <p:txEl>
                                              <p:pRg st="2" end="2"/>
                                            </p:txEl>
                                          </p:spTgt>
                                        </p:tgtEl>
                                      </p:cBhvr>
                                    </p:animEffect>
                                    <p:anim calcmode="lin" valueType="num">
                                      <p:cBhvr>
                                        <p:cTn id="22" dur="1000" fill="hold"/>
                                        <p:tgtEl>
                                          <p:spTgt spid="15365">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15365">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15365">
                                            <p:txEl>
                                              <p:pRg st="3" end="3"/>
                                            </p:txEl>
                                          </p:spTgt>
                                        </p:tgtEl>
                                        <p:attrNameLst>
                                          <p:attrName>style.visibility</p:attrName>
                                        </p:attrNameLst>
                                      </p:cBhvr>
                                      <p:to>
                                        <p:strVal val="visible"/>
                                      </p:to>
                                    </p:set>
                                    <p:animEffect transition="in" filter="fade">
                                      <p:cBhvr>
                                        <p:cTn id="28" dur="1000"/>
                                        <p:tgtEl>
                                          <p:spTgt spid="15365">
                                            <p:txEl>
                                              <p:pRg st="3" end="3"/>
                                            </p:txEl>
                                          </p:spTgt>
                                        </p:tgtEl>
                                      </p:cBhvr>
                                    </p:animEffect>
                                    <p:anim calcmode="lin" valueType="num">
                                      <p:cBhvr>
                                        <p:cTn id="29" dur="1000" fill="hold"/>
                                        <p:tgtEl>
                                          <p:spTgt spid="15365">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15365">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15365">
                                            <p:txEl>
                                              <p:pRg st="4" end="4"/>
                                            </p:txEl>
                                          </p:spTgt>
                                        </p:tgtEl>
                                        <p:attrNameLst>
                                          <p:attrName>style.visibility</p:attrName>
                                        </p:attrNameLst>
                                      </p:cBhvr>
                                      <p:to>
                                        <p:strVal val="visible"/>
                                      </p:to>
                                    </p:set>
                                    <p:animEffect transition="in" filter="fade">
                                      <p:cBhvr>
                                        <p:cTn id="35" dur="1000"/>
                                        <p:tgtEl>
                                          <p:spTgt spid="15365">
                                            <p:txEl>
                                              <p:pRg st="4" end="4"/>
                                            </p:txEl>
                                          </p:spTgt>
                                        </p:tgtEl>
                                      </p:cBhvr>
                                    </p:animEffect>
                                    <p:anim calcmode="lin" valueType="num">
                                      <p:cBhvr>
                                        <p:cTn id="36" dur="1000" fill="hold"/>
                                        <p:tgtEl>
                                          <p:spTgt spid="15365">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1536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15365">
                                            <p:txEl>
                                              <p:pRg st="5" end="5"/>
                                            </p:txEl>
                                          </p:spTgt>
                                        </p:tgtEl>
                                        <p:attrNameLst>
                                          <p:attrName>style.visibility</p:attrName>
                                        </p:attrNameLst>
                                      </p:cBhvr>
                                      <p:to>
                                        <p:strVal val="visible"/>
                                      </p:to>
                                    </p:set>
                                    <p:animEffect transition="in" filter="fade">
                                      <p:cBhvr>
                                        <p:cTn id="42" dur="1000"/>
                                        <p:tgtEl>
                                          <p:spTgt spid="15365">
                                            <p:txEl>
                                              <p:pRg st="5" end="5"/>
                                            </p:txEl>
                                          </p:spTgt>
                                        </p:tgtEl>
                                      </p:cBhvr>
                                    </p:animEffect>
                                    <p:anim calcmode="lin" valueType="num">
                                      <p:cBhvr>
                                        <p:cTn id="43" dur="1000" fill="hold"/>
                                        <p:tgtEl>
                                          <p:spTgt spid="15365">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15365">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15365">
                                            <p:txEl>
                                              <p:pRg st="6" end="6"/>
                                            </p:txEl>
                                          </p:spTgt>
                                        </p:tgtEl>
                                        <p:attrNameLst>
                                          <p:attrName>style.visibility</p:attrName>
                                        </p:attrNameLst>
                                      </p:cBhvr>
                                      <p:to>
                                        <p:strVal val="visible"/>
                                      </p:to>
                                    </p:set>
                                    <p:animEffect transition="in" filter="fade">
                                      <p:cBhvr>
                                        <p:cTn id="49" dur="1000"/>
                                        <p:tgtEl>
                                          <p:spTgt spid="15365">
                                            <p:txEl>
                                              <p:pRg st="6" end="6"/>
                                            </p:txEl>
                                          </p:spTgt>
                                        </p:tgtEl>
                                      </p:cBhvr>
                                    </p:animEffect>
                                    <p:anim calcmode="lin" valueType="num">
                                      <p:cBhvr>
                                        <p:cTn id="50" dur="1000" fill="hold"/>
                                        <p:tgtEl>
                                          <p:spTgt spid="15365">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15365">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15365">
                                            <p:txEl>
                                              <p:pRg st="7" end="7"/>
                                            </p:txEl>
                                          </p:spTgt>
                                        </p:tgtEl>
                                        <p:attrNameLst>
                                          <p:attrName>style.visibility</p:attrName>
                                        </p:attrNameLst>
                                      </p:cBhvr>
                                      <p:to>
                                        <p:strVal val="visible"/>
                                      </p:to>
                                    </p:set>
                                    <p:animEffect transition="in" filter="fade">
                                      <p:cBhvr>
                                        <p:cTn id="56" dur="1000"/>
                                        <p:tgtEl>
                                          <p:spTgt spid="15365">
                                            <p:txEl>
                                              <p:pRg st="7" end="7"/>
                                            </p:txEl>
                                          </p:spTgt>
                                        </p:tgtEl>
                                      </p:cBhvr>
                                    </p:animEffect>
                                    <p:anim calcmode="lin" valueType="num">
                                      <p:cBhvr>
                                        <p:cTn id="57" dur="1000" fill="hold"/>
                                        <p:tgtEl>
                                          <p:spTgt spid="15365">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15365">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CC183-52FA-B1FE-7C94-057311E72FEF}"/>
              </a:ext>
            </a:extLst>
          </p:cNvPr>
          <p:cNvSpPr>
            <a:spLocks noGrp="1"/>
          </p:cNvSpPr>
          <p:nvPr>
            <p:ph type="title"/>
          </p:nvPr>
        </p:nvSpPr>
        <p:spPr>
          <a:xfrm>
            <a:off x="1763713" y="76200"/>
            <a:ext cx="9321800" cy="1096963"/>
          </a:xfrm>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 </a:t>
            </a:r>
            <a:endParaRPr lang="en-IN" sz="4000" dirty="0"/>
          </a:p>
        </p:txBody>
      </p:sp>
      <p:sp>
        <p:nvSpPr>
          <p:cNvPr id="3" name="Content Placeholder 2">
            <a:extLst>
              <a:ext uri="{FF2B5EF4-FFF2-40B4-BE49-F238E27FC236}">
                <a16:creationId xmlns:a16="http://schemas.microsoft.com/office/drawing/2014/main" id="{18C7490E-67E5-4144-29B2-A68C0CEFD6B1}"/>
              </a:ext>
            </a:extLst>
          </p:cNvPr>
          <p:cNvSpPr>
            <a:spLocks noGrp="1"/>
          </p:cNvSpPr>
          <p:nvPr>
            <p:ph idx="1"/>
          </p:nvPr>
        </p:nvSpPr>
        <p:spPr>
          <a:xfrm>
            <a:off x="1104900" y="1399592"/>
            <a:ext cx="9980613" cy="4851918"/>
          </a:xfrm>
        </p:spPr>
        <p:txBody>
          <a:bodyPr>
            <a:normAutofit/>
          </a:bodyPr>
          <a:lstStyle/>
          <a:p>
            <a:pPr marL="0" indent="0">
              <a:buNone/>
              <a:defRPr/>
            </a:pPr>
            <a:r>
              <a:rPr lang="en-US" altLang="en-US" dirty="0">
                <a:solidFill>
                  <a:schemeClr val="tx2"/>
                </a:solidFill>
                <a:latin typeface="Times New Roman" panose="02020603050405020304" pitchFamily="18" charset="0"/>
                <a:cs typeface="Times New Roman" panose="02020603050405020304" pitchFamily="18" charset="0"/>
              </a:rPr>
              <a:t>Read the following information carefully and answer the questions based on it by selecting the correct option from the given alternatives.</a:t>
            </a:r>
          </a:p>
          <a:p>
            <a:pPr marL="514350" indent="-514350">
              <a:buAutoNum type="romanLcParenBoth"/>
              <a:defRPr/>
            </a:pPr>
            <a:r>
              <a:rPr lang="en-US" altLang="en-US" dirty="0">
                <a:solidFill>
                  <a:schemeClr val="tx2"/>
                </a:solidFill>
                <a:latin typeface="Times New Roman" panose="02020603050405020304" pitchFamily="18" charset="0"/>
                <a:cs typeface="Times New Roman" panose="02020603050405020304" pitchFamily="18" charset="0"/>
              </a:rPr>
              <a:t>S, T, U, V, W, X and Y are sitting along a wall facing North direction.</a:t>
            </a:r>
          </a:p>
          <a:p>
            <a:pPr marL="514350" indent="-514350">
              <a:buAutoNum type="romanLcParenBoth"/>
              <a:defRPr/>
            </a:pPr>
            <a:r>
              <a:rPr lang="en-US" altLang="en-US" dirty="0">
                <a:solidFill>
                  <a:schemeClr val="tx2"/>
                </a:solidFill>
                <a:latin typeface="Times New Roman" panose="02020603050405020304" pitchFamily="18" charset="0"/>
                <a:cs typeface="Times New Roman" panose="02020603050405020304" pitchFamily="18" charset="0"/>
              </a:rPr>
              <a:t>U is on the immediate right of V.</a:t>
            </a:r>
          </a:p>
          <a:p>
            <a:pPr marL="514350" indent="-514350">
              <a:buAutoNum type="romanLcParenBoth"/>
              <a:defRPr/>
            </a:pPr>
            <a:r>
              <a:rPr lang="en-US" altLang="en-US" dirty="0">
                <a:solidFill>
                  <a:schemeClr val="tx2"/>
                </a:solidFill>
                <a:latin typeface="Times New Roman" panose="02020603050405020304" pitchFamily="18" charset="0"/>
                <a:cs typeface="Times New Roman" panose="02020603050405020304" pitchFamily="18" charset="0"/>
              </a:rPr>
              <a:t>T is at an extreme end and has W as his neighbor.</a:t>
            </a:r>
          </a:p>
          <a:p>
            <a:pPr marL="514350" indent="-514350">
              <a:buAutoNum type="romanLcParenBoth"/>
              <a:defRPr/>
            </a:pPr>
            <a:r>
              <a:rPr lang="en-US" altLang="en-US" dirty="0">
                <a:solidFill>
                  <a:schemeClr val="tx2"/>
                </a:solidFill>
                <a:latin typeface="Times New Roman" panose="02020603050405020304" pitchFamily="18" charset="0"/>
                <a:cs typeface="Times New Roman" panose="02020603050405020304" pitchFamily="18" charset="0"/>
              </a:rPr>
              <a:t>Y is beside to both W and X.</a:t>
            </a:r>
          </a:p>
          <a:p>
            <a:pPr marL="514350" indent="-514350">
              <a:buAutoNum type="romanLcParenBoth"/>
              <a:defRPr/>
            </a:pPr>
            <a:r>
              <a:rPr lang="en-US" altLang="en-US" dirty="0">
                <a:solidFill>
                  <a:schemeClr val="tx2"/>
                </a:solidFill>
                <a:latin typeface="Times New Roman" panose="02020603050405020304" pitchFamily="18" charset="0"/>
                <a:cs typeface="Times New Roman" panose="02020603050405020304" pitchFamily="18" charset="0"/>
              </a:rPr>
              <a:t>V is sitting third from the other end.</a:t>
            </a:r>
          </a:p>
          <a:p>
            <a:pPr marL="0" indent="0">
              <a:buNone/>
            </a:pPr>
            <a:r>
              <a:rPr lang="en-US" dirty="0">
                <a:latin typeface="Times New Roman" panose="02020603050405020304" pitchFamily="18" charset="0"/>
                <a:cs typeface="Times New Roman" panose="02020603050405020304" pitchFamily="18" charset="0"/>
              </a:rPr>
              <a:t>7.Where is S sitting?</a:t>
            </a:r>
          </a:p>
          <a:p>
            <a:pPr marL="0" indent="0">
              <a:buNone/>
            </a:pPr>
            <a:r>
              <a:rPr lang="en-US" dirty="0">
                <a:latin typeface="Times New Roman" panose="02020603050405020304" pitchFamily="18" charset="0"/>
                <a:cs typeface="Times New Roman" panose="02020603050405020304" pitchFamily="18" charset="0"/>
              </a:rPr>
              <a:t>(a)Extreme east			(b)Extreme west</a:t>
            </a:r>
          </a:p>
          <a:p>
            <a:pPr marL="0" indent="0">
              <a:buNone/>
            </a:pPr>
            <a:r>
              <a:rPr lang="en-US" dirty="0">
                <a:latin typeface="Times New Roman" panose="02020603050405020304" pitchFamily="18" charset="0"/>
                <a:cs typeface="Times New Roman" panose="02020603050405020304" pitchFamily="18" charset="0"/>
              </a:rPr>
              <a:t>(c)In the middle			(d)Second from the east end</a:t>
            </a:r>
            <a:endParaRPr lang="en-IN" dirty="0">
              <a:latin typeface="Times New Roman" panose="02020603050405020304" pitchFamily="18" charset="0"/>
              <a:cs typeface="Times New Roman" panose="02020603050405020304" pitchFamily="18" charset="0"/>
            </a:endParaRPr>
          </a:p>
          <a:p>
            <a:pPr marL="0" indent="0">
              <a:buNone/>
              <a:defRPr/>
            </a:pPr>
            <a:endParaRPr lang="en-US" altLang="en-US" dirty="0">
              <a:solidFill>
                <a:schemeClr val="tx2"/>
              </a:solidFill>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0E43AEF6-1487-4E07-63DB-E3A087DA78F0}"/>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14EE02C1-0A06-1A0C-C61F-AF2562AAA8EF}"/>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AABD2905-1317-EB99-8E13-77CDB06EEDB0}"/>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08FF3B46-1DD2-A2F5-9C6D-E6BB43B7B31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217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42382951"/>
      </p:ext>
    </p:extLst>
  </p:cSld>
  <p:clrMapOvr>
    <a:masterClrMapping/>
  </p:clrMapOvr>
  <p:transition spd="med">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1457C-0E06-CDE8-7FCF-119E865C3C20}"/>
              </a:ext>
            </a:extLst>
          </p:cNvPr>
          <p:cNvSpPr>
            <a:spLocks noGrp="1"/>
          </p:cNvSpPr>
          <p:nvPr>
            <p:ph type="title"/>
          </p:nvPr>
        </p:nvSpPr>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41113DDF-C575-A64E-246F-1EA220F7ACEA}"/>
              </a:ext>
            </a:extLst>
          </p:cNvPr>
          <p:cNvSpPr>
            <a:spLocks noGrp="1"/>
          </p:cNvSpPr>
          <p:nvPr>
            <p:ph idx="1"/>
          </p:nvPr>
        </p:nvSpPr>
        <p:spPr>
          <a:xfrm>
            <a:off x="1104900" y="1600200"/>
            <a:ext cx="9982200" cy="4756150"/>
          </a:xfrm>
        </p:spPr>
        <p:txBody>
          <a:bodyPr>
            <a:no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8-11) Read the following information carefully and answer the questions based on it by selecting the correct option from the given alternatives.</a:t>
            </a:r>
          </a:p>
          <a:p>
            <a:pPr marL="0" indent="0">
              <a:buNone/>
            </a:pPr>
            <a:r>
              <a:rPr lang="en-US" dirty="0">
                <a:latin typeface="Times New Roman" panose="02020603050405020304" pitchFamily="18" charset="0"/>
                <a:cs typeface="Times New Roman" panose="02020603050405020304" pitchFamily="18" charset="0"/>
              </a:rPr>
              <a:t>I. A, B, C, D, E, F, G and H are sitting in a row facing North.</a:t>
            </a:r>
          </a:p>
          <a:p>
            <a:pPr marL="0" indent="0">
              <a:buNone/>
            </a:pPr>
            <a:r>
              <a:rPr lang="en-US" dirty="0">
                <a:latin typeface="Times New Roman" panose="02020603050405020304" pitchFamily="18" charset="0"/>
                <a:cs typeface="Times New Roman" panose="02020603050405020304" pitchFamily="18" charset="0"/>
              </a:rPr>
              <a:t>II. A is fourth to the right of E.</a:t>
            </a:r>
          </a:p>
          <a:p>
            <a:pPr marL="0" indent="0">
              <a:buNone/>
            </a:pPr>
            <a:r>
              <a:rPr lang="en-US" dirty="0">
                <a:latin typeface="Times New Roman" panose="02020603050405020304" pitchFamily="18" charset="0"/>
                <a:cs typeface="Times New Roman" panose="02020603050405020304" pitchFamily="18" charset="0"/>
              </a:rPr>
              <a:t>III. H is fourth to the left of D.</a:t>
            </a:r>
          </a:p>
          <a:p>
            <a:pPr marL="0" indent="0">
              <a:buNone/>
            </a:pPr>
            <a:r>
              <a:rPr lang="en-US" dirty="0">
                <a:latin typeface="Times New Roman" panose="02020603050405020304" pitchFamily="18" charset="0"/>
                <a:cs typeface="Times New Roman" panose="02020603050405020304" pitchFamily="18" charset="0"/>
              </a:rPr>
              <a:t>IV. C and F, who are not at the ends, are neighbors of B and E, respectively.</a:t>
            </a:r>
          </a:p>
          <a:p>
            <a:pPr marL="0" indent="0">
              <a:buNone/>
            </a:pPr>
            <a:r>
              <a:rPr lang="en-US" dirty="0">
                <a:latin typeface="Times New Roman" panose="02020603050405020304" pitchFamily="18" charset="0"/>
                <a:cs typeface="Times New Roman" panose="02020603050405020304" pitchFamily="18" charset="0"/>
              </a:rPr>
              <a:t>V. H is next to the left of A and A is the neighbor of B. </a:t>
            </a:r>
          </a:p>
          <a:p>
            <a:pPr marL="0" indent="0">
              <a:buNone/>
            </a:pPr>
            <a:r>
              <a:rPr lang="en-US" dirty="0">
                <a:latin typeface="Times New Roman" panose="02020603050405020304" pitchFamily="18" charset="0"/>
                <a:cs typeface="Times New Roman" panose="02020603050405020304" pitchFamily="18" charset="0"/>
              </a:rPr>
              <a:t>8.What is the position of F?</a:t>
            </a:r>
          </a:p>
          <a:p>
            <a:pPr marL="457200" indent="-457200">
              <a:buFont typeface="Wingdings" panose="05000000000000000000" pitchFamily="2" charset="2"/>
              <a:buAutoNum type="alphaLcParenBoth"/>
            </a:pPr>
            <a:r>
              <a:rPr lang="en-US" dirty="0">
                <a:latin typeface="Times New Roman" panose="02020603050405020304" pitchFamily="18" charset="0"/>
                <a:cs typeface="Times New Roman" panose="02020603050405020304" pitchFamily="18" charset="0"/>
              </a:rPr>
              <a:t>Next to the right of E		(b) Next to the right of G</a:t>
            </a:r>
          </a:p>
          <a:p>
            <a:pPr marL="0" indent="0">
              <a:buNone/>
            </a:pPr>
            <a:r>
              <a:rPr lang="en-US" dirty="0">
                <a:latin typeface="Times New Roman" panose="02020603050405020304" pitchFamily="18" charset="0"/>
                <a:cs typeface="Times New Roman" panose="02020603050405020304" pitchFamily="18" charset="0"/>
              </a:rPr>
              <a:t>(c)  Sixth to the right of D		(d) Between G and H</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8D44D137-11BF-71E2-762C-6FEF3676A6DD}"/>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6" name="Freeform: Shape 71">
            <a:extLst>
              <a:ext uri="{FF2B5EF4-FFF2-40B4-BE49-F238E27FC236}">
                <a16:creationId xmlns:a16="http://schemas.microsoft.com/office/drawing/2014/main" id="{DD1A9A2E-2CBC-3811-27F0-294E5208336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26459C0E-453A-90AE-683F-60DD47960AB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A77A44D2-5B8A-CFA9-E672-A2385C5CDD9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39751304"/>
      </p:ext>
    </p:extLst>
  </p:cSld>
  <p:clrMapOvr>
    <a:masterClrMapping/>
  </p:clrMapOvr>
  <p:transition spd="med">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9F2E27-D72E-4AA6-2233-10336EBB41CF}"/>
              </a:ext>
            </a:extLst>
          </p:cNvPr>
          <p:cNvSpPr>
            <a:spLocks noGrp="1"/>
          </p:cNvSpPr>
          <p:nvPr>
            <p:ph type="title"/>
          </p:nvPr>
        </p:nvSpPr>
        <p:spPr>
          <a:xfrm>
            <a:off x="1763713" y="76200"/>
            <a:ext cx="9321800" cy="1096963"/>
          </a:xfrm>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4B9B8E36-5B65-9451-B193-572F691354E1}"/>
              </a:ext>
            </a:extLst>
          </p:cNvPr>
          <p:cNvSpPr>
            <a:spLocks noGrp="1"/>
          </p:cNvSpPr>
          <p:nvPr>
            <p:ph idx="1"/>
          </p:nvPr>
        </p:nvSpPr>
        <p:spPr>
          <a:xfrm>
            <a:off x="1104900" y="1567543"/>
            <a:ext cx="10159482" cy="4788807"/>
          </a:xfrm>
        </p:spPr>
        <p:txBody>
          <a:bodyPr>
            <a:norm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8-11) Read the following information carefully and answer the questions based on it by selecting the correct option from the given alternatives.</a:t>
            </a:r>
          </a:p>
          <a:p>
            <a:pPr marL="0" indent="0">
              <a:buNone/>
            </a:pPr>
            <a:r>
              <a:rPr lang="en-US" dirty="0">
                <a:latin typeface="Times New Roman" panose="02020603050405020304" pitchFamily="18" charset="0"/>
                <a:cs typeface="Times New Roman" panose="02020603050405020304" pitchFamily="18" charset="0"/>
              </a:rPr>
              <a:t>I. A, B, C, D, E, F, G and H are sitting in a row facing North.</a:t>
            </a:r>
          </a:p>
          <a:p>
            <a:pPr marL="0" indent="0">
              <a:buNone/>
            </a:pPr>
            <a:r>
              <a:rPr lang="en-US" dirty="0">
                <a:latin typeface="Times New Roman" panose="02020603050405020304" pitchFamily="18" charset="0"/>
                <a:cs typeface="Times New Roman" panose="02020603050405020304" pitchFamily="18" charset="0"/>
              </a:rPr>
              <a:t>II. A is fourth to the right of E.</a:t>
            </a:r>
          </a:p>
          <a:p>
            <a:pPr marL="0" indent="0">
              <a:buNone/>
            </a:pPr>
            <a:r>
              <a:rPr lang="en-US" dirty="0">
                <a:latin typeface="Times New Roman" panose="02020603050405020304" pitchFamily="18" charset="0"/>
                <a:cs typeface="Times New Roman" panose="02020603050405020304" pitchFamily="18" charset="0"/>
              </a:rPr>
              <a:t>III. H is fourth to the left of D.</a:t>
            </a:r>
          </a:p>
          <a:p>
            <a:pPr marL="0" indent="0">
              <a:buNone/>
            </a:pPr>
            <a:r>
              <a:rPr lang="en-US" dirty="0">
                <a:latin typeface="Times New Roman" panose="02020603050405020304" pitchFamily="18" charset="0"/>
                <a:cs typeface="Times New Roman" panose="02020603050405020304" pitchFamily="18" charset="0"/>
              </a:rPr>
              <a:t>IV. C and F, who are not at the ends, are neighbors of B and E, respectively.</a:t>
            </a:r>
          </a:p>
          <a:p>
            <a:pPr marL="0" indent="0">
              <a:buNone/>
            </a:pPr>
            <a:r>
              <a:rPr lang="en-US" dirty="0">
                <a:latin typeface="Times New Roman" panose="02020603050405020304" pitchFamily="18" charset="0"/>
                <a:cs typeface="Times New Roman" panose="02020603050405020304" pitchFamily="18" charset="0"/>
              </a:rPr>
              <a:t>V. H is next to the left of A and A is the neighbor of B. </a:t>
            </a:r>
          </a:p>
          <a:p>
            <a:pPr marL="0" indent="0">
              <a:buNone/>
            </a:pPr>
            <a:r>
              <a:rPr lang="en-US" dirty="0">
                <a:latin typeface="Times New Roman" panose="02020603050405020304" pitchFamily="18" charset="0"/>
                <a:cs typeface="Times New Roman" panose="02020603050405020304" pitchFamily="18" charset="0"/>
              </a:rPr>
              <a:t>9.Who is/are the neighbor/(s) of D?</a:t>
            </a:r>
          </a:p>
          <a:p>
            <a:pPr marL="457200" indent="-457200">
              <a:buAutoNum type="alphaLcParenBoth"/>
            </a:pPr>
            <a:r>
              <a:rPr lang="en-US" dirty="0">
                <a:latin typeface="Times New Roman" panose="02020603050405020304" pitchFamily="18" charset="0"/>
                <a:cs typeface="Times New Roman" panose="02020603050405020304" pitchFamily="18" charset="0"/>
              </a:rPr>
              <a:t>F alone	(c) B and C</a:t>
            </a:r>
          </a:p>
          <a:p>
            <a:pPr marL="0" indent="0">
              <a:buNone/>
            </a:pPr>
            <a:r>
              <a:rPr lang="en-US" dirty="0">
                <a:latin typeface="Times New Roman" panose="02020603050405020304" pitchFamily="18" charset="0"/>
                <a:cs typeface="Times New Roman" panose="02020603050405020304" pitchFamily="18" charset="0"/>
              </a:rPr>
              <a:t>(b) C alone	(d) Cannot be determined</a:t>
            </a: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F0C22926-94BF-9973-72B7-192D7092023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A2989579-D2F8-EB34-7DA1-895A4B3E28EB}"/>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272FC497-4A73-EB72-ED52-54462572DF9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A68BB297-8A2B-8BE2-54FC-58FC7B2B98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4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927242756"/>
      </p:ext>
    </p:extLst>
  </p:cSld>
  <p:clrMapOvr>
    <a:masterClrMapping/>
  </p:clrMapOvr>
  <p:transition spd="med">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C4CF0F-1B83-4634-D6BD-209A276CBDED}"/>
              </a:ext>
            </a:extLst>
          </p:cNvPr>
          <p:cNvSpPr>
            <a:spLocks noGrp="1"/>
          </p:cNvSpPr>
          <p:nvPr>
            <p:ph type="title"/>
          </p:nvPr>
        </p:nvSpPr>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D216D5E3-ECE1-FD84-B2E8-C5FA7873B85F}"/>
              </a:ext>
            </a:extLst>
          </p:cNvPr>
          <p:cNvSpPr>
            <a:spLocks noGrp="1"/>
          </p:cNvSpPr>
          <p:nvPr>
            <p:ph idx="1"/>
          </p:nvPr>
        </p:nvSpPr>
        <p:spPr/>
        <p:txBody>
          <a:bodyPr>
            <a:normAutofit lnSpcReduction="10000"/>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8-11) Read the following information carefully and answer the questions based on it by selecting the correct option from the given alternatives.</a:t>
            </a:r>
          </a:p>
          <a:p>
            <a:pPr marL="0" indent="0">
              <a:buNone/>
            </a:pPr>
            <a:r>
              <a:rPr lang="en-US" dirty="0">
                <a:latin typeface="Times New Roman" panose="02020603050405020304" pitchFamily="18" charset="0"/>
                <a:cs typeface="Times New Roman" panose="02020603050405020304" pitchFamily="18" charset="0"/>
              </a:rPr>
              <a:t>I. A, B, C, D, E, F, G and H are sitting in a row facing North.</a:t>
            </a:r>
          </a:p>
          <a:p>
            <a:pPr marL="0" indent="0">
              <a:buNone/>
            </a:pPr>
            <a:r>
              <a:rPr lang="en-US" dirty="0">
                <a:latin typeface="Times New Roman" panose="02020603050405020304" pitchFamily="18" charset="0"/>
                <a:cs typeface="Times New Roman" panose="02020603050405020304" pitchFamily="18" charset="0"/>
              </a:rPr>
              <a:t>II. A is fourth to the right of E.</a:t>
            </a:r>
          </a:p>
          <a:p>
            <a:pPr marL="0" indent="0">
              <a:buNone/>
            </a:pPr>
            <a:r>
              <a:rPr lang="en-US" dirty="0">
                <a:latin typeface="Times New Roman" panose="02020603050405020304" pitchFamily="18" charset="0"/>
                <a:cs typeface="Times New Roman" panose="02020603050405020304" pitchFamily="18" charset="0"/>
              </a:rPr>
              <a:t>III. H is fourth to the left of D.</a:t>
            </a:r>
          </a:p>
          <a:p>
            <a:pPr marL="0" indent="0">
              <a:buNone/>
            </a:pPr>
            <a:r>
              <a:rPr lang="en-US" dirty="0">
                <a:latin typeface="Times New Roman" panose="02020603050405020304" pitchFamily="18" charset="0"/>
                <a:cs typeface="Times New Roman" panose="02020603050405020304" pitchFamily="18" charset="0"/>
              </a:rPr>
              <a:t>IV. C and F, who are not at the ends, are neighbors of B and E, respectively.</a:t>
            </a:r>
          </a:p>
          <a:p>
            <a:pPr marL="0" indent="0">
              <a:buNone/>
            </a:pPr>
            <a:r>
              <a:rPr lang="en-US" dirty="0">
                <a:latin typeface="Times New Roman" panose="02020603050405020304" pitchFamily="18" charset="0"/>
                <a:cs typeface="Times New Roman" panose="02020603050405020304" pitchFamily="18" charset="0"/>
              </a:rPr>
              <a:t>V. H is next to the left of A and A is the neighbor of B. </a:t>
            </a:r>
          </a:p>
          <a:p>
            <a:pPr marL="0" indent="0">
              <a:buNone/>
            </a:pPr>
            <a:r>
              <a:rPr lang="en-US" dirty="0">
                <a:latin typeface="Times New Roman" panose="02020603050405020304" pitchFamily="18" charset="0"/>
                <a:cs typeface="Times New Roman" panose="02020603050405020304" pitchFamily="18" charset="0"/>
              </a:rPr>
              <a:t>10.Which of the following statements is not true?</a:t>
            </a:r>
          </a:p>
          <a:p>
            <a:pPr marL="0" indent="0">
              <a:buNone/>
            </a:pPr>
            <a:r>
              <a:rPr lang="en-US" dirty="0">
                <a:latin typeface="Times New Roman" panose="02020603050405020304" pitchFamily="18" charset="0"/>
                <a:cs typeface="Times New Roman" panose="02020603050405020304" pitchFamily="18" charset="0"/>
              </a:rPr>
              <a:t>(a)H is second to the right of F		(b)E is fourth to the left of A</a:t>
            </a:r>
          </a:p>
          <a:p>
            <a:pPr marL="0" indent="0">
              <a:buNone/>
            </a:pPr>
            <a:r>
              <a:rPr lang="en-US" dirty="0">
                <a:latin typeface="Times New Roman" panose="02020603050405020304" pitchFamily="18" charset="0"/>
                <a:cs typeface="Times New Roman" panose="02020603050405020304" pitchFamily="18" charset="0"/>
              </a:rPr>
              <a:t>(c)D is fourth to the right of H		(d)None of the above</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94E8E5E2-4467-85FF-31F9-8CEFB3B8B32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5" name="Picture 2" descr="KL Deemed to be University Logo">
            <a:extLst>
              <a:ext uri="{FF2B5EF4-FFF2-40B4-BE49-F238E27FC236}">
                <a16:creationId xmlns:a16="http://schemas.microsoft.com/office/drawing/2014/main" id="{075BE1A3-B428-5BD2-CA9E-11B1A78642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68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Shape 71">
            <a:extLst>
              <a:ext uri="{FF2B5EF4-FFF2-40B4-BE49-F238E27FC236}">
                <a16:creationId xmlns:a16="http://schemas.microsoft.com/office/drawing/2014/main" id="{F366D065-A466-6053-3435-E7D2309FC855}"/>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9974D78D-8618-9E2C-B98F-4C1152435072}"/>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2017025784"/>
      </p:ext>
    </p:extLst>
  </p:cSld>
  <p:clrMapOvr>
    <a:masterClrMapping/>
  </p:clrMapOvr>
  <p:transition spd="med">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5EADBD-0CF8-64EF-E8D6-C5E5C8D24CA9}"/>
              </a:ext>
            </a:extLst>
          </p:cNvPr>
          <p:cNvSpPr>
            <a:spLocks noGrp="1"/>
          </p:cNvSpPr>
          <p:nvPr>
            <p:ph type="title"/>
          </p:nvPr>
        </p:nvSpPr>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FD215FEB-4CEE-F543-47AB-CEF50F5A3954}"/>
              </a:ext>
            </a:extLst>
          </p:cNvPr>
          <p:cNvSpPr>
            <a:spLocks noGrp="1"/>
          </p:cNvSpPr>
          <p:nvPr>
            <p:ph idx="1"/>
          </p:nvPr>
        </p:nvSpPr>
        <p:spPr>
          <a:xfrm>
            <a:off x="1104899" y="1600200"/>
            <a:ext cx="9980613" cy="4669971"/>
          </a:xfrm>
        </p:spPr>
        <p:txBody>
          <a:bodyPr>
            <a:norm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8-11) Read the following information carefully and answer the questions based on it by selecting the correct option from the given alternatives.</a:t>
            </a:r>
          </a:p>
          <a:p>
            <a:pPr marL="0" indent="0">
              <a:buNone/>
            </a:pPr>
            <a:r>
              <a:rPr lang="en-US" dirty="0">
                <a:latin typeface="Times New Roman" panose="02020603050405020304" pitchFamily="18" charset="0"/>
                <a:cs typeface="Times New Roman" panose="02020603050405020304" pitchFamily="18" charset="0"/>
              </a:rPr>
              <a:t>I. A, B, C, D, E, F, G and H are sitting in a row facing North.</a:t>
            </a:r>
          </a:p>
          <a:p>
            <a:pPr marL="0" indent="0">
              <a:buNone/>
            </a:pPr>
            <a:r>
              <a:rPr lang="en-US" dirty="0">
                <a:latin typeface="Times New Roman" panose="02020603050405020304" pitchFamily="18" charset="0"/>
                <a:cs typeface="Times New Roman" panose="02020603050405020304" pitchFamily="18" charset="0"/>
              </a:rPr>
              <a:t>II. A is fourth to the right of E.</a:t>
            </a:r>
          </a:p>
          <a:p>
            <a:pPr marL="0" indent="0">
              <a:buNone/>
            </a:pPr>
            <a:r>
              <a:rPr lang="en-US" dirty="0">
                <a:latin typeface="Times New Roman" panose="02020603050405020304" pitchFamily="18" charset="0"/>
                <a:cs typeface="Times New Roman" panose="02020603050405020304" pitchFamily="18" charset="0"/>
              </a:rPr>
              <a:t>III. H is fourth to the left of D.</a:t>
            </a:r>
          </a:p>
          <a:p>
            <a:pPr marL="0" indent="0">
              <a:buNone/>
            </a:pPr>
            <a:r>
              <a:rPr lang="en-US" dirty="0">
                <a:latin typeface="Times New Roman" panose="02020603050405020304" pitchFamily="18" charset="0"/>
                <a:cs typeface="Times New Roman" panose="02020603050405020304" pitchFamily="18" charset="0"/>
              </a:rPr>
              <a:t>IV. C and F, who are not at the ends, are neighbors of B and E, respectively.</a:t>
            </a:r>
          </a:p>
          <a:p>
            <a:pPr marL="0" indent="0">
              <a:buNone/>
            </a:pPr>
            <a:r>
              <a:rPr lang="en-US" dirty="0">
                <a:latin typeface="Times New Roman" panose="02020603050405020304" pitchFamily="18" charset="0"/>
                <a:cs typeface="Times New Roman" panose="02020603050405020304" pitchFamily="18" charset="0"/>
              </a:rPr>
              <a:t>V. H is next to the left of A and A is the neighbor of B. </a:t>
            </a:r>
          </a:p>
          <a:p>
            <a:pPr marL="0" indent="0">
              <a:buNone/>
            </a:pPr>
            <a:r>
              <a:rPr lang="en-US" dirty="0">
                <a:latin typeface="Times New Roman" panose="02020603050405020304" pitchFamily="18" charset="0"/>
                <a:cs typeface="Times New Roman" panose="02020603050405020304" pitchFamily="18" charset="0"/>
              </a:rPr>
              <a:t>11.Who are sitting at the ends?</a:t>
            </a:r>
          </a:p>
          <a:p>
            <a:pPr marL="457200" indent="-457200">
              <a:buAutoNum type="alphaLcParenBoth"/>
            </a:pPr>
            <a:r>
              <a:rPr lang="en-US" dirty="0">
                <a:latin typeface="Times New Roman" panose="02020603050405020304" pitchFamily="18" charset="0"/>
                <a:cs typeface="Times New Roman" panose="02020603050405020304" pitchFamily="18" charset="0"/>
              </a:rPr>
              <a:t>E and C	(c) G and B</a:t>
            </a:r>
          </a:p>
          <a:p>
            <a:pPr marL="457200" indent="-457200">
              <a:buAutoNum type="alphaLcParenBoth"/>
            </a:pPr>
            <a:r>
              <a:rPr lang="en-US" dirty="0">
                <a:latin typeface="Times New Roman" panose="02020603050405020304" pitchFamily="18" charset="0"/>
                <a:cs typeface="Times New Roman" panose="02020603050405020304" pitchFamily="18" charset="0"/>
              </a:rPr>
              <a:t>F and D	(d) None of these</a:t>
            </a: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EC0E4AA3-0C48-A8ED-A014-1B14A32D549E}"/>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5" name="Picture 2" descr="KL Deemed to be University Logo">
            <a:extLst>
              <a:ext uri="{FF2B5EF4-FFF2-40B4-BE49-F238E27FC236}">
                <a16:creationId xmlns:a16="http://schemas.microsoft.com/office/drawing/2014/main" id="{AF002EC9-DF85-8E05-CA37-14639FE151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40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Shape 71">
            <a:extLst>
              <a:ext uri="{FF2B5EF4-FFF2-40B4-BE49-F238E27FC236}">
                <a16:creationId xmlns:a16="http://schemas.microsoft.com/office/drawing/2014/main" id="{15711CAE-664D-88D7-629C-BC0C4D82750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FE0D180A-DDD5-5AA7-A8D4-AA50CD409AB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1123265674"/>
      </p:ext>
    </p:extLst>
  </p:cSld>
  <p:clrMapOvr>
    <a:masterClrMapping/>
  </p:clrMapOvr>
  <p:transition spd="med">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7F2AF-92E2-1877-9116-20354D28C1AC}"/>
              </a:ext>
            </a:extLst>
          </p:cNvPr>
          <p:cNvSpPr>
            <a:spLocks noGrp="1"/>
          </p:cNvSpPr>
          <p:nvPr>
            <p:ph type="title"/>
          </p:nvPr>
        </p:nvSpPr>
        <p:spPr/>
        <p:txBody>
          <a:bodyPr/>
          <a:lstStyle/>
          <a:p>
            <a:r>
              <a:rPr lang="en-US" altLang="en-US" sz="3600" b="1" dirty="0">
                <a:solidFill>
                  <a:srgbClr val="0070C0"/>
                </a:solidFill>
                <a:latin typeface="Times New Roman" panose="02020603050405020304" pitchFamily="18" charset="0"/>
                <a:cs typeface="Times New Roman" panose="02020603050405020304" pitchFamily="18" charset="0"/>
              </a:rPr>
              <a:t>		SEATING ARRANGEMENTS</a:t>
            </a:r>
            <a:endParaRPr lang="en-IN" sz="3600" dirty="0"/>
          </a:p>
        </p:txBody>
      </p:sp>
      <p:sp>
        <p:nvSpPr>
          <p:cNvPr id="3" name="Content Placeholder 2">
            <a:extLst>
              <a:ext uri="{FF2B5EF4-FFF2-40B4-BE49-F238E27FC236}">
                <a16:creationId xmlns:a16="http://schemas.microsoft.com/office/drawing/2014/main" id="{FCCE73A0-B8DC-61CE-BF7C-790D87079A26}"/>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12.A, B, C, D and E are sitting in a row facing towards south (not necessarily in the same order). A is to the immediate right of C. Only two persons are sitting between A and B and B is not the neighbor of E. Who is sitting to immediate right of A?					</a:t>
            </a:r>
            <a:r>
              <a:rPr lang="en-IN" sz="2400" dirty="0">
                <a:solidFill>
                  <a:srgbClr val="00B050"/>
                </a:solidFill>
                <a:latin typeface="Times New Roman" panose="02020603050405020304" pitchFamily="18" charset="0"/>
                <a:cs typeface="Times New Roman" panose="02020603050405020304" pitchFamily="18" charset="0"/>
              </a:rPr>
              <a:t>[TCS]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(a)C</a:t>
            </a:r>
          </a:p>
          <a:p>
            <a:pPr marL="0" indent="0">
              <a:buNone/>
            </a:pPr>
            <a:r>
              <a:rPr lang="en-US" sz="2400" dirty="0">
                <a:latin typeface="Times New Roman" panose="02020603050405020304" pitchFamily="18" charset="0"/>
                <a:cs typeface="Times New Roman" panose="02020603050405020304" pitchFamily="18" charset="0"/>
              </a:rPr>
              <a:t>(b)B</a:t>
            </a:r>
          </a:p>
          <a:p>
            <a:pPr marL="0" indent="0">
              <a:buNone/>
            </a:pPr>
            <a:r>
              <a:rPr lang="en-US" sz="2400" dirty="0">
                <a:latin typeface="Times New Roman" panose="02020603050405020304" pitchFamily="18" charset="0"/>
                <a:cs typeface="Times New Roman" panose="02020603050405020304" pitchFamily="18" charset="0"/>
              </a:rPr>
              <a:t>(c)E</a:t>
            </a:r>
          </a:p>
          <a:p>
            <a:pPr marL="0" indent="0">
              <a:buNone/>
            </a:pPr>
            <a:r>
              <a:rPr lang="en-US" sz="2400" dirty="0">
                <a:latin typeface="Times New Roman" panose="02020603050405020304" pitchFamily="18" charset="0"/>
                <a:cs typeface="Times New Roman" panose="02020603050405020304" pitchFamily="18" charset="0"/>
              </a:rPr>
              <a:t>(d)D</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24104B65-EE67-507C-132F-7B562DEA267F}"/>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5" name="Picture 2" descr="KL Deemed to be University Logo">
            <a:extLst>
              <a:ext uri="{FF2B5EF4-FFF2-40B4-BE49-F238E27FC236}">
                <a16:creationId xmlns:a16="http://schemas.microsoft.com/office/drawing/2014/main" id="{8567CF83-00E9-5913-34CE-E9B1F1C07D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64700"/>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Shape 71">
            <a:extLst>
              <a:ext uri="{FF2B5EF4-FFF2-40B4-BE49-F238E27FC236}">
                <a16:creationId xmlns:a16="http://schemas.microsoft.com/office/drawing/2014/main" id="{CA02EED2-376D-90C8-68CC-2E53B82E53A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D7C8AEC4-D4C1-36DD-BE52-15EC94D805C9}"/>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3441673277"/>
      </p:ext>
    </p:extLst>
  </p:cSld>
  <p:clrMapOvr>
    <a:masterClrMapping/>
  </p:clrMapOvr>
  <p:transition spd="med">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A5B065-21A3-538F-EDBF-0EF7BF174769}"/>
            </a:ext>
          </a:extLst>
        </p:cNvPr>
        <p:cNvGrpSpPr/>
        <p:nvPr/>
      </p:nvGrpSpPr>
      <p:grpSpPr>
        <a:xfrm>
          <a:off x="0" y="0"/>
          <a:ext cx="0" cy="0"/>
          <a:chOff x="0" y="0"/>
          <a:chExt cx="0" cy="0"/>
        </a:xfrm>
      </p:grpSpPr>
      <p:sp>
        <p:nvSpPr>
          <p:cNvPr id="43010" name="Rectangle 2">
            <a:extLst>
              <a:ext uri="{FF2B5EF4-FFF2-40B4-BE49-F238E27FC236}">
                <a16:creationId xmlns:a16="http://schemas.microsoft.com/office/drawing/2014/main" id="{9AA56590-8705-F898-9460-78C3BA7DC4BB}"/>
              </a:ext>
            </a:extLst>
          </p:cNvPr>
          <p:cNvSpPr>
            <a:spLocks noGrp="1"/>
          </p:cNvSpPr>
          <p:nvPr>
            <p:ph type="title"/>
          </p:nvPr>
        </p:nvSpPr>
        <p:spPr>
          <a:xfrm>
            <a:off x="1685925" y="22225"/>
            <a:ext cx="9369425" cy="1189038"/>
          </a:xfrm>
        </p:spPr>
        <p:txBody>
          <a:bodyPr/>
          <a:lstStyle/>
          <a:p>
            <a:pPr algn="ctr" eaLnBrk="1" hangingPunct="1"/>
            <a:r>
              <a:rPr lang="en-US" altLang="en-US" sz="4000" b="1" dirty="0">
                <a:solidFill>
                  <a:srgbClr val="0070C0"/>
                </a:solidFill>
                <a:latin typeface="Times New Roman" panose="02020603050405020304" pitchFamily="18" charset="0"/>
                <a:cs typeface="Times New Roman" panose="02020603050405020304" pitchFamily="18" charset="0"/>
              </a:rPr>
              <a:t>SEATING ARRANGEMENTS</a:t>
            </a:r>
            <a:endParaRPr lang="en-US" altLang="en-US" sz="4000" dirty="0">
              <a:solidFill>
                <a:srgbClr val="0070C0"/>
              </a:solidFill>
              <a:latin typeface="Times New Roman" panose="02020603050405020304" pitchFamily="18" charset="0"/>
              <a:cs typeface="Times New Roman" panose="02020603050405020304" pitchFamily="18" charset="0"/>
            </a:endParaRPr>
          </a:p>
        </p:txBody>
      </p:sp>
      <p:sp>
        <p:nvSpPr>
          <p:cNvPr id="6159" name="Freeform: Shape 71">
            <a:extLst>
              <a:ext uri="{FF2B5EF4-FFF2-40B4-BE49-F238E27FC236}">
                <a16:creationId xmlns:a16="http://schemas.microsoft.com/office/drawing/2014/main" id="{4C9ED1D0-8E45-EC57-CB3C-43E1E4785585}"/>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161" name="Freeform: Shape 75">
            <a:extLst>
              <a:ext uri="{FF2B5EF4-FFF2-40B4-BE49-F238E27FC236}">
                <a16:creationId xmlns:a16="http://schemas.microsoft.com/office/drawing/2014/main" id="{4C7BEB05-93F9-1DAC-FB18-4EAC32C47198}"/>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43013" name="Rectangle 3">
            <a:extLst>
              <a:ext uri="{FF2B5EF4-FFF2-40B4-BE49-F238E27FC236}">
                <a16:creationId xmlns:a16="http://schemas.microsoft.com/office/drawing/2014/main" id="{811628FA-B066-9A6E-9585-591F140761A2}"/>
              </a:ext>
            </a:extLst>
          </p:cNvPr>
          <p:cNvSpPr>
            <a:spLocks noGrp="1" noChangeArrowheads="1"/>
          </p:cNvSpPr>
          <p:nvPr>
            <p:ph idx="1"/>
          </p:nvPr>
        </p:nvSpPr>
        <p:spPr bwMode="auto">
          <a:xfrm>
            <a:off x="1110342" y="1380931"/>
            <a:ext cx="10039739" cy="4492819"/>
          </a:xfrm>
        </p:spPr>
        <p:txBody>
          <a:bodyPr wrap="square" numCol="1" anchor="t" anchorCtr="0" compatLnSpc="1">
            <a:prstTxWarp prst="textNoShape">
              <a:avLst/>
            </a:prstTxWarp>
            <a:noAutofit/>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13. L, M, N, O, P, Q, R and S are sitting in a straight row, facing south. R and S are at the extreme ends of the row. O and Q are immediate neighbors. Only L sits between N and P. M sits to the immediate right of N. O sits to the immediate left of P. S sits to the immediate left of Q. </a:t>
            </a:r>
          </a:p>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Who sits to the immediate left of R?	</a:t>
            </a:r>
            <a:r>
              <a:rPr lang="en-IN" sz="2400" dirty="0">
                <a:solidFill>
                  <a:srgbClr val="00B050"/>
                </a:solidFill>
                <a:latin typeface="Times New Roman" panose="02020603050405020304" pitchFamily="18" charset="0"/>
                <a:cs typeface="Times New Roman" panose="02020603050405020304" pitchFamily="18" charset="0"/>
              </a:rPr>
              <a:t>[Infosys]</a:t>
            </a: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(a)O</a:t>
            </a:r>
          </a:p>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(b)M</a:t>
            </a:r>
          </a:p>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(c)P</a:t>
            </a:r>
          </a:p>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(d)Q</a:t>
            </a:r>
          </a:p>
          <a:p>
            <a:pPr marL="0" indent="0">
              <a:buNone/>
            </a:pPr>
            <a:endParaRPr lang="en-US" altLang="en-US" sz="2400" dirty="0">
              <a:solidFill>
                <a:schemeClr val="tx2"/>
              </a:solidFill>
              <a:latin typeface="Times New Roman" panose="02020603050405020304" pitchFamily="18" charset="0"/>
              <a:cs typeface="Times New Roman" panose="02020603050405020304" pitchFamily="18" charset="0"/>
            </a:endParaRPr>
          </a:p>
          <a:p>
            <a:pPr marL="0" indent="0">
              <a:buFont typeface="Wingdings" panose="05000000000000000000" pitchFamily="2" charset="2"/>
              <a:buNone/>
            </a:pPr>
            <a:r>
              <a:rPr lang="en-IN" altLang="en-US" sz="2400" dirty="0">
                <a:solidFill>
                  <a:schemeClr val="tx2"/>
                </a:solidFill>
                <a:latin typeface="Times New Roman" panose="02020603050405020304" pitchFamily="18" charset="0"/>
                <a:cs typeface="Times New Roman" panose="02020603050405020304" pitchFamily="18" charset="0"/>
              </a:rPr>
              <a:t>	</a:t>
            </a:r>
            <a:endParaRPr lang="en-US" altLang="en-US" sz="2400" dirty="0">
              <a:solidFill>
                <a:schemeClr val="tx2"/>
              </a:solidFill>
              <a:latin typeface="Times New Roman" panose="02020603050405020304" pitchFamily="18" charset="0"/>
              <a:cs typeface="Times New Roman" panose="02020603050405020304" pitchFamily="18" charset="0"/>
            </a:endParaRPr>
          </a:p>
        </p:txBody>
      </p:sp>
      <p:pic>
        <p:nvPicPr>
          <p:cNvPr id="43015" name="Picture 2" descr="KL Deemed to be University Logo">
            <a:extLst>
              <a:ext uri="{FF2B5EF4-FFF2-40B4-BE49-F238E27FC236}">
                <a16:creationId xmlns:a16="http://schemas.microsoft.com/office/drawing/2014/main" id="{680D3064-31E1-D4F0-EEAB-8D77BD05D19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ooter Placeholder 7">
            <a:extLst>
              <a:ext uri="{FF2B5EF4-FFF2-40B4-BE49-F238E27FC236}">
                <a16:creationId xmlns:a16="http://schemas.microsoft.com/office/drawing/2014/main" id="{EF9F4C51-5E24-8BEF-A87D-36E51BD9C679}"/>
              </a:ext>
            </a:extLst>
          </p:cNvPr>
          <p:cNvSpPr>
            <a:spLocks noGrp="1"/>
          </p:cNvSpPr>
          <p:nvPr>
            <p:ph type="ftr" sz="quarter" idx="11"/>
          </p:nvPr>
        </p:nvSpPr>
        <p:spPr>
          <a:xfrm>
            <a:off x="2933700" y="6438900"/>
            <a:ext cx="6324600" cy="365125"/>
          </a:xfrm>
        </p:spPr>
        <p:txBody>
          <a:bodyPr/>
          <a:lstStyle/>
          <a:p>
            <a:pPr>
              <a:defRPr/>
            </a:pPr>
            <a:r>
              <a:rPr lang="en-IN" sz="1800" b="1" dirty="0">
                <a:solidFill>
                  <a:srgbClr val="FF0000"/>
                </a:solidFill>
              </a:rPr>
              <a:t>QUANT &amp; REASONING DEPARTMENT</a:t>
            </a:r>
            <a:endParaRPr lang="en-US" sz="1800" b="1" dirty="0">
              <a:solidFill>
                <a:srgbClr val="FF0000"/>
              </a:solidFill>
            </a:endParaRPr>
          </a:p>
        </p:txBody>
      </p:sp>
    </p:spTree>
    <p:extLst>
      <p:ext uri="{BB962C8B-B14F-4D97-AF65-F5344CB8AC3E}">
        <p14:creationId xmlns:p14="http://schemas.microsoft.com/office/powerpoint/2010/main" val="3363809244"/>
      </p:ext>
    </p:extLst>
  </p:cSld>
  <p:clrMapOvr>
    <a:masterClrMapping/>
  </p:clrMapOvr>
  <p:transition spd="med">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7E66EE4-A5FB-A19C-EF27-4F02CFFAA184}"/>
              </a:ext>
            </a:extLst>
          </p:cNvPr>
          <p:cNvSpPr>
            <a:spLocks noGrp="1"/>
          </p:cNvSpPr>
          <p:nvPr>
            <p:ph type="title"/>
          </p:nvPr>
        </p:nvSpPr>
        <p:spPr>
          <a:xfrm>
            <a:off x="1912776" y="76200"/>
            <a:ext cx="9172737" cy="1096963"/>
          </a:xfrm>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7" name="Content Placeholder 6">
            <a:extLst>
              <a:ext uri="{FF2B5EF4-FFF2-40B4-BE49-F238E27FC236}">
                <a16:creationId xmlns:a16="http://schemas.microsoft.com/office/drawing/2014/main" id="{B2E7B803-C421-0885-98DC-089904DD6261}"/>
              </a:ext>
            </a:extLst>
          </p:cNvPr>
          <p:cNvSpPr>
            <a:spLocks noGrp="1"/>
          </p:cNvSpPr>
          <p:nvPr>
            <p:ph idx="1"/>
          </p:nvPr>
        </p:nvSpPr>
        <p:spPr>
          <a:xfrm>
            <a:off x="1156996" y="1589087"/>
            <a:ext cx="9928517" cy="4583113"/>
          </a:xfrm>
        </p:spPr>
        <p:txBody>
          <a:bodyPr>
            <a:normAutofit/>
          </a:bodyPr>
          <a:lstStyle/>
          <a:p>
            <a:pPr marL="0" indent="0">
              <a:buNone/>
            </a:pPr>
            <a:r>
              <a:rPr lang="en-IN" sz="2400" dirty="0">
                <a:solidFill>
                  <a:schemeClr val="tx2"/>
                </a:solidFill>
                <a:latin typeface="Times New Roman" panose="02020603050405020304" pitchFamily="18" charset="0"/>
                <a:cs typeface="Times New Roman" panose="02020603050405020304" pitchFamily="18" charset="0"/>
              </a:rPr>
              <a:t>14.A, B, C, D and E are sitting on a bench. A is sitting next to B, C is sitting next to D, D is not sitting with E, who is on the left end of the bench. C is on the second position from the right. A is to the right of B and E. A and C are sitting together. In which position B is sitting?</a:t>
            </a:r>
          </a:p>
          <a:p>
            <a:pPr marL="0" indent="0">
              <a:buNone/>
            </a:pPr>
            <a:r>
              <a:rPr lang="en-IN" sz="2400" dirty="0">
                <a:solidFill>
                  <a:schemeClr val="tx2"/>
                </a:solidFill>
                <a:latin typeface="Times New Roman" panose="02020603050405020304" pitchFamily="18" charset="0"/>
                <a:cs typeface="Times New Roman" panose="02020603050405020304" pitchFamily="18" charset="0"/>
              </a:rPr>
              <a:t>a. Between B and D			b. Between B and C</a:t>
            </a:r>
          </a:p>
          <a:p>
            <a:pPr marL="0" indent="0">
              <a:buNone/>
            </a:pPr>
            <a:r>
              <a:rPr lang="en-IN" sz="2400" dirty="0">
                <a:solidFill>
                  <a:schemeClr val="tx2"/>
                </a:solidFill>
                <a:latin typeface="Times New Roman" panose="02020603050405020304" pitchFamily="18" charset="0"/>
                <a:cs typeface="Times New Roman" panose="02020603050405020304" pitchFamily="18" charset="0"/>
              </a:rPr>
              <a:t>c. Between E and A			d. Between C and A</a:t>
            </a:r>
          </a:p>
        </p:txBody>
      </p:sp>
      <p:sp>
        <p:nvSpPr>
          <p:cNvPr id="5" name="Footer Placeholder 4">
            <a:extLst>
              <a:ext uri="{FF2B5EF4-FFF2-40B4-BE49-F238E27FC236}">
                <a16:creationId xmlns:a16="http://schemas.microsoft.com/office/drawing/2014/main" id="{E296F046-F2D2-6B5D-26C1-42C86B9ABBC8}"/>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8" name="Picture 2" descr="KL Deemed to be University Logo">
            <a:extLst>
              <a:ext uri="{FF2B5EF4-FFF2-40B4-BE49-F238E27FC236}">
                <a16:creationId xmlns:a16="http://schemas.microsoft.com/office/drawing/2014/main" id="{38D19600-6E02-4ADD-914C-9A3EE88114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Shape 71">
            <a:extLst>
              <a:ext uri="{FF2B5EF4-FFF2-40B4-BE49-F238E27FC236}">
                <a16:creationId xmlns:a16="http://schemas.microsoft.com/office/drawing/2014/main" id="{2DDB1B77-E835-F7F9-09CA-483FBD97AB1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10" name="Freeform: Shape 75">
            <a:extLst>
              <a:ext uri="{FF2B5EF4-FFF2-40B4-BE49-F238E27FC236}">
                <a16:creationId xmlns:a16="http://schemas.microsoft.com/office/drawing/2014/main" id="{4087DC03-DA4C-EED8-7AE1-34D60953CBC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1942051740"/>
      </p:ext>
    </p:extLst>
  </p:cSld>
  <p:clrMapOvr>
    <a:masterClrMapping/>
  </p:clrMapOvr>
  <p:transition spd="med">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0E3F50C6-61FC-E629-AF75-4A206F6A30CF}"/>
              </a:ext>
            </a:extLst>
          </p:cNvPr>
          <p:cNvSpPr>
            <a:spLocks noGrp="1"/>
          </p:cNvSpPr>
          <p:nvPr>
            <p:ph type="title"/>
          </p:nvPr>
        </p:nvSpPr>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9" name="Content Placeholder 8">
            <a:extLst>
              <a:ext uri="{FF2B5EF4-FFF2-40B4-BE49-F238E27FC236}">
                <a16:creationId xmlns:a16="http://schemas.microsoft.com/office/drawing/2014/main" id="{C5AA48AB-0761-9BB9-BAF8-2AEAEB74D843}"/>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15.P, Q, R, S, T and U are standing in a queue. </a:t>
            </a:r>
          </a:p>
          <a:p>
            <a:pPr marL="514350" indent="-514350">
              <a:buFont typeface="+mj-lt"/>
              <a:buAutoNum type="romanLcPeriod"/>
            </a:pPr>
            <a:r>
              <a:rPr lang="en-US" sz="2400" dirty="0">
                <a:latin typeface="Times New Roman" panose="02020603050405020304" pitchFamily="18" charset="0"/>
                <a:cs typeface="Times New Roman" panose="02020603050405020304" pitchFamily="18" charset="0"/>
              </a:rPr>
              <a:t>Q is just ahead of P. S is just behind T. </a:t>
            </a:r>
          </a:p>
          <a:p>
            <a:pPr marL="514350" indent="-514350">
              <a:buFont typeface="+mj-lt"/>
              <a:buAutoNum type="romanLcPeriod"/>
            </a:pPr>
            <a:r>
              <a:rPr lang="en-US" sz="2400" dirty="0">
                <a:latin typeface="Times New Roman" panose="02020603050405020304" pitchFamily="18" charset="0"/>
                <a:cs typeface="Times New Roman" panose="02020603050405020304" pitchFamily="18" charset="0"/>
              </a:rPr>
              <a:t>U is NOT near R, who is separated from Q by two persons. </a:t>
            </a:r>
          </a:p>
          <a:p>
            <a:pPr marL="0" indent="0">
              <a:buNone/>
            </a:pPr>
            <a:r>
              <a:rPr lang="en-US" sz="2400" dirty="0">
                <a:latin typeface="Times New Roman" panose="02020603050405020304" pitchFamily="18" charset="0"/>
                <a:cs typeface="Times New Roman" panose="02020603050405020304" pitchFamily="18" charset="0"/>
              </a:rPr>
              <a:t>Who is standing at the front of the queue?	</a:t>
            </a:r>
            <a:r>
              <a:rPr lang="en-IN" sz="2400" dirty="0">
                <a:solidFill>
                  <a:srgbClr val="00B050"/>
                </a:solidFill>
                <a:latin typeface="Times New Roman" panose="02020603050405020304" pitchFamily="18" charset="0"/>
                <a:cs typeface="Times New Roman" panose="02020603050405020304" pitchFamily="18" charset="0"/>
              </a:rPr>
              <a:t>[TCS]</a:t>
            </a:r>
            <a:endParaRPr lang="en-IN"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(a)U</a:t>
            </a:r>
          </a:p>
          <a:p>
            <a:pPr marL="0" indent="0">
              <a:buNone/>
            </a:pPr>
            <a:r>
              <a:rPr lang="en-US" sz="2400" dirty="0">
                <a:latin typeface="Times New Roman" panose="02020603050405020304" pitchFamily="18" charset="0"/>
                <a:cs typeface="Times New Roman" panose="02020603050405020304" pitchFamily="18" charset="0"/>
              </a:rPr>
              <a:t>(b)R</a:t>
            </a:r>
          </a:p>
          <a:p>
            <a:pPr marL="0" indent="0">
              <a:buNone/>
            </a:pPr>
            <a:r>
              <a:rPr lang="en-US" sz="2400" dirty="0">
                <a:latin typeface="Times New Roman" panose="02020603050405020304" pitchFamily="18" charset="0"/>
                <a:cs typeface="Times New Roman" panose="02020603050405020304" pitchFamily="18" charset="0"/>
              </a:rPr>
              <a:t>(c)T</a:t>
            </a:r>
          </a:p>
          <a:p>
            <a:pPr marL="0" indent="0">
              <a:buNone/>
            </a:pPr>
            <a:r>
              <a:rPr lang="en-US" sz="2400" dirty="0">
                <a:latin typeface="Times New Roman" panose="02020603050405020304" pitchFamily="18" charset="0"/>
                <a:cs typeface="Times New Roman" panose="02020603050405020304" pitchFamily="18" charset="0"/>
              </a:rPr>
              <a:t>(d)Q</a:t>
            </a:r>
            <a:endParaRPr lang="en-IN" sz="2400" dirty="0">
              <a:latin typeface="Times New Roman" panose="02020603050405020304" pitchFamily="18" charset="0"/>
              <a:cs typeface="Times New Roman" panose="02020603050405020304" pitchFamily="18" charset="0"/>
            </a:endParaRPr>
          </a:p>
          <a:p>
            <a:endParaRPr lang="en-IN" sz="2400" dirty="0"/>
          </a:p>
          <a:p>
            <a:pPr marL="0" indent="0">
              <a:buNone/>
            </a:pPr>
            <a:endParaRPr lang="en-US" sz="2400" dirty="0">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E1AB6FE0-778C-E1BA-9CFE-8E074ECA8032}"/>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6" name="Freeform: Shape 71">
            <a:extLst>
              <a:ext uri="{FF2B5EF4-FFF2-40B4-BE49-F238E27FC236}">
                <a16:creationId xmlns:a16="http://schemas.microsoft.com/office/drawing/2014/main" id="{E07BA831-4258-BFD6-87CC-61733AA5E34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4BF03F54-6D03-4C92-8292-2A83C284978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2" name="Picture 2" descr="KL Deemed to be University Logo">
            <a:extLst>
              <a:ext uri="{FF2B5EF4-FFF2-40B4-BE49-F238E27FC236}">
                <a16:creationId xmlns:a16="http://schemas.microsoft.com/office/drawing/2014/main" id="{4942BBE7-2B3E-F586-7B53-74D95531B2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850017910"/>
      </p:ext>
    </p:extLst>
  </p:cSld>
  <p:clrMapOvr>
    <a:masterClrMapping/>
  </p:clrMapOvr>
  <p:transition spd="med">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46F29D-0683-303C-2A45-7F7A68E01E6C}"/>
              </a:ext>
            </a:extLst>
          </p:cNvPr>
          <p:cNvSpPr>
            <a:spLocks noGrp="1"/>
          </p:cNvSpPr>
          <p:nvPr>
            <p:ph type="title"/>
          </p:nvPr>
        </p:nvSpPr>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6A156379-17B9-26BE-5545-61FA93148455}"/>
              </a:ext>
            </a:extLst>
          </p:cNvPr>
          <p:cNvSpPr>
            <a:spLocks noGrp="1"/>
          </p:cNvSpPr>
          <p:nvPr>
            <p:ph idx="1"/>
          </p:nvPr>
        </p:nvSpPr>
        <p:spPr>
          <a:xfrm>
            <a:off x="1104900" y="1600200"/>
            <a:ext cx="9980613" cy="4613988"/>
          </a:xfrm>
        </p:spPr>
        <p:txBody>
          <a:bodyPr>
            <a:norm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16-18) Read the following information carefully and answer the questions based on it by selecting the correct option from the given alternatives.		</a:t>
            </a:r>
            <a:r>
              <a:rPr lang="en-IN" dirty="0">
                <a:solidFill>
                  <a:srgbClr val="00B050"/>
                </a:solidFill>
                <a:latin typeface="Times New Roman" panose="02020603050405020304" pitchFamily="18" charset="0"/>
                <a:cs typeface="Times New Roman" panose="02020603050405020304" pitchFamily="18" charset="0"/>
              </a:rPr>
              <a:t>[Infosys]</a:t>
            </a:r>
            <a:endParaRPr lang="en-US" altLang="en-US" dirty="0">
              <a:solidFill>
                <a:schemeClr val="tx2"/>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Six persons A, B, C, D, E and F are sitting in two rows, three in each.</a:t>
            </a:r>
            <a:r>
              <a:rPr lang="en-IN" dirty="0">
                <a:latin typeface="Times New Roman" panose="02020603050405020304" pitchFamily="18" charset="0"/>
                <a:ea typeface="Times New Roman" panose="02020603050405020304" pitchFamily="18" charset="0"/>
              </a:rPr>
              <a:t> Therefore, in the given seating arrangement each member seated in a row faces another member of the other row. </a:t>
            </a:r>
          </a:p>
          <a:p>
            <a:pPr marL="514350" indent="-514350">
              <a:buFont typeface="+mj-lt"/>
              <a:buAutoNum type="romanLcPeriod"/>
            </a:pPr>
            <a:r>
              <a:rPr lang="en-US" dirty="0">
                <a:latin typeface="Times New Roman" panose="02020603050405020304" pitchFamily="18" charset="0"/>
                <a:cs typeface="Times New Roman" panose="02020603050405020304" pitchFamily="18" charset="0"/>
              </a:rPr>
              <a:t>E is not at the end of any row.D is second to the left of F.</a:t>
            </a:r>
          </a:p>
          <a:p>
            <a:pPr marL="514350" indent="-514350">
              <a:buFont typeface="+mj-lt"/>
              <a:buAutoNum type="romanLcPeriod"/>
            </a:pPr>
            <a:r>
              <a:rPr lang="en-US" dirty="0">
                <a:latin typeface="Times New Roman" panose="02020603050405020304" pitchFamily="18" charset="0"/>
                <a:cs typeface="Times New Roman" panose="02020603050405020304" pitchFamily="18" charset="0"/>
              </a:rPr>
              <a:t>C, the neighbour of E, is sitting diagonally opposite to D.</a:t>
            </a:r>
          </a:p>
          <a:p>
            <a:pPr marL="514350" indent="-514350">
              <a:buFont typeface="+mj-lt"/>
              <a:buAutoNum type="romanLcPeriod"/>
            </a:pPr>
            <a:r>
              <a:rPr lang="en-US" dirty="0">
                <a:latin typeface="Times New Roman" panose="02020603050405020304" pitchFamily="18" charset="0"/>
                <a:cs typeface="Times New Roman" panose="02020603050405020304" pitchFamily="18" charset="0"/>
              </a:rPr>
              <a:t>B is the neighbour of F. </a:t>
            </a:r>
          </a:p>
          <a:p>
            <a:pPr marL="0" indent="0">
              <a:buNone/>
            </a:pPr>
            <a:r>
              <a:rPr lang="en-US" dirty="0">
                <a:latin typeface="Times New Roman" panose="02020603050405020304" pitchFamily="18" charset="0"/>
                <a:cs typeface="Times New Roman" panose="02020603050405020304" pitchFamily="18" charset="0"/>
              </a:rPr>
              <a:t>16.Which of the following are sitting diagonally opposite to each other?</a:t>
            </a:r>
          </a:p>
          <a:p>
            <a:pPr marL="0" indent="0">
              <a:buNone/>
            </a:pPr>
            <a:r>
              <a:rPr lang="en-US" dirty="0">
                <a:latin typeface="Times New Roman" panose="02020603050405020304" pitchFamily="18" charset="0"/>
                <a:cs typeface="Times New Roman" panose="02020603050405020304" pitchFamily="18" charset="0"/>
              </a:rPr>
              <a:t>(a)A and F	(b)Fand C	(c)A and C	(d)A and B</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1F7286B-0170-56A6-85AC-1349A02F1D38}"/>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DF42F7C6-6F96-9249-C178-7395F8EE7D4B}"/>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BE3A5409-05C0-2055-9283-84ACECC77BF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8194D91C-0586-FF40-F644-5DBAD8991B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67230878"/>
      </p:ext>
    </p:extLst>
  </p:cSld>
  <p:clrMapOvr>
    <a:masterClrMapping/>
  </p:clrMapOvr>
  <p:transition spd="med">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EF513-24D8-5BAB-57AB-59A25A7470FB}"/>
              </a:ext>
            </a:extLst>
          </p:cNvPr>
          <p:cNvSpPr>
            <a:spLocks noGrp="1"/>
          </p:cNvSpPr>
          <p:nvPr>
            <p:ph type="title"/>
          </p:nvPr>
        </p:nvSpPr>
        <p:spPr>
          <a:xfrm>
            <a:off x="1688841" y="76200"/>
            <a:ext cx="9396672" cy="1096963"/>
          </a:xfrm>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2837ACB8-4A68-63E9-CA39-CD0FA299AFDB}"/>
              </a:ext>
            </a:extLst>
          </p:cNvPr>
          <p:cNvSpPr>
            <a:spLocks noGrp="1"/>
          </p:cNvSpPr>
          <p:nvPr>
            <p:ph idx="1"/>
          </p:nvPr>
        </p:nvSpPr>
        <p:spPr/>
        <p:txBody>
          <a:bodyPr>
            <a:norm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16-18) Read the following information carefully and answer the questions based on it by selecting the correct option from the given alternatives.		</a:t>
            </a:r>
            <a:r>
              <a:rPr lang="en-IN" dirty="0">
                <a:solidFill>
                  <a:srgbClr val="00B050"/>
                </a:solidFill>
                <a:latin typeface="Times New Roman" panose="02020603050405020304" pitchFamily="18" charset="0"/>
                <a:cs typeface="Times New Roman" panose="02020603050405020304" pitchFamily="18" charset="0"/>
              </a:rPr>
              <a:t>[Infosys]</a:t>
            </a:r>
            <a:endParaRPr lang="en-US" altLang="en-US" dirty="0">
              <a:solidFill>
                <a:schemeClr val="tx2"/>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Six persons A, B, C, D, E and F are sitting in two rows, three in each.</a:t>
            </a:r>
            <a:r>
              <a:rPr lang="en-IN" dirty="0">
                <a:latin typeface="Times New Roman" panose="02020603050405020304" pitchFamily="18" charset="0"/>
                <a:ea typeface="Times New Roman" panose="02020603050405020304" pitchFamily="18" charset="0"/>
              </a:rPr>
              <a:t> Therefore, in the given seating arrangement each member seated in a row faces another member of the other row. Therefore, in the given seating arrangement each member seated in a row faces another member of the other row.</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 is not at the end of any row. D is second to the left of F.</a:t>
            </a:r>
          </a:p>
          <a:p>
            <a:pPr marL="0" indent="0">
              <a:buNone/>
            </a:pPr>
            <a:r>
              <a:rPr lang="en-US" dirty="0">
                <a:latin typeface="Times New Roman" panose="02020603050405020304" pitchFamily="18" charset="0"/>
                <a:cs typeface="Times New Roman" panose="02020603050405020304" pitchFamily="18" charset="0"/>
              </a:rPr>
              <a:t>C, the neighbour of E, is sitting diagonally opposite to D.</a:t>
            </a:r>
          </a:p>
          <a:p>
            <a:pPr marL="0" indent="0">
              <a:buNone/>
            </a:pPr>
            <a:r>
              <a:rPr lang="en-US" dirty="0">
                <a:latin typeface="Times New Roman" panose="02020603050405020304" pitchFamily="18" charset="0"/>
                <a:cs typeface="Times New Roman" panose="02020603050405020304" pitchFamily="18" charset="0"/>
              </a:rPr>
              <a:t>B is the neighbour of F. </a:t>
            </a:r>
          </a:p>
          <a:p>
            <a:pPr marL="0" indent="0">
              <a:buNone/>
            </a:pPr>
            <a:r>
              <a:rPr lang="en-US" dirty="0">
                <a:latin typeface="Times New Roman" panose="02020603050405020304" pitchFamily="18" charset="0"/>
                <a:cs typeface="Times New Roman" panose="02020603050405020304" pitchFamily="18" charset="0"/>
              </a:rPr>
              <a:t>17.Which of the following are in the same row?</a:t>
            </a:r>
          </a:p>
          <a:p>
            <a:pPr marL="0" indent="0">
              <a:buNone/>
            </a:pPr>
            <a:r>
              <a:rPr lang="en-US" dirty="0">
                <a:latin typeface="Times New Roman" panose="02020603050405020304" pitchFamily="18" charset="0"/>
                <a:cs typeface="Times New Roman" panose="02020603050405020304" pitchFamily="18" charset="0"/>
              </a:rPr>
              <a:t>(a)A and E	(b)Fand C	(c)A and D	(d)A and B</a:t>
            </a: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5AA98B6B-8AB1-64CE-028F-893BAEB9023C}"/>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6A6D3A5A-AAE7-0CDD-CF04-B9CE7FFCD92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5ED7E0AF-1211-AC30-06CF-8F0C7003F8E9}"/>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B82D5F43-EFF0-B8C2-9AC6-287A22A423D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798112119"/>
      </p:ext>
    </p:extLst>
  </p:cSld>
  <p:clrMapOvr>
    <a:masterClrMapping/>
  </p:clrMapOvr>
  <p:transition spd="med">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A84C4-693A-2B52-A47E-55E4236EDDAF}"/>
              </a:ext>
            </a:extLst>
          </p:cNvPr>
          <p:cNvSpPr>
            <a:spLocks noGrp="1"/>
          </p:cNvSpPr>
          <p:nvPr>
            <p:ph type="title"/>
          </p:nvPr>
        </p:nvSpPr>
        <p:spPr>
          <a:xfrm>
            <a:off x="1763713" y="76200"/>
            <a:ext cx="9022475" cy="1096963"/>
          </a:xfrm>
        </p:spPr>
        <p:txBody>
          <a:bodyPr/>
          <a:lstStyle/>
          <a:p>
            <a:r>
              <a:rPr lang="en-US" altLang="en-US" sz="4000" b="1" dirty="0">
                <a:solidFill>
                  <a:srgbClr val="0070C0"/>
                </a:solidFill>
                <a:latin typeface="Times New Roman" panose="02020603050405020304" pitchFamily="18" charset="0"/>
                <a:cs typeface="Times New Roman" panose="02020603050405020304" pitchFamily="18" charset="0"/>
              </a:rPr>
              <a:t>	SEATING ARRANGEMENTS</a:t>
            </a:r>
            <a:endParaRPr lang="en-IN" sz="4000" dirty="0"/>
          </a:p>
        </p:txBody>
      </p:sp>
      <p:sp>
        <p:nvSpPr>
          <p:cNvPr id="3" name="Content Placeholder 2">
            <a:extLst>
              <a:ext uri="{FF2B5EF4-FFF2-40B4-BE49-F238E27FC236}">
                <a16:creationId xmlns:a16="http://schemas.microsoft.com/office/drawing/2014/main" id="{6B5AD5C7-EED4-43CD-FCBC-905E6D97A97B}"/>
              </a:ext>
            </a:extLst>
          </p:cNvPr>
          <p:cNvSpPr>
            <a:spLocks noGrp="1"/>
          </p:cNvSpPr>
          <p:nvPr>
            <p:ph idx="1"/>
          </p:nvPr>
        </p:nvSpPr>
        <p:spPr/>
        <p:txBody>
          <a:bodyPr>
            <a:norm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16-18) Read the following information carefully and answer the questions based on it by selecting the correct option from the given alternatives.		</a:t>
            </a:r>
            <a:r>
              <a:rPr lang="en-IN" dirty="0">
                <a:solidFill>
                  <a:srgbClr val="00B050"/>
                </a:solidFill>
                <a:latin typeface="Times New Roman" panose="02020603050405020304" pitchFamily="18" charset="0"/>
                <a:cs typeface="Times New Roman" panose="02020603050405020304" pitchFamily="18" charset="0"/>
              </a:rPr>
              <a:t>[Infosys]</a:t>
            </a:r>
            <a:endParaRPr lang="en-US" altLang="en-US" dirty="0">
              <a:solidFill>
                <a:schemeClr val="tx2"/>
              </a:solidFill>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Six persons A, B, C, D, E and F are sitting in two rows, three in each.</a:t>
            </a:r>
            <a:r>
              <a:rPr lang="en-IN" dirty="0">
                <a:latin typeface="Times New Roman" panose="02020603050405020304" pitchFamily="18" charset="0"/>
                <a:ea typeface="Times New Roman" panose="02020603050405020304" pitchFamily="18" charset="0"/>
              </a:rPr>
              <a:t> Therefore, in the given seating arrangement each member seated in a row faces another member of the other row. Therefore, in the given seating arrangement each member seated in a row faces another member of the other row.</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E is not at the end of any row.D is second to the left of F.</a:t>
            </a:r>
          </a:p>
          <a:p>
            <a:pPr marL="0" indent="0">
              <a:buNone/>
            </a:pPr>
            <a:r>
              <a:rPr lang="en-US" dirty="0">
                <a:latin typeface="Times New Roman" panose="02020603050405020304" pitchFamily="18" charset="0"/>
                <a:cs typeface="Times New Roman" panose="02020603050405020304" pitchFamily="18" charset="0"/>
              </a:rPr>
              <a:t>C, the neighbour of E, is sitting diagonally opposite to D.</a:t>
            </a:r>
          </a:p>
          <a:p>
            <a:pPr marL="0" indent="0">
              <a:buNone/>
            </a:pPr>
            <a:r>
              <a:rPr lang="en-US" dirty="0">
                <a:latin typeface="Times New Roman" panose="02020603050405020304" pitchFamily="18" charset="0"/>
                <a:cs typeface="Times New Roman" panose="02020603050405020304" pitchFamily="18" charset="0"/>
              </a:rPr>
              <a:t>B is the neighbour of F. </a:t>
            </a:r>
          </a:p>
          <a:p>
            <a:pPr marL="0" indent="0">
              <a:buNone/>
            </a:pPr>
            <a:r>
              <a:rPr lang="en-US" dirty="0">
                <a:latin typeface="Times New Roman" panose="02020603050405020304" pitchFamily="18" charset="0"/>
                <a:cs typeface="Times New Roman" panose="02020603050405020304" pitchFamily="18" charset="0"/>
              </a:rPr>
              <a:t>18.Which of the following are one of the two rows?</a:t>
            </a:r>
          </a:p>
          <a:p>
            <a:pPr marL="0" indent="0">
              <a:buNone/>
            </a:pPr>
            <a:r>
              <a:rPr lang="en-US" dirty="0">
                <a:latin typeface="Times New Roman" panose="02020603050405020304" pitchFamily="18" charset="0"/>
                <a:cs typeface="Times New Roman" panose="02020603050405020304" pitchFamily="18" charset="0"/>
              </a:rPr>
              <a:t>(a)FBE		(b)CEB		(c)DBF		(d)AEF</a:t>
            </a:r>
            <a:endParaRPr lang="en-IN"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0F01488E-08CB-836A-648F-DEDE5AFDC02B}"/>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0A1C734A-1847-78C4-1D3A-AAB8322DB6D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95CED989-4822-3EE8-DC4D-ED842B2C820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D03C1D92-0E49-DE94-299B-8EB896AD55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08683827"/>
      </p:ext>
    </p:extLst>
  </p:cSld>
  <p:clrMapOvr>
    <a:masterClrMapping/>
  </p:clrMapOvr>
  <p:transition spd="med">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81DF852-E73F-FE5E-A665-99B6D2D10042}"/>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Title 6">
            <a:extLst>
              <a:ext uri="{FF2B5EF4-FFF2-40B4-BE49-F238E27FC236}">
                <a16:creationId xmlns:a16="http://schemas.microsoft.com/office/drawing/2014/main" id="{6247E716-89B0-5FCA-087A-889F1C21F123}"/>
              </a:ext>
            </a:extLst>
          </p:cNvPr>
          <p:cNvSpPr>
            <a:spLocks noGrp="1"/>
          </p:cNvSpPr>
          <p:nvPr>
            <p:ph type="title" idx="4294967295"/>
          </p:nvPr>
        </p:nvSpPr>
        <p:spPr>
          <a:xfrm>
            <a:off x="0" y="76200"/>
            <a:ext cx="9980613" cy="1096963"/>
          </a:xfrm>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6" name="TextBox 5">
            <a:extLst>
              <a:ext uri="{FF2B5EF4-FFF2-40B4-BE49-F238E27FC236}">
                <a16:creationId xmlns:a16="http://schemas.microsoft.com/office/drawing/2014/main" id="{D23BCC75-ACF4-AA6F-2BA2-A3EBD23C0885}"/>
              </a:ext>
            </a:extLst>
          </p:cNvPr>
          <p:cNvSpPr txBox="1"/>
          <p:nvPr/>
        </p:nvSpPr>
        <p:spPr>
          <a:xfrm>
            <a:off x="1027521" y="1555423"/>
            <a:ext cx="10077253" cy="3785652"/>
          </a:xfrm>
          <a:prstGeom prst="rect">
            <a:avLst/>
          </a:prstGeom>
          <a:noFill/>
        </p:spPr>
        <p:txBody>
          <a:bodyPr wrap="square">
            <a:spAutoFit/>
          </a:bodyPr>
          <a:lstStyle/>
          <a:p>
            <a:pPr>
              <a:buNone/>
            </a:pPr>
            <a:r>
              <a:rPr lang="en-US" altLang="en-US" sz="2000" dirty="0">
                <a:solidFill>
                  <a:schemeClr val="tx2"/>
                </a:solidFill>
                <a:latin typeface="Times New Roman" panose="02020603050405020304" pitchFamily="18" charset="0"/>
                <a:cs typeface="Times New Roman" panose="02020603050405020304" pitchFamily="18" charset="0"/>
              </a:rPr>
              <a:t>(Directions 19-22) </a:t>
            </a:r>
            <a:r>
              <a:rPr lang="en-IN" sz="2000" dirty="0">
                <a:effectLst/>
                <a:latin typeface="Times New Roman" panose="02020603050405020304" pitchFamily="18" charset="0"/>
                <a:ea typeface="Times New Roman" panose="02020603050405020304" pitchFamily="18" charset="0"/>
              </a:rPr>
              <a:t>Study the following information carefully and answer the questions given below.</a:t>
            </a:r>
          </a:p>
          <a:p>
            <a:pPr>
              <a:buNone/>
            </a:pPr>
            <a:r>
              <a:rPr lang="en-IN" sz="2000" dirty="0">
                <a:effectLst/>
                <a:latin typeface="Times New Roman" panose="02020603050405020304" pitchFamily="18" charset="0"/>
                <a:ea typeface="Times New Roman" panose="02020603050405020304" pitchFamily="18" charset="0"/>
              </a:rPr>
              <a:t> </a:t>
            </a:r>
          </a:p>
          <a:p>
            <a:pPr>
              <a:buNone/>
            </a:pPr>
            <a:r>
              <a:rPr lang="en-IN" sz="2000" dirty="0">
                <a:effectLst/>
                <a:latin typeface="Times New Roman" panose="02020603050405020304" pitchFamily="18" charset="0"/>
                <a:ea typeface="Times New Roman" panose="02020603050405020304" pitchFamily="18" charset="0"/>
              </a:rPr>
              <a:t>Ten persons are sitting in two parallel rows containing five persons each, in such a way that there is an equal distance between adjacent persons. In row-1 A,B, C, D and E are seated (but not necessarily in the same order) and all of them are facing North. In row-2 P, Q, R, S and T are seated (but not necessarily in the same order) and all of them are facing South. Therefore, in the given seating</a:t>
            </a:r>
            <a:r>
              <a:rPr lang="en-IN" sz="2000" dirty="0">
                <a:latin typeface="Times New Roman" panose="02020603050405020304" pitchFamily="18" charset="0"/>
                <a:ea typeface="Times New Roman" panose="02020603050405020304" pitchFamily="18" charset="0"/>
              </a:rPr>
              <a:t> </a:t>
            </a:r>
            <a:r>
              <a:rPr lang="en-IN" sz="2000" dirty="0">
                <a:effectLst/>
                <a:latin typeface="Times New Roman" panose="02020603050405020304" pitchFamily="18" charset="0"/>
                <a:ea typeface="Times New Roman" panose="02020603050405020304" pitchFamily="18" charset="0"/>
              </a:rPr>
              <a:t>arrangement each member seated in a row faces another member of the other row.</a:t>
            </a:r>
          </a:p>
          <a:p>
            <a:pPr>
              <a:buNone/>
            </a:pPr>
            <a:endParaRPr lang="en-IN" sz="2000" dirty="0">
              <a:latin typeface="Times New Roman" panose="02020603050405020304" pitchFamily="18" charset="0"/>
              <a:ea typeface="Times New Roman" panose="02020603050405020304" pitchFamily="18" charset="0"/>
            </a:endParaRPr>
          </a:p>
          <a:p>
            <a:pPr>
              <a:buNone/>
            </a:pPr>
            <a:r>
              <a:rPr lang="en-IN" sz="2000" dirty="0">
                <a:effectLst/>
                <a:latin typeface="Times New Roman" panose="02020603050405020304" pitchFamily="18" charset="0"/>
                <a:ea typeface="Times New Roman" panose="02020603050405020304" pitchFamily="18" charset="0"/>
              </a:rPr>
              <a:t>C sits third to the right of B. The one who faces C is an immediate neighbour of T. Only two persons sit between T and R. P and Q are immediate neighbours. Q does not sit immediate to R. R faces A. The one who faces T is second to the right of E.</a:t>
            </a:r>
          </a:p>
        </p:txBody>
      </p:sp>
      <p:pic>
        <p:nvPicPr>
          <p:cNvPr id="9" name="Picture 2" descr="KL Deemed to be University Logo">
            <a:extLst>
              <a:ext uri="{FF2B5EF4-FFF2-40B4-BE49-F238E27FC236}">
                <a16:creationId xmlns:a16="http://schemas.microsoft.com/office/drawing/2014/main" id="{68E273DF-F167-A687-8E75-AB2D3D8D0D6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Freeform: Shape 71">
            <a:extLst>
              <a:ext uri="{FF2B5EF4-FFF2-40B4-BE49-F238E27FC236}">
                <a16:creationId xmlns:a16="http://schemas.microsoft.com/office/drawing/2014/main" id="{4C17186E-BF75-C67A-FD10-036D1CFD909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5" name="Freeform: Shape 75">
            <a:extLst>
              <a:ext uri="{FF2B5EF4-FFF2-40B4-BE49-F238E27FC236}">
                <a16:creationId xmlns:a16="http://schemas.microsoft.com/office/drawing/2014/main" id="{A9E745E6-F0CC-A031-05EE-3F507D15557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3710491352"/>
      </p:ext>
    </p:extLst>
  </p:cSld>
  <p:clrMapOvr>
    <a:masterClrMapping/>
  </p:clrMapOvr>
  <p:transition spd="med">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EBCEFD7-BA51-6637-F2D4-5716A562C9FF}"/>
              </a:ext>
            </a:extLst>
          </p:cNvPr>
          <p:cNvSpPr>
            <a:spLocks noGrp="1"/>
          </p:cNvSpPr>
          <p:nvPr>
            <p:ph type="title"/>
          </p:nvPr>
        </p:nvSpPr>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6" name="Content Placeholder 5">
            <a:extLst>
              <a:ext uri="{FF2B5EF4-FFF2-40B4-BE49-F238E27FC236}">
                <a16:creationId xmlns:a16="http://schemas.microsoft.com/office/drawing/2014/main" id="{9C996F50-611B-8BC8-C704-406207F14F2F}"/>
              </a:ext>
            </a:extLst>
          </p:cNvPr>
          <p:cNvSpPr>
            <a:spLocks noGrp="1"/>
          </p:cNvSpPr>
          <p:nvPr>
            <p:ph idx="1"/>
          </p:nvPr>
        </p:nvSpPr>
        <p:spPr/>
        <p:txBody>
          <a:bodyPr>
            <a:normAutofit/>
          </a:bodyPr>
          <a:lstStyle/>
          <a:p>
            <a:pPr>
              <a:buNone/>
            </a:pPr>
            <a:r>
              <a:rPr lang="en-US" altLang="en-US" dirty="0">
                <a:solidFill>
                  <a:schemeClr val="tx2"/>
                </a:solidFill>
                <a:latin typeface="Times New Roman" panose="02020603050405020304" pitchFamily="18" charset="0"/>
                <a:cs typeface="Times New Roman" panose="02020603050405020304" pitchFamily="18" charset="0"/>
              </a:rPr>
              <a:t>(Directions 19-22) </a:t>
            </a:r>
            <a:r>
              <a:rPr lang="en-IN" dirty="0">
                <a:latin typeface="Times New Roman" panose="02020603050405020304" pitchFamily="18" charset="0"/>
                <a:ea typeface="Times New Roman" panose="02020603050405020304" pitchFamily="18" charset="0"/>
              </a:rPr>
              <a:t>Study the following information carefully and answer the questions given below.									</a:t>
            </a:r>
            <a:r>
              <a:rPr lang="en-IN" dirty="0">
                <a:solidFill>
                  <a:srgbClr val="00B050"/>
                </a:solidFill>
                <a:latin typeface="Times New Roman" panose="02020603050405020304" pitchFamily="18" charset="0"/>
                <a:cs typeface="Times New Roman" panose="02020603050405020304" pitchFamily="18" charset="0"/>
              </a:rPr>
              <a:t>[TCS]</a:t>
            </a:r>
            <a:endParaRPr lang="en-IN" dirty="0">
              <a:latin typeface="Times New Roman" panose="02020603050405020304" pitchFamily="18" charset="0"/>
              <a:ea typeface="Times New Roman" panose="02020603050405020304" pitchFamily="18" charset="0"/>
            </a:endParaRPr>
          </a:p>
          <a:p>
            <a:pPr>
              <a:buNone/>
            </a:pPr>
            <a:r>
              <a:rPr lang="en-IN" dirty="0">
                <a:latin typeface="Times New Roman" panose="02020603050405020304" pitchFamily="18" charset="0"/>
                <a:ea typeface="Times New Roman" panose="02020603050405020304" pitchFamily="18" charset="0"/>
              </a:rPr>
              <a:t>    Ten persons are sitting in two parallel rows containing five persons each, in such a way that there is an equal distance between adjacent persons. In row-1 A,B, C, D and E are seated (but not necessarily in the same order) and all of them are facing North. In row-2 P, Q, R, S and T are seated (but not necessarily in the same order) and all of them are facing South. Therefore, in the given seating arrangement each member seated in a row faces another member of the other row.</a:t>
            </a:r>
          </a:p>
          <a:p>
            <a:pPr>
              <a:buNone/>
            </a:pPr>
            <a:r>
              <a:rPr lang="en-IN" dirty="0">
                <a:latin typeface="Times New Roman" panose="02020603050405020304" pitchFamily="18" charset="0"/>
                <a:ea typeface="Times New Roman" panose="02020603050405020304" pitchFamily="18" charset="0"/>
              </a:rPr>
              <a:t>    C sits third to the right of B. The one who faces C is an immediate neighbour of T. Only two persons sit between T and R. P and Q are immediate neighbours. Q does not sit immediate to R. R faces A. The one who faces T is second to the right of E.</a:t>
            </a:r>
          </a:p>
          <a:p>
            <a:pPr marL="0" indent="0">
              <a:buNone/>
            </a:pPr>
            <a:r>
              <a:rPr lang="en-IN" dirty="0">
                <a:latin typeface="Times New Roman" panose="02020603050405020304" pitchFamily="18" charset="0"/>
                <a:cs typeface="Times New Roman" panose="02020603050405020304" pitchFamily="18" charset="0"/>
              </a:rPr>
              <a:t>19.Who among the following faces P?</a:t>
            </a:r>
          </a:p>
          <a:p>
            <a:pPr marL="0" indent="0">
              <a:buNone/>
            </a:pPr>
            <a:r>
              <a:rPr lang="en-IN" dirty="0">
                <a:latin typeface="Times New Roman" panose="02020603050405020304" pitchFamily="18" charset="0"/>
                <a:cs typeface="Times New Roman" panose="02020603050405020304" pitchFamily="18" charset="0"/>
              </a:rPr>
              <a:t>a) B   b) E   c) D   d) A   e) C</a:t>
            </a:r>
          </a:p>
          <a:p>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ea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775BA105-57C0-1374-4579-3237890EE5B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8" name="Picture 2" descr="KL Deemed to be University Logo">
            <a:extLst>
              <a:ext uri="{FF2B5EF4-FFF2-40B4-BE49-F238E27FC236}">
                <a16:creationId xmlns:a16="http://schemas.microsoft.com/office/drawing/2014/main" id="{A65E9635-41F7-F09B-02D4-76ADC92FEF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Shape 71">
            <a:extLst>
              <a:ext uri="{FF2B5EF4-FFF2-40B4-BE49-F238E27FC236}">
                <a16:creationId xmlns:a16="http://schemas.microsoft.com/office/drawing/2014/main" id="{D7E289B2-D2DE-93B5-008D-6BB03AD2E13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Freeform: Shape 75">
            <a:extLst>
              <a:ext uri="{FF2B5EF4-FFF2-40B4-BE49-F238E27FC236}">
                <a16:creationId xmlns:a16="http://schemas.microsoft.com/office/drawing/2014/main" id="{E3A4CDCF-27BE-BA3E-6A38-1CBA6B29976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205702105"/>
      </p:ext>
    </p:extLst>
  </p:cSld>
  <p:clrMapOvr>
    <a:masterClrMapping/>
  </p:clrMapOvr>
  <p:transition spd="med">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CA84BF0-A271-91EA-37D1-4CE8903810FC}"/>
              </a:ext>
            </a:extLst>
          </p:cNvPr>
          <p:cNvSpPr>
            <a:spLocks noGrp="1"/>
          </p:cNvSpPr>
          <p:nvPr>
            <p:ph type="title"/>
          </p:nvPr>
        </p:nvSpPr>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6" name="Content Placeholder 5">
            <a:extLst>
              <a:ext uri="{FF2B5EF4-FFF2-40B4-BE49-F238E27FC236}">
                <a16:creationId xmlns:a16="http://schemas.microsoft.com/office/drawing/2014/main" id="{00966F17-E965-6A3E-E5C4-979DD3DCEB58}"/>
              </a:ext>
            </a:extLst>
          </p:cNvPr>
          <p:cNvSpPr>
            <a:spLocks noGrp="1"/>
          </p:cNvSpPr>
          <p:nvPr>
            <p:ph idx="1"/>
          </p:nvPr>
        </p:nvSpPr>
        <p:spPr>
          <a:xfrm>
            <a:off x="1104900" y="1576873"/>
            <a:ext cx="9982200" cy="4595327"/>
          </a:xfrm>
        </p:spPr>
        <p:txBody>
          <a:bodyPr>
            <a:normAutofit lnSpcReduction="10000"/>
          </a:bodyPr>
          <a:lstStyle/>
          <a:p>
            <a:pPr>
              <a:buNone/>
            </a:pPr>
            <a:r>
              <a:rPr lang="en-US" altLang="en-US" dirty="0">
                <a:solidFill>
                  <a:schemeClr val="tx2"/>
                </a:solidFill>
                <a:latin typeface="Times New Roman" panose="02020603050405020304" pitchFamily="18" charset="0"/>
                <a:cs typeface="Times New Roman" panose="02020603050405020304" pitchFamily="18" charset="0"/>
              </a:rPr>
              <a:t>(Directions 19-22) </a:t>
            </a:r>
            <a:r>
              <a:rPr lang="en-IN" dirty="0">
                <a:latin typeface="Times New Roman" panose="02020603050405020304" pitchFamily="18" charset="0"/>
                <a:ea typeface="Times New Roman" panose="02020603050405020304" pitchFamily="18" charset="0"/>
              </a:rPr>
              <a:t>Study the following information carefully and answer the questions given below.							</a:t>
            </a:r>
          </a:p>
          <a:p>
            <a:pPr>
              <a:buNone/>
            </a:pPr>
            <a:r>
              <a:rPr lang="en-IN" dirty="0">
                <a:latin typeface="Times New Roman" panose="02020603050405020304" pitchFamily="18" charset="0"/>
                <a:ea typeface="Times New Roman" panose="02020603050405020304" pitchFamily="18" charset="0"/>
              </a:rPr>
              <a:t>    Ten persons are sitting in two parallel rows containing five persons each, in such a way that there is an equal distance between adjacent persons. In row-1 A,B, C, D and E are seated (but not necessarily in the same order) and all of them are facing North. In row-2 P, Q, R, S and T are seated (but not necessarily in the same order) and all of them are facing South. Therefore, in the given seating arrangement each member seated in a row faces another member of the other row.</a:t>
            </a:r>
          </a:p>
          <a:p>
            <a:pPr>
              <a:buNone/>
            </a:pPr>
            <a:r>
              <a:rPr lang="en-IN" dirty="0">
                <a:latin typeface="Times New Roman" panose="02020603050405020304" pitchFamily="18" charset="0"/>
                <a:ea typeface="Times New Roman" panose="02020603050405020304" pitchFamily="18" charset="0"/>
              </a:rPr>
              <a:t>    C sits third to the right of B. The one who faces C is an immediate neighbour of T. Only two persons sit between T and R. P and Q are immediate neighbours. Q does not sit immediate to R. R faces A. The one who faces T is second to the right of E.</a:t>
            </a:r>
            <a:r>
              <a:rPr lang="en-IN" dirty="0">
                <a:latin typeface="Times New Roman" panose="02020603050405020304" pitchFamily="18" charset="0"/>
                <a:cs typeface="Times New Roman" panose="02020603050405020304" pitchFamily="18" charset="0"/>
              </a:rPr>
              <a:t> </a:t>
            </a:r>
          </a:p>
          <a:p>
            <a:pPr marL="0" indent="0">
              <a:buNone/>
            </a:pPr>
            <a:r>
              <a:rPr lang="en-IN" dirty="0">
                <a:latin typeface="Times New Roman" panose="02020603050405020304" pitchFamily="18" charset="0"/>
                <a:cs typeface="Times New Roman" panose="02020603050405020304" pitchFamily="18" charset="0"/>
              </a:rPr>
              <a:t>    20.Which of the following group of persons represents the people sitting at extreme ends of the both rows?</a:t>
            </a:r>
          </a:p>
          <a:p>
            <a:pPr marL="0" indent="0">
              <a:buNone/>
            </a:pPr>
            <a:r>
              <a:rPr lang="en-IN" dirty="0">
                <a:latin typeface="Times New Roman" panose="02020603050405020304" pitchFamily="18" charset="0"/>
                <a:cs typeface="Times New Roman" panose="02020603050405020304" pitchFamily="18" charset="0"/>
              </a:rPr>
              <a:t>a)B,D,T,R 	b)A,T,R,B 	c)R,T,E,C 	d)S,T,B,D 	e)E,B,Q,S</a:t>
            </a:r>
          </a:p>
          <a:p>
            <a:pPr marL="0" indent="0">
              <a:buNone/>
            </a:pPr>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ea typeface="Times New Roman" panose="02020603050405020304" pitchFamily="18" charset="0"/>
            </a:endParaRPr>
          </a:p>
          <a:p>
            <a:endParaRPr lang="en-IN" dirty="0"/>
          </a:p>
        </p:txBody>
      </p:sp>
      <p:sp>
        <p:nvSpPr>
          <p:cNvPr id="4" name="Footer Placeholder 3">
            <a:extLst>
              <a:ext uri="{FF2B5EF4-FFF2-40B4-BE49-F238E27FC236}">
                <a16:creationId xmlns:a16="http://schemas.microsoft.com/office/drawing/2014/main" id="{CC1DDA27-8F2F-48AB-5150-55AD0B48B152}"/>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8" name="Picture 2" descr="KL Deemed to be University Logo">
            <a:extLst>
              <a:ext uri="{FF2B5EF4-FFF2-40B4-BE49-F238E27FC236}">
                <a16:creationId xmlns:a16="http://schemas.microsoft.com/office/drawing/2014/main" id="{05F19C78-69C5-E267-5A37-009558274A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Shape 71">
            <a:extLst>
              <a:ext uri="{FF2B5EF4-FFF2-40B4-BE49-F238E27FC236}">
                <a16:creationId xmlns:a16="http://schemas.microsoft.com/office/drawing/2014/main" id="{6C95CEB9-FAAE-E14D-DBC7-067F89BE4F05}"/>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Freeform: Shape 75">
            <a:extLst>
              <a:ext uri="{FF2B5EF4-FFF2-40B4-BE49-F238E27FC236}">
                <a16:creationId xmlns:a16="http://schemas.microsoft.com/office/drawing/2014/main" id="{32044501-0A88-E07F-69CA-76D2002AE5C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1793743939"/>
      </p:ext>
    </p:extLst>
  </p:cSld>
  <p:clrMapOvr>
    <a:masterClrMapping/>
  </p:clrMapOvr>
  <p:transition spd="med">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D261B0F-6794-AFC0-DBD8-3385ACFB832F}"/>
              </a:ext>
            </a:extLst>
          </p:cNvPr>
          <p:cNvSpPr>
            <a:spLocks noGrp="1"/>
          </p:cNvSpPr>
          <p:nvPr>
            <p:ph type="title"/>
          </p:nvPr>
        </p:nvSpPr>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6" name="Content Placeholder 5">
            <a:extLst>
              <a:ext uri="{FF2B5EF4-FFF2-40B4-BE49-F238E27FC236}">
                <a16:creationId xmlns:a16="http://schemas.microsoft.com/office/drawing/2014/main" id="{8363B711-4EE8-C57B-FA45-A8B3EFF2E5C2}"/>
              </a:ext>
            </a:extLst>
          </p:cNvPr>
          <p:cNvSpPr>
            <a:spLocks noGrp="1"/>
          </p:cNvSpPr>
          <p:nvPr>
            <p:ph idx="1"/>
          </p:nvPr>
        </p:nvSpPr>
        <p:spPr>
          <a:xfrm>
            <a:off x="1244859" y="1445046"/>
            <a:ext cx="9980613" cy="4688633"/>
          </a:xfrm>
        </p:spPr>
        <p:txBody>
          <a:bodyPr>
            <a:normAutofit lnSpcReduction="10000"/>
          </a:bodyPr>
          <a:lstStyle/>
          <a:p>
            <a:pPr>
              <a:buNone/>
            </a:pPr>
            <a:r>
              <a:rPr lang="en-US" altLang="en-US" dirty="0">
                <a:solidFill>
                  <a:schemeClr val="tx2"/>
                </a:solidFill>
                <a:latin typeface="Times New Roman" panose="02020603050405020304" pitchFamily="18" charset="0"/>
                <a:cs typeface="Times New Roman" panose="02020603050405020304" pitchFamily="18" charset="0"/>
              </a:rPr>
              <a:t>(Directions 19-22) </a:t>
            </a:r>
            <a:r>
              <a:rPr lang="en-IN" dirty="0">
                <a:latin typeface="Times New Roman" panose="02020603050405020304" pitchFamily="18" charset="0"/>
                <a:ea typeface="Times New Roman" panose="02020603050405020304" pitchFamily="18" charset="0"/>
              </a:rPr>
              <a:t>Study the following information carefully and answer the questions given below.</a:t>
            </a:r>
          </a:p>
          <a:p>
            <a:pPr>
              <a:buNone/>
            </a:pPr>
            <a:r>
              <a:rPr lang="en-IN" dirty="0">
                <a:latin typeface="Times New Roman" panose="02020603050405020304" pitchFamily="18" charset="0"/>
                <a:ea typeface="Times New Roman" panose="02020603050405020304" pitchFamily="18" charset="0"/>
              </a:rPr>
              <a:t>    Ten persons are sitting in two parallel rows containing five persons each, in such a way that there is an equal distance between adjacent persons. In row-1 A,B, C, D and E are seated (but not necessarily in the same order) and all of them are facing North. In row-2 P, Q, R, S and T are seated (but not necessarily in the same order) and all of them are facing South. Therefore, in the given seating arrangement each member seated in a row faces another member of the other row.</a:t>
            </a:r>
          </a:p>
          <a:p>
            <a:pPr>
              <a:buNone/>
            </a:pPr>
            <a:r>
              <a:rPr lang="en-IN" dirty="0">
                <a:latin typeface="Times New Roman" panose="02020603050405020304" pitchFamily="18" charset="0"/>
                <a:ea typeface="Times New Roman" panose="02020603050405020304" pitchFamily="18" charset="0"/>
              </a:rPr>
              <a:t>    C sits third to the right of B. The one who faces C is an immediate neighbour of T. Only two persons sit between T and R. P and Q are immediate neighbours. Q does not sit immediate to R. R faces A. The one who faces T is second to the right of E.</a:t>
            </a:r>
          </a:p>
          <a:p>
            <a:pPr marL="0" indent="0">
              <a:buNone/>
            </a:pPr>
            <a:r>
              <a:rPr lang="en-IN" dirty="0">
                <a:latin typeface="Times New Roman" panose="02020603050405020304" pitchFamily="18" charset="0"/>
                <a:cs typeface="Times New Roman" panose="02020603050405020304" pitchFamily="18" charset="0"/>
              </a:rPr>
              <a:t>21.Four of the following five are alike in a certain way based on their positions in the above arrangement and hence from a group. Find out the one that does not belong to that group?</a:t>
            </a:r>
          </a:p>
          <a:p>
            <a:pPr marL="0" indent="0">
              <a:buNone/>
            </a:pPr>
            <a:r>
              <a:rPr lang="en-IN" dirty="0">
                <a:latin typeface="Times New Roman" panose="02020603050405020304" pitchFamily="18" charset="0"/>
                <a:cs typeface="Times New Roman" panose="02020603050405020304" pitchFamily="18" charset="0"/>
              </a:rPr>
              <a:t>a) Q   b) C   c) R   d) S      e) A</a:t>
            </a:r>
          </a:p>
          <a:p>
            <a:pPr marL="0" indent="0">
              <a:buNone/>
            </a:pPr>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ea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FD9E453E-DCA6-B3E3-FB24-4E4E1A1BE345}"/>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8" name="Picture 2" descr="KL Deemed to be University Logo">
            <a:extLst>
              <a:ext uri="{FF2B5EF4-FFF2-40B4-BE49-F238E27FC236}">
                <a16:creationId xmlns:a16="http://schemas.microsoft.com/office/drawing/2014/main" id="{1B231881-6B39-2973-F5A4-BB6F4E336D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Freeform: Shape 71">
            <a:extLst>
              <a:ext uri="{FF2B5EF4-FFF2-40B4-BE49-F238E27FC236}">
                <a16:creationId xmlns:a16="http://schemas.microsoft.com/office/drawing/2014/main" id="{1EFD57E8-362E-E098-1532-AE04F7B8BC0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Freeform: Shape 75">
            <a:extLst>
              <a:ext uri="{FF2B5EF4-FFF2-40B4-BE49-F238E27FC236}">
                <a16:creationId xmlns:a16="http://schemas.microsoft.com/office/drawing/2014/main" id="{9B4C59E2-73F1-54CA-43A9-5FE2A2ACAB4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1129253778"/>
      </p:ext>
    </p:extLst>
  </p:cSld>
  <p:clrMapOvr>
    <a:masterClrMapping/>
  </p:clrMapOvr>
  <p:transition spd="med">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AD166C-A22B-9CA8-0E75-29713033AAC8}"/>
              </a:ext>
            </a:extLst>
          </p:cNvPr>
          <p:cNvSpPr>
            <a:spLocks noGrp="1"/>
          </p:cNvSpPr>
          <p:nvPr>
            <p:ph type="title"/>
          </p:nvPr>
        </p:nvSpPr>
        <p:spPr/>
        <p:txBody>
          <a:bodyPr/>
          <a:lstStyle/>
          <a:p>
            <a:r>
              <a:rPr lang="en-US" altLang="en-US" b="1" dirty="0">
                <a:solidFill>
                  <a:srgbClr val="0070C0"/>
                </a:solidFill>
                <a:latin typeface="Times New Roman" panose="02020603050405020304" pitchFamily="18" charset="0"/>
                <a:cs typeface="Times New Roman" panose="02020603050405020304" pitchFamily="18" charset="0"/>
              </a:rPr>
              <a:t>		SEATING ARRANGEMENTS</a:t>
            </a:r>
            <a:endParaRPr lang="en-IN" dirty="0"/>
          </a:p>
        </p:txBody>
      </p:sp>
      <p:sp>
        <p:nvSpPr>
          <p:cNvPr id="3" name="Content Placeholder 2">
            <a:extLst>
              <a:ext uri="{FF2B5EF4-FFF2-40B4-BE49-F238E27FC236}">
                <a16:creationId xmlns:a16="http://schemas.microsoft.com/office/drawing/2014/main" id="{D59AF0E1-6C9F-0604-F19C-D4D836D471AC}"/>
              </a:ext>
            </a:extLst>
          </p:cNvPr>
          <p:cNvSpPr>
            <a:spLocks noGrp="1"/>
          </p:cNvSpPr>
          <p:nvPr>
            <p:ph idx="1"/>
          </p:nvPr>
        </p:nvSpPr>
        <p:spPr>
          <a:xfrm>
            <a:off x="1104900" y="1600200"/>
            <a:ext cx="9980613" cy="4436706"/>
          </a:xfrm>
        </p:spPr>
        <p:txBody>
          <a:bodyPr>
            <a:normAutofit fontScale="92500"/>
          </a:bodyPr>
          <a:lstStyle/>
          <a:p>
            <a:pPr>
              <a:buNone/>
            </a:pPr>
            <a:r>
              <a:rPr lang="en-US" altLang="en-US" dirty="0">
                <a:solidFill>
                  <a:schemeClr val="tx2"/>
                </a:solidFill>
                <a:latin typeface="Times New Roman" panose="02020603050405020304" pitchFamily="18" charset="0"/>
                <a:cs typeface="Times New Roman" panose="02020603050405020304" pitchFamily="18" charset="0"/>
              </a:rPr>
              <a:t>(Directions 19-22) </a:t>
            </a:r>
            <a:r>
              <a:rPr lang="en-IN" dirty="0">
                <a:latin typeface="Times New Roman" panose="02020603050405020304" pitchFamily="18" charset="0"/>
                <a:ea typeface="Times New Roman" panose="02020603050405020304" pitchFamily="18" charset="0"/>
              </a:rPr>
              <a:t>Study the following information carefully and answer the questions given below.</a:t>
            </a:r>
          </a:p>
          <a:p>
            <a:pPr>
              <a:buNone/>
            </a:pPr>
            <a:r>
              <a:rPr lang="en-IN" dirty="0">
                <a:latin typeface="Times New Roman" panose="02020603050405020304" pitchFamily="18" charset="0"/>
                <a:ea typeface="Times New Roman" panose="02020603050405020304" pitchFamily="18" charset="0"/>
              </a:rPr>
              <a:t>    Ten persons are sitting in two parallel rows containing five persons each, in such a way that there is an equal distance between adjacent persons. In row-1 A,B, C, D and E are seated (but not necessarily in the same order) and all of them are facing North. In row-2 P, Q, R, S and T are seated (but not necessarily in the same order) and all of them are facing South. Therefore, in the given seating arrangement each member seated in a row faces another member of the other row.</a:t>
            </a:r>
          </a:p>
          <a:p>
            <a:pPr>
              <a:buNone/>
            </a:pPr>
            <a:r>
              <a:rPr lang="en-IN" dirty="0">
                <a:latin typeface="Times New Roman" panose="02020603050405020304" pitchFamily="18" charset="0"/>
                <a:ea typeface="Times New Roman" panose="02020603050405020304" pitchFamily="18" charset="0"/>
              </a:rPr>
              <a:t>    C sits third to the right of B. The one who faces C is an immediate neighbour of T. Only two persons sit between T and R. P and Q are immediate neighbours. Q does not sit immediate to R. R faces A. The one who faces T is second to the right of E.</a:t>
            </a:r>
          </a:p>
          <a:p>
            <a:pPr marL="0" indent="0">
              <a:buNone/>
            </a:pPr>
            <a:r>
              <a:rPr lang="en-IN" dirty="0">
                <a:latin typeface="Times New Roman" panose="02020603050405020304" pitchFamily="18" charset="0"/>
                <a:cs typeface="Times New Roman" panose="02020603050405020304" pitchFamily="18" charset="0"/>
              </a:rPr>
              <a:t>22.Who among the following sits second to the left of the person who faces E?</a:t>
            </a:r>
          </a:p>
          <a:p>
            <a:pPr marL="0" indent="0">
              <a:buNone/>
            </a:pPr>
            <a:r>
              <a:rPr lang="en-IN" dirty="0">
                <a:latin typeface="Times New Roman" panose="02020603050405020304" pitchFamily="18" charset="0"/>
                <a:cs typeface="Times New Roman" panose="02020603050405020304" pitchFamily="18" charset="0"/>
              </a:rPr>
              <a:t> a) S   b) T   c) Q   d) R   </a:t>
            </a:r>
          </a:p>
          <a:p>
            <a:pPr marL="0" indent="0">
              <a:buNone/>
            </a:pPr>
            <a:r>
              <a:rPr lang="en-IN" dirty="0">
                <a:latin typeface="Times New Roman" panose="02020603050405020304" pitchFamily="18" charset="0"/>
                <a:cs typeface="Times New Roman" panose="02020603050405020304" pitchFamily="18" charset="0"/>
              </a:rPr>
              <a:t> </a:t>
            </a:r>
          </a:p>
          <a:p>
            <a:pPr marL="0" indent="0">
              <a:buNone/>
            </a:pPr>
            <a:endParaRPr lang="en-IN" dirty="0">
              <a:latin typeface="Times New Roman" panose="02020603050405020304" pitchFamily="18" charset="0"/>
              <a:cs typeface="Times New Roman" panose="02020603050405020304" pitchFamily="18" charset="0"/>
            </a:endParaRPr>
          </a:p>
          <a:p>
            <a:pPr>
              <a:buNone/>
            </a:pPr>
            <a:endParaRPr lang="en-IN" dirty="0">
              <a:latin typeface="Times New Roman" panose="02020603050405020304" pitchFamily="18" charset="0"/>
              <a:ea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7F0D9413-3D54-DE7D-7BEA-3C01C1CC6E6D}"/>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8" name="Picture 2" descr="KL Deemed to be University Logo">
            <a:extLst>
              <a:ext uri="{FF2B5EF4-FFF2-40B4-BE49-F238E27FC236}">
                <a16:creationId xmlns:a16="http://schemas.microsoft.com/office/drawing/2014/main" id="{273DB2FC-593C-ADCC-DE30-E974C98C5F4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Freeform: Shape 71">
            <a:extLst>
              <a:ext uri="{FF2B5EF4-FFF2-40B4-BE49-F238E27FC236}">
                <a16:creationId xmlns:a16="http://schemas.microsoft.com/office/drawing/2014/main" id="{369DE888-E46F-A927-6FE0-5F17E7053664}"/>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79C7CB54-A0DD-5736-91FA-0062B4735BF0}"/>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1341046630"/>
      </p:ext>
    </p:extLst>
  </p:cSld>
  <p:clrMapOvr>
    <a:masterClrMapping/>
  </p:clrMapOvr>
  <p:transition spd="med">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66EC869-F1C8-966A-ED85-BA5EE9EC574A}"/>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2" name="Title 1">
            <a:extLst>
              <a:ext uri="{FF2B5EF4-FFF2-40B4-BE49-F238E27FC236}">
                <a16:creationId xmlns:a16="http://schemas.microsoft.com/office/drawing/2014/main" id="{C23A9147-CBB9-A06A-E4C8-1084743C22A7}"/>
              </a:ext>
            </a:extLst>
          </p:cNvPr>
          <p:cNvSpPr>
            <a:spLocks noGrp="1"/>
          </p:cNvSpPr>
          <p:nvPr>
            <p:ph type="title" idx="4294967295"/>
          </p:nvPr>
        </p:nvSpPr>
        <p:spPr>
          <a:xfrm>
            <a:off x="0" y="76200"/>
            <a:ext cx="9258300" cy="1339850"/>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graphicFrame>
        <p:nvGraphicFramePr>
          <p:cNvPr id="5" name="Content Placeholder 2">
            <a:extLst>
              <a:ext uri="{FF2B5EF4-FFF2-40B4-BE49-F238E27FC236}">
                <a16:creationId xmlns:a16="http://schemas.microsoft.com/office/drawing/2014/main" id="{171A74AB-CBE4-7CCF-D8F2-BD1115C0E702}"/>
              </a:ext>
            </a:extLst>
          </p:cNvPr>
          <p:cNvGraphicFramePr>
            <a:graphicFrameLocks/>
          </p:cNvGraphicFramePr>
          <p:nvPr>
            <p:extLst>
              <p:ext uri="{D42A27DB-BD31-4B8C-83A1-F6EECF244321}">
                <p14:modId xmlns:p14="http://schemas.microsoft.com/office/powerpoint/2010/main" val="2799767597"/>
              </p:ext>
            </p:extLst>
          </p:nvPr>
        </p:nvGraphicFramePr>
        <p:xfrm>
          <a:off x="1104900" y="1688840"/>
          <a:ext cx="9980613" cy="448335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Freeform: Shape 75">
            <a:extLst>
              <a:ext uri="{FF2B5EF4-FFF2-40B4-BE49-F238E27FC236}">
                <a16:creationId xmlns:a16="http://schemas.microsoft.com/office/drawing/2014/main" id="{928A75E1-FF8B-67E7-22DA-805A2EB267D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01F0BC5A-FD07-AD8A-0763-9F23F41D410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Shape 71">
            <a:extLst>
              <a:ext uri="{FF2B5EF4-FFF2-40B4-BE49-F238E27FC236}">
                <a16:creationId xmlns:a16="http://schemas.microsoft.com/office/drawing/2014/main" id="{B4D8E1A6-1253-E0F1-DE75-D1E2D09D800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extLst>
      <p:ext uri="{BB962C8B-B14F-4D97-AF65-F5344CB8AC3E}">
        <p14:creationId xmlns:p14="http://schemas.microsoft.com/office/powerpoint/2010/main" val="3260178904"/>
      </p:ext>
    </p:extLst>
  </p:cSld>
  <p:clrMapOvr>
    <a:masterClrMapping/>
  </p:clrMapOvr>
  <p:transition spd="med">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CAF611-C0EB-F828-1D5E-D5C8439E1E30}"/>
              </a:ext>
            </a:extLst>
          </p:cNvPr>
          <p:cNvSpPr>
            <a:spLocks noGrp="1"/>
          </p:cNvSpPr>
          <p:nvPr>
            <p:ph type="title"/>
          </p:nvPr>
        </p:nvSpPr>
        <p:spPr>
          <a:xfrm>
            <a:off x="1763713" y="76200"/>
            <a:ext cx="8014769"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A40B30E-1F5A-1ADA-EEDE-3044FA0058E6}"/>
              </a:ext>
            </a:extLst>
          </p:cNvPr>
          <p:cNvSpPr>
            <a:spLocks noGrp="1"/>
          </p:cNvSpPr>
          <p:nvPr>
            <p:ph sz="half" idx="1"/>
          </p:nvPr>
        </p:nvSpPr>
        <p:spPr/>
        <p:txBody>
          <a:bodyPr>
            <a:normAutofit fontScale="85000" lnSpcReduction="10000"/>
          </a:bodyPr>
          <a:lstStyle/>
          <a:p>
            <a:r>
              <a:rPr lang="en-US" dirty="0">
                <a:solidFill>
                  <a:srgbClr val="FF0000"/>
                </a:solidFill>
                <a:latin typeface="Times New Roman" panose="02020603050405020304" pitchFamily="18" charset="0"/>
                <a:cs typeface="Times New Roman" panose="02020603050405020304" pitchFamily="18" charset="0"/>
              </a:rPr>
              <a:t>Draw a diagram:</a:t>
            </a:r>
            <a:r>
              <a:rPr lang="en-US" dirty="0">
                <a:latin typeface="Times New Roman" panose="02020603050405020304" pitchFamily="18" charset="0"/>
                <a:cs typeface="Times New Roman" panose="02020603050405020304" pitchFamily="18" charset="0"/>
              </a:rPr>
              <a:t> Always sketch a circle and place people on it. A visual representation is crucial for tracking relationships and eliminating possibilities.</a:t>
            </a:r>
          </a:p>
          <a:p>
            <a:r>
              <a:rPr lang="en-US" dirty="0">
                <a:solidFill>
                  <a:srgbClr val="FF0000"/>
                </a:solidFill>
                <a:latin typeface="Times New Roman" panose="02020603050405020304" pitchFamily="18" charset="0"/>
                <a:cs typeface="Times New Roman" panose="02020603050405020304" pitchFamily="18" charset="0"/>
              </a:rPr>
              <a:t>Establish facing direction:</a:t>
            </a:r>
            <a:r>
              <a:rPr lang="en-US" dirty="0">
                <a:latin typeface="Times New Roman" panose="02020603050405020304" pitchFamily="18" charset="0"/>
                <a:cs typeface="Times New Roman" panose="02020603050405020304" pitchFamily="18" charset="0"/>
              </a:rPr>
              <a:t> People typically face the center of the circle unless stated otherwise. Carefully note when they are facing inward or outward, as this determines left and right.</a:t>
            </a:r>
          </a:p>
          <a:p>
            <a:r>
              <a:rPr lang="en-US" dirty="0">
                <a:solidFill>
                  <a:srgbClr val="FF0000"/>
                </a:solidFill>
                <a:latin typeface="Times New Roman" panose="02020603050405020304" pitchFamily="18" charset="0"/>
                <a:cs typeface="Times New Roman" panose="02020603050405020304" pitchFamily="18" charset="0"/>
              </a:rPr>
              <a:t>LEFT and IMMEDIATE LEFT </a:t>
            </a:r>
            <a:r>
              <a:rPr lang="en-US" dirty="0">
                <a:latin typeface="Times New Roman" panose="02020603050405020304" pitchFamily="18" charset="0"/>
                <a:cs typeface="Times New Roman" panose="02020603050405020304" pitchFamily="18" charset="0"/>
              </a:rPr>
              <a:t>are </a:t>
            </a:r>
            <a:r>
              <a:rPr lang="en-US" sz="2400" dirty="0">
                <a:solidFill>
                  <a:srgbClr val="FF0000"/>
                </a:solidFill>
                <a:latin typeface="Times New Roman" panose="02020603050405020304" pitchFamily="18" charset="0"/>
                <a:cs typeface="Times New Roman" panose="02020603050405020304" pitchFamily="18" charset="0"/>
              </a:rPr>
              <a:t>same sense </a:t>
            </a:r>
            <a:r>
              <a:rPr lang="en-US" dirty="0">
                <a:latin typeface="Times New Roman" panose="02020603050405020304" pitchFamily="18" charset="0"/>
                <a:cs typeface="Times New Roman" panose="02020603050405020304" pitchFamily="18" charset="0"/>
              </a:rPr>
              <a:t>as The person or item is an </a:t>
            </a:r>
            <a:r>
              <a:rPr lang="en-US" dirty="0">
                <a:solidFill>
                  <a:srgbClr val="FF0000"/>
                </a:solidFill>
                <a:latin typeface="Times New Roman" panose="02020603050405020304" pitchFamily="18" charset="0"/>
                <a:cs typeface="Times New Roman" panose="02020603050405020304" pitchFamily="18" charset="0"/>
              </a:rPr>
              <a:t>adjacent neighbor </a:t>
            </a:r>
            <a:r>
              <a:rPr lang="en-US" dirty="0">
                <a:latin typeface="Times New Roman" panose="02020603050405020304" pitchFamily="18" charset="0"/>
                <a:cs typeface="Times New Roman" panose="02020603050405020304" pitchFamily="18" charset="0"/>
              </a:rPr>
              <a:t>on the left side of the reference person..</a:t>
            </a:r>
          </a:p>
          <a:p>
            <a:r>
              <a:rPr lang="en-US" dirty="0">
                <a:solidFill>
                  <a:srgbClr val="FF0000"/>
                </a:solidFill>
                <a:latin typeface="Times New Roman" panose="02020603050405020304" pitchFamily="18" charset="0"/>
                <a:cs typeface="Times New Roman" panose="02020603050405020304" pitchFamily="18" charset="0"/>
              </a:rPr>
              <a:t>RIGHT and IMMEDIATE RIGHT </a:t>
            </a:r>
            <a:r>
              <a:rPr lang="en-US" dirty="0">
                <a:latin typeface="Times New Roman" panose="02020603050405020304" pitchFamily="18" charset="0"/>
                <a:cs typeface="Times New Roman" panose="02020603050405020304" pitchFamily="18" charset="0"/>
              </a:rPr>
              <a:t>are </a:t>
            </a:r>
            <a:r>
              <a:rPr lang="en-US" dirty="0">
                <a:solidFill>
                  <a:srgbClr val="FF0000"/>
                </a:solidFill>
                <a:latin typeface="Times New Roman" panose="02020603050405020304" pitchFamily="18" charset="0"/>
                <a:cs typeface="Times New Roman" panose="02020603050405020304" pitchFamily="18" charset="0"/>
              </a:rPr>
              <a:t>same sense </a:t>
            </a:r>
            <a:r>
              <a:rPr lang="en-US" dirty="0">
                <a:latin typeface="Times New Roman" panose="02020603050405020304" pitchFamily="18" charset="0"/>
                <a:cs typeface="Times New Roman" panose="02020603050405020304" pitchFamily="18" charset="0"/>
              </a:rPr>
              <a:t>as The person or item is an </a:t>
            </a:r>
            <a:r>
              <a:rPr lang="en-US" dirty="0">
                <a:solidFill>
                  <a:srgbClr val="FF0000"/>
                </a:solidFill>
                <a:latin typeface="Times New Roman" panose="02020603050405020304" pitchFamily="18" charset="0"/>
                <a:cs typeface="Times New Roman" panose="02020603050405020304" pitchFamily="18" charset="0"/>
              </a:rPr>
              <a:t>adjacent neighbor </a:t>
            </a:r>
            <a:r>
              <a:rPr lang="en-US" dirty="0">
                <a:latin typeface="Times New Roman" panose="02020603050405020304" pitchFamily="18" charset="0"/>
                <a:cs typeface="Times New Roman" panose="02020603050405020304" pitchFamily="18" charset="0"/>
              </a:rPr>
              <a:t>on the right side of the reference person..</a:t>
            </a:r>
          </a:p>
          <a:p>
            <a:r>
              <a:rPr lang="en-US" dirty="0">
                <a:solidFill>
                  <a:srgbClr val="FF0000"/>
                </a:solidFill>
                <a:latin typeface="Times New Roman" panose="02020603050405020304" pitchFamily="18" charset="0"/>
                <a:cs typeface="Times New Roman" panose="02020603050405020304" pitchFamily="18" charset="0"/>
              </a:rPr>
              <a:t>Identify opposites</a:t>
            </a:r>
            <a:r>
              <a:rPr lang="en-US" dirty="0">
                <a:latin typeface="Times New Roman" panose="02020603050405020304" pitchFamily="18" charset="0"/>
                <a:cs typeface="Times New Roman" panose="02020603050405020304" pitchFamily="18" charset="0"/>
              </a:rPr>
              <a:t>: In a circular arrangement with an even number of people, if two people are sitting opposite each other, they are on the farthest ends relative to each other. </a:t>
            </a:r>
          </a:p>
          <a:p>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3B36DF2D-7061-2150-AC0A-090E20E2BB6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863515F8-6C0B-1930-BDD1-2459C1C3ABB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50CFAFA6-2430-44EE-F638-695DAC9349E9}"/>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3BF61AC5-99B5-E521-B82F-D28402AE87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8" name="Picture 4" descr="Linear and Circular Arrangement - General Aptitude for GATE - Mechanical  Engineering PDF Download">
            <a:extLst>
              <a:ext uri="{FF2B5EF4-FFF2-40B4-BE49-F238E27FC236}">
                <a16:creationId xmlns:a16="http://schemas.microsoft.com/office/drawing/2014/main" id="{CF9FCF4A-3AE0-CFCA-416D-5230F1ED6ADF}"/>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6329266" y="1558925"/>
            <a:ext cx="4913311" cy="457199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8963508"/>
      </p:ext>
    </p:extLst>
  </p:cSld>
  <p:clrMapOvr>
    <a:masterClrMapping/>
  </p:clrMapOvr>
  <p:transition spd="med">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41036A0E-1660-08BF-E4DA-3395A5BE6601}"/>
              </a:ext>
            </a:extLst>
          </p:cNvPr>
          <p:cNvSpPr>
            <a:spLocks noGrp="1"/>
          </p:cNvSpPr>
          <p:nvPr>
            <p:ph type="title"/>
          </p:nvPr>
        </p:nvSpPr>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7" name="Content Placeholder 6">
            <a:extLst>
              <a:ext uri="{FF2B5EF4-FFF2-40B4-BE49-F238E27FC236}">
                <a16:creationId xmlns:a16="http://schemas.microsoft.com/office/drawing/2014/main" id="{1BF1434C-664A-01FD-2D9C-B84B131DE12D}"/>
              </a:ext>
            </a:extLst>
          </p:cNvPr>
          <p:cNvSpPr>
            <a:spLocks noGrp="1"/>
          </p:cNvSpPr>
          <p:nvPr>
            <p:ph idx="1"/>
          </p:nvPr>
        </p:nvSpPr>
        <p:spPr>
          <a:xfrm>
            <a:off x="1104900" y="2083324"/>
            <a:ext cx="9982200" cy="4176074"/>
          </a:xfrm>
        </p:spPr>
        <p:txBody>
          <a:bodyPr/>
          <a:lstStyle/>
          <a:p>
            <a:r>
              <a:rPr lang="en-US" b="1" dirty="0">
                <a:solidFill>
                  <a:srgbClr val="FF0000"/>
                </a:solidFill>
                <a:latin typeface="Times New Roman" panose="02020603050405020304" pitchFamily="18" charset="0"/>
                <a:cs typeface="Times New Roman" panose="02020603050405020304" pitchFamily="18" charset="0"/>
              </a:rPr>
              <a:t>LEFT and IMMEDIATE LEFT </a:t>
            </a:r>
            <a:r>
              <a:rPr lang="en-US" b="1" dirty="0">
                <a:latin typeface="Times New Roman" panose="02020603050405020304" pitchFamily="18" charset="0"/>
                <a:cs typeface="Times New Roman" panose="02020603050405020304" pitchFamily="18" charset="0"/>
              </a:rPr>
              <a:t>both are </a:t>
            </a:r>
            <a:r>
              <a:rPr lang="en-US" sz="4400" b="1" dirty="0">
                <a:solidFill>
                  <a:srgbClr val="FF0000"/>
                </a:solidFill>
                <a:latin typeface="Times New Roman" panose="02020603050405020304" pitchFamily="18" charset="0"/>
                <a:cs typeface="Times New Roman" panose="02020603050405020304" pitchFamily="18" charset="0"/>
              </a:rPr>
              <a:t>same</a:t>
            </a:r>
            <a:r>
              <a:rPr lang="en-US" sz="2400" b="1" dirty="0">
                <a:solidFill>
                  <a:srgbClr val="FF0000"/>
                </a:solidFill>
                <a:latin typeface="Times New Roman" panose="02020603050405020304" pitchFamily="18" charset="0"/>
                <a:cs typeface="Times New Roman" panose="02020603050405020304" pitchFamily="18" charset="0"/>
              </a:rPr>
              <a:t> sense </a:t>
            </a:r>
            <a:r>
              <a:rPr lang="en-US" b="1" dirty="0">
                <a:latin typeface="Times New Roman" panose="02020603050405020304" pitchFamily="18" charset="0"/>
                <a:cs typeface="Times New Roman" panose="02020603050405020304" pitchFamily="18" charset="0"/>
              </a:rPr>
              <a:t>as The person or item is an </a:t>
            </a:r>
            <a:r>
              <a:rPr lang="en-US" b="1" dirty="0">
                <a:solidFill>
                  <a:srgbClr val="FF0000"/>
                </a:solidFill>
                <a:latin typeface="Times New Roman" panose="02020603050405020304" pitchFamily="18" charset="0"/>
                <a:cs typeface="Times New Roman" panose="02020603050405020304" pitchFamily="18" charset="0"/>
              </a:rPr>
              <a:t>adjacent neighbor </a:t>
            </a:r>
            <a:r>
              <a:rPr lang="en-US" b="1" dirty="0">
                <a:latin typeface="Times New Roman" panose="02020603050405020304" pitchFamily="18" charset="0"/>
                <a:cs typeface="Times New Roman" panose="02020603050405020304" pitchFamily="18" charset="0"/>
              </a:rPr>
              <a:t>on the left side of the reference person.</a:t>
            </a:r>
          </a:p>
          <a:p>
            <a:pPr marL="457200" lvl="1" indent="0" algn="ctr">
              <a:buNone/>
            </a:pPr>
            <a:r>
              <a:rPr lang="en-US" sz="4800" b="1" dirty="0">
                <a:latin typeface="Times New Roman" panose="02020603050405020304" pitchFamily="18" charset="0"/>
                <a:cs typeface="Times New Roman" panose="02020603050405020304" pitchFamily="18" charset="0"/>
              </a:rPr>
              <a:t>LEFT=IMMEDIATE LEFT</a:t>
            </a:r>
          </a:p>
          <a:p>
            <a:r>
              <a:rPr lang="en-US" b="1" dirty="0">
                <a:solidFill>
                  <a:srgbClr val="FF0000"/>
                </a:solidFill>
                <a:latin typeface="Times New Roman" panose="02020603050405020304" pitchFamily="18" charset="0"/>
                <a:cs typeface="Times New Roman" panose="02020603050405020304" pitchFamily="18" charset="0"/>
              </a:rPr>
              <a:t>RIGHT and IMMEDIATE RIGHT </a:t>
            </a:r>
            <a:r>
              <a:rPr lang="en-US" b="1" dirty="0">
                <a:latin typeface="Times New Roman" panose="02020603050405020304" pitchFamily="18" charset="0"/>
                <a:cs typeface="Times New Roman" panose="02020603050405020304" pitchFamily="18" charset="0"/>
              </a:rPr>
              <a:t>both are </a:t>
            </a:r>
            <a:r>
              <a:rPr lang="en-US" sz="4400" b="1" dirty="0">
                <a:solidFill>
                  <a:srgbClr val="FF0000"/>
                </a:solidFill>
                <a:latin typeface="Times New Roman" panose="02020603050405020304" pitchFamily="18" charset="0"/>
                <a:cs typeface="Times New Roman" panose="02020603050405020304" pitchFamily="18" charset="0"/>
              </a:rPr>
              <a:t>same</a:t>
            </a:r>
            <a:r>
              <a:rPr lang="en-US" b="1" dirty="0">
                <a:solidFill>
                  <a:srgbClr val="FF0000"/>
                </a:solidFill>
                <a:latin typeface="Times New Roman" panose="02020603050405020304" pitchFamily="18" charset="0"/>
                <a:cs typeface="Times New Roman" panose="02020603050405020304" pitchFamily="18" charset="0"/>
              </a:rPr>
              <a:t> sense </a:t>
            </a:r>
            <a:r>
              <a:rPr lang="en-US" b="1" dirty="0">
                <a:latin typeface="Times New Roman" panose="02020603050405020304" pitchFamily="18" charset="0"/>
                <a:cs typeface="Times New Roman" panose="02020603050405020304" pitchFamily="18" charset="0"/>
              </a:rPr>
              <a:t>as The person or item is an </a:t>
            </a:r>
            <a:r>
              <a:rPr lang="en-US" b="1" dirty="0">
                <a:solidFill>
                  <a:srgbClr val="FF0000"/>
                </a:solidFill>
                <a:latin typeface="Times New Roman" panose="02020603050405020304" pitchFamily="18" charset="0"/>
                <a:cs typeface="Times New Roman" panose="02020603050405020304" pitchFamily="18" charset="0"/>
              </a:rPr>
              <a:t>adjacent neighbor </a:t>
            </a:r>
            <a:r>
              <a:rPr lang="en-US" b="1" dirty="0">
                <a:latin typeface="Times New Roman" panose="02020603050405020304" pitchFamily="18" charset="0"/>
                <a:cs typeface="Times New Roman" panose="02020603050405020304" pitchFamily="18" charset="0"/>
              </a:rPr>
              <a:t>on the right side of the reference person.</a:t>
            </a:r>
          </a:p>
          <a:p>
            <a:pPr marL="457200" lvl="1" indent="0">
              <a:buNone/>
            </a:pPr>
            <a:r>
              <a:rPr lang="en-US" sz="4800" b="1" dirty="0">
                <a:latin typeface="Times New Roman" panose="02020603050405020304" pitchFamily="18" charset="0"/>
                <a:cs typeface="Times New Roman" panose="02020603050405020304" pitchFamily="18" charset="0"/>
              </a:rPr>
              <a:t>	RIGHT= IMMEDIATE RIGHT</a:t>
            </a:r>
          </a:p>
          <a:p>
            <a:pPr marL="0" indent="0">
              <a:buNone/>
            </a:pPr>
            <a:endParaRPr lang="en-IN" dirty="0"/>
          </a:p>
        </p:txBody>
      </p:sp>
      <p:sp>
        <p:nvSpPr>
          <p:cNvPr id="5" name="Footer Placeholder 4">
            <a:extLst>
              <a:ext uri="{FF2B5EF4-FFF2-40B4-BE49-F238E27FC236}">
                <a16:creationId xmlns:a16="http://schemas.microsoft.com/office/drawing/2014/main" id="{3FC09E83-F794-8157-1991-09D2E3F99006}"/>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8" name="Freeform: Shape 71">
            <a:extLst>
              <a:ext uri="{FF2B5EF4-FFF2-40B4-BE49-F238E27FC236}">
                <a16:creationId xmlns:a16="http://schemas.microsoft.com/office/drawing/2014/main" id="{D2B824FA-56EA-83DE-E94F-17C12C0CD1AE}"/>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9" name="Freeform: Shape 75">
            <a:extLst>
              <a:ext uri="{FF2B5EF4-FFF2-40B4-BE49-F238E27FC236}">
                <a16:creationId xmlns:a16="http://schemas.microsoft.com/office/drawing/2014/main" id="{4FDCB52E-A708-597D-9D96-1A79C247D31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2" name="Picture 2" descr="KL Deemed to be University Logo">
            <a:extLst>
              <a:ext uri="{FF2B5EF4-FFF2-40B4-BE49-F238E27FC236}">
                <a16:creationId xmlns:a16="http://schemas.microsoft.com/office/drawing/2014/main" id="{C5BFA357-D725-E43F-0767-C2188887AF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90204658"/>
      </p:ext>
    </p:extLst>
  </p:cSld>
  <p:clrMapOvr>
    <a:masterClrMapping/>
  </p:clrMapOvr>
  <p:transition spd="med">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183D8-7616-C05E-6335-FEFEAE395BF8}"/>
              </a:ext>
            </a:extLst>
          </p:cNvPr>
          <p:cNvSpPr>
            <a:spLocks noGrp="1"/>
          </p:cNvSpPr>
          <p:nvPr>
            <p:ph type="title"/>
          </p:nvPr>
        </p:nvSpPr>
        <p:spPr>
          <a:xfrm>
            <a:off x="1763713" y="76200"/>
            <a:ext cx="9321800"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endParaRPr lang="en-IN" dirty="0"/>
          </a:p>
        </p:txBody>
      </p:sp>
      <p:sp>
        <p:nvSpPr>
          <p:cNvPr id="4" name="Content Placeholder 3">
            <a:extLst>
              <a:ext uri="{FF2B5EF4-FFF2-40B4-BE49-F238E27FC236}">
                <a16:creationId xmlns:a16="http://schemas.microsoft.com/office/drawing/2014/main" id="{AD52FEDD-A88C-7F89-529F-E88F5556D796}"/>
              </a:ext>
            </a:extLst>
          </p:cNvPr>
          <p:cNvSpPr>
            <a:spLocks noGrp="1"/>
          </p:cNvSpPr>
          <p:nvPr>
            <p:ph sz="half" idx="2"/>
          </p:nvPr>
        </p:nvSpPr>
        <p:spPr>
          <a:xfrm>
            <a:off x="6096000" y="1692275"/>
            <a:ext cx="4991100" cy="4479924"/>
          </a:xfrm>
        </p:spPr>
        <p:txBody>
          <a:bodyPr/>
          <a:lstStyle/>
          <a:p>
            <a:pPr marL="0" indent="0">
              <a:buNone/>
            </a:pPr>
            <a:r>
              <a:rPr lang="en-US" sz="3200" b="1" dirty="0">
                <a:solidFill>
                  <a:srgbClr val="FF0000"/>
                </a:solidFill>
                <a:latin typeface="Times New Roman" panose="02020603050405020304" pitchFamily="18" charset="0"/>
                <a:cs typeface="Times New Roman" panose="02020603050405020304" pitchFamily="18" charset="0"/>
              </a:rPr>
              <a:t>Facing inward: </a:t>
            </a:r>
          </a:p>
          <a:p>
            <a:pPr marL="0" indent="0">
              <a:buNone/>
            </a:pPr>
            <a:r>
              <a:rPr lang="en-US" sz="3200" b="1" dirty="0">
                <a:latin typeface="Times New Roman" panose="02020603050405020304" pitchFamily="18" charset="0"/>
                <a:cs typeface="Times New Roman" panose="02020603050405020304" pitchFamily="18" charset="0"/>
              </a:rPr>
              <a:t>Left is clockwise.</a:t>
            </a:r>
          </a:p>
          <a:p>
            <a:pPr marL="0" indent="0">
              <a:buNone/>
            </a:pPr>
            <a:r>
              <a:rPr lang="en-US" sz="3200" b="1" dirty="0">
                <a:latin typeface="Times New Roman" panose="02020603050405020304" pitchFamily="18" charset="0"/>
                <a:cs typeface="Times New Roman" panose="02020603050405020304" pitchFamily="18" charset="0"/>
              </a:rPr>
              <a:t>Right is anti-clockwise.</a:t>
            </a:r>
          </a:p>
          <a:p>
            <a:pPr marL="0" indent="0">
              <a:buNone/>
            </a:pPr>
            <a:endParaRPr lang="en-US" sz="3200" b="1"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Footer Placeholder 4">
            <a:extLst>
              <a:ext uri="{FF2B5EF4-FFF2-40B4-BE49-F238E27FC236}">
                <a16:creationId xmlns:a16="http://schemas.microsoft.com/office/drawing/2014/main" id="{57863A25-1ECC-2AB1-A715-B2B0EFE7E833}"/>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3074" name="Picture 2" descr="Reasoning Seating Arrangement">
            <a:extLst>
              <a:ext uri="{FF2B5EF4-FFF2-40B4-BE49-F238E27FC236}">
                <a16:creationId xmlns:a16="http://schemas.microsoft.com/office/drawing/2014/main" id="{197589EC-8CE0-E18E-CF31-198850A6461A}"/>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104900" y="1720475"/>
            <a:ext cx="4568112" cy="4269778"/>
          </a:xfrm>
          <a:prstGeom prst="rect">
            <a:avLst/>
          </a:prstGeom>
          <a:noFill/>
          <a:extLst>
            <a:ext uri="{909E8E84-426E-40DD-AFC4-6F175D3DCCD1}">
              <a14:hiddenFill xmlns:a14="http://schemas.microsoft.com/office/drawing/2010/main">
                <a:solidFill>
                  <a:srgbClr val="FFFFFF"/>
                </a:solidFill>
              </a14:hiddenFill>
            </a:ext>
          </a:extLst>
        </p:spPr>
      </p:pic>
      <p:sp>
        <p:nvSpPr>
          <p:cNvPr id="6" name="Freeform: Shape 71">
            <a:extLst>
              <a:ext uri="{FF2B5EF4-FFF2-40B4-BE49-F238E27FC236}">
                <a16:creationId xmlns:a16="http://schemas.microsoft.com/office/drawing/2014/main" id="{FC1D067A-272F-5C60-356B-BCB27ED0A03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5624CC2C-9EBF-C9F9-499C-4230098B0C2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CF0409F9-4EFC-14A2-E309-76F363182A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8110957"/>
      </p:ext>
    </p:extLst>
  </p:cSld>
  <p:clrMapOvr>
    <a:masterClrMapping/>
  </p:clrMapOvr>
  <p:transition spd="med">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C330F-D217-C5D8-2B1D-A1176EE2764E}"/>
              </a:ext>
            </a:extLst>
          </p:cNvPr>
          <p:cNvSpPr>
            <a:spLocks noGrp="1"/>
          </p:cNvSpPr>
          <p:nvPr>
            <p:ph type="title"/>
          </p:nvPr>
        </p:nvSpPr>
        <p:spPr>
          <a:xfrm>
            <a:off x="1763714" y="76200"/>
            <a:ext cx="8098744"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endParaRPr lang="en-IN" dirty="0"/>
          </a:p>
        </p:txBody>
      </p:sp>
      <p:sp>
        <p:nvSpPr>
          <p:cNvPr id="4" name="Content Placeholder 3">
            <a:extLst>
              <a:ext uri="{FF2B5EF4-FFF2-40B4-BE49-F238E27FC236}">
                <a16:creationId xmlns:a16="http://schemas.microsoft.com/office/drawing/2014/main" id="{890BF2B8-E2BD-1E33-94F6-DC433D638E40}"/>
              </a:ext>
            </a:extLst>
          </p:cNvPr>
          <p:cNvSpPr>
            <a:spLocks noGrp="1"/>
          </p:cNvSpPr>
          <p:nvPr>
            <p:ph sz="half" idx="2"/>
          </p:nvPr>
        </p:nvSpPr>
        <p:spPr>
          <a:xfrm>
            <a:off x="6214187" y="1632371"/>
            <a:ext cx="4805265" cy="4423196"/>
          </a:xfrm>
        </p:spPr>
        <p:txBody>
          <a:bodyPr>
            <a:normAutofit/>
          </a:bodyPr>
          <a:lstStyle/>
          <a:p>
            <a:pPr marL="0" indent="0">
              <a:buNone/>
            </a:pPr>
            <a:r>
              <a:rPr lang="en-US" sz="2400" b="1" dirty="0">
                <a:solidFill>
                  <a:srgbClr val="FF0000"/>
                </a:solidFill>
                <a:latin typeface="Times New Roman" panose="02020603050405020304" pitchFamily="18" charset="0"/>
                <a:cs typeface="Times New Roman" panose="02020603050405020304" pitchFamily="18" charset="0"/>
              </a:rPr>
              <a:t>Facing outward: </a:t>
            </a:r>
          </a:p>
          <a:p>
            <a:pPr marL="0" indent="0">
              <a:buNone/>
            </a:pPr>
            <a:r>
              <a:rPr lang="en-US" sz="2400" b="1" dirty="0">
                <a:latin typeface="Times New Roman" panose="02020603050405020304" pitchFamily="18" charset="0"/>
                <a:cs typeface="Times New Roman" panose="02020603050405020304" pitchFamily="18" charset="0"/>
              </a:rPr>
              <a:t>Right is clockwise.</a:t>
            </a:r>
          </a:p>
          <a:p>
            <a:pPr marL="0" indent="0">
              <a:buNone/>
            </a:pPr>
            <a:r>
              <a:rPr lang="en-US" sz="2400" b="1" dirty="0">
                <a:latin typeface="Times New Roman" panose="02020603050405020304" pitchFamily="18" charset="0"/>
                <a:cs typeface="Times New Roman" panose="02020603050405020304" pitchFamily="18" charset="0"/>
              </a:rPr>
              <a:t>Left is anti-clockwise.</a:t>
            </a:r>
          </a:p>
        </p:txBody>
      </p:sp>
      <p:sp>
        <p:nvSpPr>
          <p:cNvPr id="5" name="Footer Placeholder 4">
            <a:extLst>
              <a:ext uri="{FF2B5EF4-FFF2-40B4-BE49-F238E27FC236}">
                <a16:creationId xmlns:a16="http://schemas.microsoft.com/office/drawing/2014/main" id="{6671DF69-6911-7F04-6F26-661E4EFE6F84}"/>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pic>
        <p:nvPicPr>
          <p:cNvPr id="2054" name="Picture 6" descr="Reasoning Seating Arrangement">
            <a:extLst>
              <a:ext uri="{FF2B5EF4-FFF2-40B4-BE49-F238E27FC236}">
                <a16:creationId xmlns:a16="http://schemas.microsoft.com/office/drawing/2014/main" id="{694664B9-C4B3-EC55-7E9C-82E823C26BAF}"/>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1054359" y="1632371"/>
            <a:ext cx="4674636" cy="4497839"/>
          </a:xfrm>
          <a:prstGeom prst="rect">
            <a:avLst/>
          </a:prstGeom>
          <a:noFill/>
          <a:extLst>
            <a:ext uri="{909E8E84-426E-40DD-AFC4-6F175D3DCCD1}">
              <a14:hiddenFill xmlns:a14="http://schemas.microsoft.com/office/drawing/2010/main">
                <a:solidFill>
                  <a:srgbClr val="FFFFFF"/>
                </a:solidFill>
              </a14:hiddenFill>
            </a:ext>
          </a:extLst>
        </p:spPr>
      </p:pic>
      <p:sp>
        <p:nvSpPr>
          <p:cNvPr id="7" name="Freeform: Shape 71">
            <a:extLst>
              <a:ext uri="{FF2B5EF4-FFF2-40B4-BE49-F238E27FC236}">
                <a16:creationId xmlns:a16="http://schemas.microsoft.com/office/drawing/2014/main" id="{A5ECFEAB-E960-17F1-67C2-EE1C08653D1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EEDBE9A6-455B-2FB8-36F6-B520EA877FA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9" name="Picture 2" descr="KL Deemed to be University Logo">
            <a:extLst>
              <a:ext uri="{FF2B5EF4-FFF2-40B4-BE49-F238E27FC236}">
                <a16:creationId xmlns:a16="http://schemas.microsoft.com/office/drawing/2014/main" id="{DCC18E04-E530-CC4F-DC4E-EBF64608F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62457" y="177282"/>
            <a:ext cx="2329543" cy="625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471168169"/>
      </p:ext>
    </p:extLst>
  </p:cSld>
  <p:clrMapOvr>
    <a:masterClrMapping/>
  </p:clrMapOvr>
  <p:transition spd="med">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491CA-63B2-EC82-935C-868A77E543E4}"/>
              </a:ext>
            </a:extLst>
          </p:cNvPr>
          <p:cNvSpPr>
            <a:spLocks noGrp="1"/>
          </p:cNvSpPr>
          <p:nvPr>
            <p:ph type="title"/>
          </p:nvPr>
        </p:nvSpPr>
        <p:spPr>
          <a:xfrm>
            <a:off x="1104900" y="76200"/>
            <a:ext cx="9980613" cy="1220755"/>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1CE81C6-B60B-1384-BEC8-4DB2C72B9C84}"/>
              </a:ext>
            </a:extLst>
          </p:cNvPr>
          <p:cNvSpPr>
            <a:spLocks noGrp="1"/>
          </p:cNvSpPr>
          <p:nvPr>
            <p:ph idx="1"/>
          </p:nvPr>
        </p:nvSpPr>
        <p:spPr/>
        <p:txBody>
          <a:bodyPr>
            <a:normAutofit/>
          </a:bodyPr>
          <a:lstStyle/>
          <a:p>
            <a:pPr marL="0" indent="0">
              <a:buNone/>
            </a:pPr>
            <a:r>
              <a:rPr lang="en-IN" sz="2400" dirty="0">
                <a:solidFill>
                  <a:schemeClr val="tx2"/>
                </a:solidFill>
                <a:latin typeface="Times New Roman" panose="02020603050405020304" pitchFamily="18" charset="0"/>
                <a:cs typeface="Times New Roman" panose="02020603050405020304" pitchFamily="18" charset="0"/>
              </a:rPr>
              <a:t>23.Six friends are sitting in a circle and are facing the centre of the circle. Deepa is between Prakash and Pankaj. Priti is between Mukesh and Lalit. Prakash and Mukesh are opposite to each other. Lalit Right of Prakash.</a:t>
            </a:r>
          </a:p>
          <a:p>
            <a:pPr marL="0" indent="0">
              <a:buNone/>
            </a:pPr>
            <a:r>
              <a:rPr lang="en-IN" sz="2400" dirty="0">
                <a:solidFill>
                  <a:schemeClr val="tx2"/>
                </a:solidFill>
                <a:latin typeface="Times New Roman" panose="02020603050405020304" pitchFamily="18" charset="0"/>
                <a:cs typeface="Times New Roman" panose="02020603050405020304" pitchFamily="18" charset="0"/>
              </a:rPr>
              <a:t>Who is sitting Second right to Lalit?			</a:t>
            </a:r>
            <a:r>
              <a:rPr lang="en-IN" sz="2400" dirty="0">
                <a:solidFill>
                  <a:srgbClr val="00B050"/>
                </a:solidFill>
                <a:latin typeface="Times New Roman" panose="02020603050405020304" pitchFamily="18" charset="0"/>
                <a:cs typeface="Times New Roman" panose="02020603050405020304" pitchFamily="18" charset="0"/>
              </a:rPr>
              <a:t>[Infosys]</a:t>
            </a:r>
            <a:endParaRPr lang="en-IN" sz="2400" dirty="0">
              <a:solidFill>
                <a:schemeClr val="tx2"/>
              </a:solidFill>
              <a:latin typeface="Times New Roman" panose="02020603050405020304" pitchFamily="18" charset="0"/>
              <a:cs typeface="Times New Roman" panose="02020603050405020304" pitchFamily="18" charset="0"/>
            </a:endParaRPr>
          </a:p>
          <a:p>
            <a:pPr marL="0" indent="0">
              <a:buNone/>
            </a:pPr>
            <a:r>
              <a:rPr lang="en-IN" sz="2400" dirty="0">
                <a:solidFill>
                  <a:schemeClr val="tx2"/>
                </a:solidFill>
                <a:latin typeface="Times New Roman" panose="02020603050405020304" pitchFamily="18" charset="0"/>
                <a:cs typeface="Times New Roman" panose="02020603050405020304" pitchFamily="18" charset="0"/>
              </a:rPr>
              <a:t>a. Mukesh		b. Deepa		c. Pankaj		d. Lalit</a:t>
            </a:r>
          </a:p>
          <a:p>
            <a:pPr marL="0" indent="0">
              <a:buNone/>
            </a:pPr>
            <a:r>
              <a:rPr lang="en-IN" sz="2400" dirty="0">
                <a:solidFill>
                  <a:schemeClr val="tx2"/>
                </a:solidFill>
                <a:latin typeface="Times New Roman" panose="02020603050405020304" pitchFamily="18" charset="0"/>
                <a:cs typeface="Times New Roman" panose="02020603050405020304" pitchFamily="18" charset="0"/>
              </a:rPr>
              <a:t>	</a:t>
            </a:r>
          </a:p>
          <a:p>
            <a:pPr marL="0" indent="0">
              <a:buNone/>
            </a:pPr>
            <a:endParaRPr lang="en-IN" sz="2400" dirty="0"/>
          </a:p>
        </p:txBody>
      </p:sp>
      <p:sp>
        <p:nvSpPr>
          <p:cNvPr id="4" name="Footer Placeholder 3">
            <a:extLst>
              <a:ext uri="{FF2B5EF4-FFF2-40B4-BE49-F238E27FC236}">
                <a16:creationId xmlns:a16="http://schemas.microsoft.com/office/drawing/2014/main" id="{720DF501-1010-C312-D351-B59D94878BA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7DE0690C-2DA3-3245-B35E-CBB265FF4687}"/>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DDB1F8B5-4246-34DB-CD19-005982F06483}"/>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B52D2A8D-5522-16BD-F9BE-1E9F6D490F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0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536278865"/>
      </p:ext>
    </p:extLst>
  </p:cSld>
  <p:clrMapOvr>
    <a:masterClrMapping/>
  </p:clrMapOvr>
  <p:transition spd="med">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01F1BF-5DBD-020B-6E2C-DCBB5134EB45}"/>
              </a:ext>
            </a:extLst>
          </p:cNvPr>
          <p:cNvSpPr>
            <a:spLocks noGrp="1"/>
          </p:cNvSpPr>
          <p:nvPr>
            <p:ph type="title"/>
          </p:nvPr>
        </p:nvSpPr>
        <p:spPr>
          <a:xfrm>
            <a:off x="1104900" y="76200"/>
            <a:ext cx="9980613" cy="1339850"/>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F311714-3D0C-2104-C7B4-8D2010CCB91B}"/>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24.P, Q, R, S and T are sitting around a circular table. R is to the right of P and is second to the left of S. T is not between P and S. </a:t>
            </a:r>
            <a:r>
              <a:rPr lang="en-IN" sz="2400" dirty="0">
                <a:solidFill>
                  <a:srgbClr val="00B050"/>
                </a:solidFill>
                <a:latin typeface="Times New Roman" panose="02020603050405020304" pitchFamily="18" charset="0"/>
                <a:cs typeface="Times New Roman" panose="02020603050405020304" pitchFamily="18" charset="0"/>
              </a:rPr>
              <a:t>[Accenture]</a:t>
            </a:r>
            <a:endParaRPr lang="en-US" sz="2400" dirty="0">
              <a:latin typeface="Times New Roman" panose="02020603050405020304" pitchFamily="18" charset="0"/>
              <a:cs typeface="Times New Roman" panose="02020603050405020304" pitchFamily="18" charset="0"/>
            </a:endParaRP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Who is second to the left of R?</a:t>
            </a:r>
            <a:r>
              <a:rPr lang="en-IN" sz="2400" dirty="0">
                <a:solidFill>
                  <a:srgbClr val="00B050"/>
                </a:solidFill>
                <a:latin typeface="Times New Roman" panose="02020603050405020304" pitchFamily="18" charset="0"/>
                <a:cs typeface="Times New Roman" panose="02020603050405020304" pitchFamily="18" charset="0"/>
              </a:rPr>
              <a:t> 				 </a:t>
            </a:r>
          </a:p>
          <a:p>
            <a:pPr marL="0" indent="0">
              <a:buNone/>
            </a:pPr>
            <a:r>
              <a:rPr lang="en-US" sz="2400" dirty="0">
                <a:latin typeface="Times New Roman" panose="02020603050405020304" pitchFamily="18" charset="0"/>
                <a:cs typeface="Times New Roman" panose="02020603050405020304" pitchFamily="18" charset="0"/>
              </a:rPr>
              <a:t>(a) Q	 (b) S 	(c) T 	(d)P</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FD97C6EB-7C58-03D1-9433-95693F38FFD3}"/>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66B07DB0-B422-F5D9-7636-EFEAC4B7358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40D046BC-328A-C60B-A320-A4ED56D81DE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DDBBA9D2-347C-979B-4ACA-6163E7A224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12796522"/>
      </p:ext>
    </p:extLst>
  </p:cSld>
  <p:clrMapOvr>
    <a:masterClrMapping/>
  </p:clrMapOvr>
  <p:transition spd="med">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4EC5C4-A980-7E92-EFC3-30E80FE3F4A1}"/>
              </a:ext>
            </a:extLst>
          </p:cNvPr>
          <p:cNvSpPr>
            <a:spLocks noGrp="1"/>
          </p:cNvSpPr>
          <p:nvPr>
            <p:ph type="title"/>
          </p:nvPr>
        </p:nvSpPr>
        <p:spPr>
          <a:xfrm>
            <a:off x="1104900" y="76200"/>
            <a:ext cx="9980613" cy="1339850"/>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B4855B9-C9D4-C7E1-7457-79FCE5549910}"/>
              </a:ext>
            </a:extLst>
          </p:cNvPr>
          <p:cNvSpPr>
            <a:spLocks noGrp="1"/>
          </p:cNvSpPr>
          <p:nvPr>
            <p:ph idx="1"/>
          </p:nvPr>
        </p:nvSpPr>
        <p:spPr/>
        <p:txBody>
          <a:bodyPr/>
          <a:lstStyle/>
          <a:p>
            <a:pPr marL="0" indent="0">
              <a:buNone/>
            </a:pPr>
            <a:r>
              <a:rPr lang="en-US" sz="2400" dirty="0">
                <a:latin typeface="Times New Roman" panose="02020603050405020304" pitchFamily="18" charset="0"/>
                <a:cs typeface="Times New Roman" panose="02020603050405020304" pitchFamily="18" charset="0"/>
              </a:rPr>
              <a:t>25.Six persons A, B, C, D, E and F are standing in a circle. B is between D and C. A between E and C. F is to the right of D</a:t>
            </a:r>
            <a:r>
              <a:rPr lang="en-US" sz="2400">
                <a:latin typeface="Times New Roman" panose="02020603050405020304" pitchFamily="18" charset="0"/>
                <a:cs typeface="Times New Roman" panose="02020603050405020304" pitchFamily="18" charset="0"/>
              </a:rPr>
              <a:t>. </a:t>
            </a:r>
          </a:p>
          <a:p>
            <a:pPr marL="0" indent="0">
              <a:buNone/>
            </a:pPr>
            <a:r>
              <a:rPr lang="en-US" sz="2400">
                <a:latin typeface="Times New Roman" panose="02020603050405020304" pitchFamily="18" charset="0"/>
                <a:cs typeface="Times New Roman" panose="02020603050405020304" pitchFamily="18" charset="0"/>
              </a:rPr>
              <a:t>Who </a:t>
            </a:r>
            <a:r>
              <a:rPr lang="en-US" sz="2400" dirty="0">
                <a:latin typeface="Times New Roman" panose="02020603050405020304" pitchFamily="18" charset="0"/>
                <a:cs typeface="Times New Roman" panose="02020603050405020304" pitchFamily="18" charset="0"/>
              </a:rPr>
              <a:t>is between A and F?</a:t>
            </a:r>
          </a:p>
          <a:p>
            <a:pPr marL="0" indent="0">
              <a:buNone/>
            </a:pPr>
            <a:r>
              <a:rPr lang="en-US" sz="2400" dirty="0">
                <a:latin typeface="Times New Roman" panose="02020603050405020304" pitchFamily="18" charset="0"/>
                <a:cs typeface="Times New Roman" panose="02020603050405020304" pitchFamily="18" charset="0"/>
              </a:rPr>
              <a:t>(a) C	 (b) D	(c) F 	(d)E</a:t>
            </a:r>
            <a:endParaRPr lang="en-IN" sz="2400" dirty="0">
              <a:latin typeface="Times New Roman" panose="02020603050405020304" pitchFamily="18" charset="0"/>
              <a:cs typeface="Times New Roman" panose="02020603050405020304" pitchFamily="18" charset="0"/>
            </a:endParaRPr>
          </a:p>
          <a:p>
            <a:pPr marL="0" indent="0">
              <a:buNone/>
            </a:pPr>
            <a:endParaRPr lang="en-US"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C34EC1EB-607C-F043-760B-A67F2AACE45D}"/>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B1EB9899-949F-477E-7058-1A3C7B5372B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0383B518-ED36-C539-64A5-3576B49D0C6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01674230-8DE9-C715-E4D8-22B3C45CF7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3888824"/>
      </p:ext>
    </p:extLst>
  </p:cSld>
  <p:clrMapOvr>
    <a:masterClrMapping/>
  </p:clrMapOvr>
  <p:transition spd="med">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29AC3E-B341-7C2A-83D1-E36FCACDA66D}"/>
              </a:ext>
            </a:extLst>
          </p:cNvPr>
          <p:cNvSpPr>
            <a:spLocks noGrp="1"/>
          </p:cNvSpPr>
          <p:nvPr>
            <p:ph type="title"/>
          </p:nvPr>
        </p:nvSpPr>
        <p:spPr>
          <a:xfrm>
            <a:off x="1105694" y="0"/>
            <a:ext cx="9980613" cy="1245636"/>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E317B37D-302E-5BB4-655B-2DF2AA412FAE}"/>
              </a:ext>
            </a:extLst>
          </p:cNvPr>
          <p:cNvSpPr>
            <a:spLocks noGrp="1"/>
          </p:cNvSpPr>
          <p:nvPr>
            <p:ph idx="1"/>
          </p:nvPr>
        </p:nvSpPr>
        <p:spPr/>
        <p:txBody>
          <a:bodyPr>
            <a:normAutofit/>
          </a:bodyPr>
          <a:lstStyle/>
          <a:p>
            <a:pPr marL="0" indent="0">
              <a:buNone/>
            </a:pPr>
            <a:r>
              <a:rPr lang="en-IN" sz="2400" dirty="0">
                <a:solidFill>
                  <a:schemeClr val="tx2"/>
                </a:solidFill>
                <a:latin typeface="Times New Roman" panose="02020603050405020304" pitchFamily="18" charset="0"/>
                <a:cs typeface="Times New Roman" panose="02020603050405020304" pitchFamily="18" charset="0"/>
              </a:rPr>
              <a:t>26.P, Q, R, S, T, U, V and W are sitting round the circle and are facing the centre: P is second to the right of T, who is the neighbour of R and V. S is not the neighbour of P. V is the neighbour of U. Q is not between S and W. W is not between U and S.</a:t>
            </a:r>
          </a:p>
          <a:p>
            <a:pPr marL="0" indent="0">
              <a:buNone/>
            </a:pPr>
            <a:r>
              <a:rPr lang="en-IN" sz="2400" dirty="0">
                <a:solidFill>
                  <a:schemeClr val="tx2"/>
                </a:solidFill>
                <a:latin typeface="Times New Roman" panose="02020603050405020304" pitchFamily="18" charset="0"/>
                <a:cs typeface="Times New Roman" panose="02020603050405020304" pitchFamily="18" charset="0"/>
              </a:rPr>
              <a:t>Which two of the following are not neighbours?		</a:t>
            </a:r>
            <a:r>
              <a:rPr lang="en-IN" sz="2400" dirty="0">
                <a:solidFill>
                  <a:srgbClr val="00B050"/>
                </a:solidFill>
                <a:latin typeface="Times New Roman" panose="02020603050405020304" pitchFamily="18" charset="0"/>
                <a:cs typeface="Times New Roman" panose="02020603050405020304" pitchFamily="18" charset="0"/>
              </a:rPr>
              <a:t> [Accenture]</a:t>
            </a:r>
            <a:endParaRPr lang="en-IN" sz="2400" dirty="0">
              <a:solidFill>
                <a:schemeClr val="tx2"/>
              </a:solidFill>
              <a:latin typeface="Times New Roman" panose="02020603050405020304" pitchFamily="18" charset="0"/>
              <a:cs typeface="Times New Roman" panose="02020603050405020304" pitchFamily="18" charset="0"/>
            </a:endParaRPr>
          </a:p>
          <a:p>
            <a:pPr marL="0" indent="0">
              <a:buNone/>
            </a:pPr>
            <a:r>
              <a:rPr lang="en-IN" sz="2400" dirty="0">
                <a:solidFill>
                  <a:schemeClr val="tx2"/>
                </a:solidFill>
                <a:latin typeface="Times New Roman" panose="02020603050405020304" pitchFamily="18" charset="0"/>
                <a:cs typeface="Times New Roman" panose="02020603050405020304" pitchFamily="18" charset="0"/>
              </a:rPr>
              <a:t>a. RV			b. UV			c. RP			d. QW</a:t>
            </a:r>
          </a:p>
          <a:p>
            <a:pPr marL="0" indent="0">
              <a:buNone/>
            </a:pPr>
            <a:endParaRPr lang="en-IN" sz="2400" dirty="0"/>
          </a:p>
        </p:txBody>
      </p:sp>
      <p:sp>
        <p:nvSpPr>
          <p:cNvPr id="4" name="Footer Placeholder 3">
            <a:extLst>
              <a:ext uri="{FF2B5EF4-FFF2-40B4-BE49-F238E27FC236}">
                <a16:creationId xmlns:a16="http://schemas.microsoft.com/office/drawing/2014/main" id="{A547DD9A-3A3F-C41E-6B3C-0D4CB65D2D28}"/>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93434D7E-A2DD-D61A-35B6-44CB50D22E0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4403BBC3-11B6-2824-A6EF-209A8F92BDDB}"/>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AF2CFB01-5072-9FD1-35A9-1F2329754E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0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176449091"/>
      </p:ext>
    </p:extLst>
  </p:cSld>
  <p:clrMapOvr>
    <a:masterClrMapping/>
  </p:clrMapOvr>
  <p:transition spd="med">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C9C8F0-E1E5-CECD-0348-F7E1862130EF}"/>
              </a:ext>
            </a:extLst>
          </p:cNvPr>
          <p:cNvSpPr>
            <a:spLocks noGrp="1"/>
          </p:cNvSpPr>
          <p:nvPr>
            <p:ph type="title"/>
          </p:nvPr>
        </p:nvSpPr>
        <p:spPr>
          <a:xfrm>
            <a:off x="1104900" y="76200"/>
            <a:ext cx="9980613" cy="1339850"/>
          </a:xfrm>
        </p:spPr>
        <p:txBody>
          <a:bodyPr/>
          <a:lstStyle/>
          <a:p>
            <a:r>
              <a:rPr lang="en-IN" b="1" dirty="0">
                <a:solidFill>
                  <a:srgbClr val="FF0000"/>
                </a:solidFill>
                <a:latin typeface="Algerian" panose="04020705040A02060702" pitchFamily="82" charset="0"/>
                <a:cs typeface="Times New Roman" panose="02020603050405020304" pitchFamily="18" charset="0"/>
              </a:rPr>
              <a:t>		circular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B5C45900-716A-57D5-75FF-255B8776FA25}"/>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 27.Five students A, B, C, D and E are sitting around a circular table facing away from the center. C is sitting second to the right of D and to the immediate left of E. C and D an immediate neighbors of A. </a:t>
            </a:r>
          </a:p>
          <a:p>
            <a:pPr marL="0" indent="0">
              <a:buNone/>
            </a:pPr>
            <a:r>
              <a:rPr lang="en-US" sz="2400" dirty="0">
                <a:latin typeface="Times New Roman" panose="02020603050405020304" pitchFamily="18" charset="0"/>
                <a:cs typeface="Times New Roman" panose="02020603050405020304" pitchFamily="18" charset="0"/>
              </a:rPr>
              <a:t>Which of the following statements is true?	</a:t>
            </a:r>
            <a:r>
              <a:rPr lang="en-IN" sz="2400" dirty="0">
                <a:solidFill>
                  <a:srgbClr val="00B050"/>
                </a:solidFill>
                <a:latin typeface="Times New Roman" panose="02020603050405020304" pitchFamily="18" charset="0"/>
                <a:cs typeface="Times New Roman" panose="02020603050405020304" pitchFamily="18" charset="0"/>
              </a:rPr>
              <a:t>[TCS]</a:t>
            </a:r>
            <a:endParaRPr lang="en-US" sz="2400" dirty="0">
              <a:latin typeface="Times New Roman" panose="02020603050405020304" pitchFamily="18" charset="0"/>
              <a:cs typeface="Times New Roman" panose="02020603050405020304" pitchFamily="18" charset="0"/>
            </a:endParaRPr>
          </a:p>
          <a:p>
            <a:pPr marL="457200" indent="-457200">
              <a:buAutoNum type="alphaLcParenBoth"/>
            </a:pPr>
            <a:r>
              <a:rPr lang="en-US" sz="2400" dirty="0">
                <a:latin typeface="Times New Roman" panose="02020603050405020304" pitchFamily="18" charset="0"/>
                <a:cs typeface="Times New Roman" panose="02020603050405020304" pitchFamily="18" charset="0"/>
              </a:rPr>
              <a:t>B is sitting to the immediate left of D</a:t>
            </a:r>
          </a:p>
          <a:p>
            <a:pPr marL="457200" indent="-457200">
              <a:buAutoNum type="alphaLcParenBoth"/>
            </a:pPr>
            <a:r>
              <a:rPr lang="en-US" sz="2400" dirty="0">
                <a:latin typeface="Times New Roman" panose="02020603050405020304" pitchFamily="18" charset="0"/>
                <a:cs typeface="Times New Roman" panose="02020603050405020304" pitchFamily="18" charset="0"/>
              </a:rPr>
              <a:t>A is sitting third to the left of E</a:t>
            </a:r>
          </a:p>
          <a:p>
            <a:pPr marL="457200" indent="-457200">
              <a:buAutoNum type="alphaLcParenBoth"/>
            </a:pPr>
            <a:r>
              <a:rPr lang="en-US" sz="2400" dirty="0">
                <a:latin typeface="Times New Roman" panose="02020603050405020304" pitchFamily="18" charset="0"/>
                <a:cs typeface="Times New Roman" panose="02020603050405020304" pitchFamily="18" charset="0"/>
              </a:rPr>
              <a:t>A and B are the immediate neighbors of D</a:t>
            </a:r>
          </a:p>
          <a:p>
            <a:pPr marL="457200" indent="-457200">
              <a:buAutoNum type="alphaLcParenBoth"/>
            </a:pPr>
            <a:r>
              <a:rPr lang="en-US" sz="2400" dirty="0">
                <a:latin typeface="Times New Roman" panose="02020603050405020304" pitchFamily="18" charset="0"/>
                <a:cs typeface="Times New Roman" panose="02020603050405020304" pitchFamily="18" charset="0"/>
              </a:rPr>
              <a:t>B is sitting second to the right of A</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98CA9568-1DE8-B54C-5263-2678DCC795BE}"/>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0AFC9E71-2DAC-0BEC-7785-CB7AC177EF5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2E1034BA-E0E6-8516-686B-59367244F01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DB373926-42E8-E483-BD33-0024EEB18E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32063022"/>
      </p:ext>
    </p:extLst>
  </p:cSld>
  <p:clrMapOvr>
    <a:masterClrMapping/>
  </p:clrMapOvr>
  <p:transition spd="med">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8F6540F2-0169-E55B-A654-2DE74A715D0B}"/>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18" name="Title 17">
            <a:extLst>
              <a:ext uri="{FF2B5EF4-FFF2-40B4-BE49-F238E27FC236}">
                <a16:creationId xmlns:a16="http://schemas.microsoft.com/office/drawing/2014/main" id="{7674047E-E085-6019-BC87-C20E47A7C3B1}"/>
              </a:ext>
            </a:extLst>
          </p:cNvPr>
          <p:cNvSpPr>
            <a:spLocks noGrp="1"/>
          </p:cNvSpPr>
          <p:nvPr>
            <p:ph type="title" idx="4294967295"/>
          </p:nvPr>
        </p:nvSpPr>
        <p:spPr>
          <a:xfrm>
            <a:off x="1698171" y="242888"/>
            <a:ext cx="8282442" cy="930275"/>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12" name="Rectangle: Rounded Corners 11">
            <a:extLst>
              <a:ext uri="{FF2B5EF4-FFF2-40B4-BE49-F238E27FC236}">
                <a16:creationId xmlns:a16="http://schemas.microsoft.com/office/drawing/2014/main" id="{4131B5DA-0B4E-3A0D-B88D-E9C0F37A11A5}"/>
              </a:ext>
            </a:extLst>
          </p:cNvPr>
          <p:cNvSpPr/>
          <p:nvPr/>
        </p:nvSpPr>
        <p:spPr>
          <a:xfrm>
            <a:off x="2189091" y="1507269"/>
            <a:ext cx="7178618" cy="3843461"/>
          </a:xfrm>
          <a:prstGeom prst="roundRect">
            <a:avLst>
              <a:gd name="adj" fmla="val 10000"/>
            </a:avLst>
          </a:prstGeom>
          <a:solidFill>
            <a:schemeClr val="accent5">
              <a:lumMod val="75000"/>
            </a:schemeClr>
          </a:solidFill>
        </p:spPr>
        <p:style>
          <a:lnRef idx="2">
            <a:schemeClr val="lt2">
              <a:hueOff val="0"/>
              <a:satOff val="0"/>
              <a:lumOff val="0"/>
              <a:alphaOff val="0"/>
            </a:schemeClr>
          </a:lnRef>
          <a:fillRef idx="1">
            <a:scrgbClr r="0" g="0" b="0"/>
          </a:fillRef>
          <a:effectRef idx="0">
            <a:schemeClr val="dk2">
              <a:hueOff val="0"/>
              <a:satOff val="0"/>
              <a:lumOff val="0"/>
              <a:alphaOff val="0"/>
            </a:schemeClr>
          </a:effectRef>
          <a:fontRef idx="minor">
            <a:schemeClr val="lt1"/>
          </a:fontRef>
        </p:style>
      </p:sp>
      <p:grpSp>
        <p:nvGrpSpPr>
          <p:cNvPr id="13" name="Group 12">
            <a:extLst>
              <a:ext uri="{FF2B5EF4-FFF2-40B4-BE49-F238E27FC236}">
                <a16:creationId xmlns:a16="http://schemas.microsoft.com/office/drawing/2014/main" id="{BC554A84-EB3D-D7BB-B8B8-482805D287BA}"/>
              </a:ext>
            </a:extLst>
          </p:cNvPr>
          <p:cNvGrpSpPr/>
          <p:nvPr/>
        </p:nvGrpSpPr>
        <p:grpSpPr>
          <a:xfrm>
            <a:off x="2861613" y="2146165"/>
            <a:ext cx="7178618" cy="3843461"/>
            <a:chOff x="1737258" y="639396"/>
            <a:chExt cx="7178618" cy="3843461"/>
          </a:xfrm>
        </p:grpSpPr>
        <p:sp>
          <p:nvSpPr>
            <p:cNvPr id="14" name="Rectangle: Rounded Corners 13">
              <a:extLst>
                <a:ext uri="{FF2B5EF4-FFF2-40B4-BE49-F238E27FC236}">
                  <a16:creationId xmlns:a16="http://schemas.microsoft.com/office/drawing/2014/main" id="{35A20D4E-6089-9013-3483-B6E24575E9F9}"/>
                </a:ext>
              </a:extLst>
            </p:cNvPr>
            <p:cNvSpPr/>
            <p:nvPr/>
          </p:nvSpPr>
          <p:spPr>
            <a:xfrm>
              <a:off x="1737258" y="639396"/>
              <a:ext cx="7178618" cy="3843461"/>
            </a:xfrm>
            <a:prstGeom prst="roundRect">
              <a:avLst>
                <a:gd name="adj" fmla="val 10000"/>
              </a:avLst>
            </a:prstGeom>
          </p:spPr>
          <p:style>
            <a:lnRef idx="2">
              <a:schemeClr val="dk2">
                <a:hueOff val="0"/>
                <a:satOff val="0"/>
                <a:lumOff val="0"/>
                <a:alphaOff val="0"/>
              </a:schemeClr>
            </a:lnRef>
            <a:fillRef idx="1">
              <a:schemeClr val="lt2">
                <a:alpha val="90000"/>
                <a:hueOff val="0"/>
                <a:satOff val="0"/>
                <a:lumOff val="0"/>
                <a:alphaOff val="0"/>
              </a:schemeClr>
            </a:fillRef>
            <a:effectRef idx="0">
              <a:schemeClr val="lt2">
                <a:alpha val="90000"/>
                <a:hueOff val="0"/>
                <a:satOff val="0"/>
                <a:lumOff val="0"/>
                <a:alphaOff val="0"/>
              </a:schemeClr>
            </a:effectRef>
            <a:fontRef idx="minor">
              <a:schemeClr val="dk1">
                <a:hueOff val="0"/>
                <a:satOff val="0"/>
                <a:lumOff val="0"/>
                <a:alphaOff val="0"/>
              </a:schemeClr>
            </a:fontRef>
          </p:style>
        </p:sp>
        <p:sp>
          <p:nvSpPr>
            <p:cNvPr id="15" name="Rectangle: Rounded Corners 5">
              <a:extLst>
                <a:ext uri="{FF2B5EF4-FFF2-40B4-BE49-F238E27FC236}">
                  <a16:creationId xmlns:a16="http://schemas.microsoft.com/office/drawing/2014/main" id="{F10BC564-41C3-410E-183C-F21F4858B841}"/>
                </a:ext>
              </a:extLst>
            </p:cNvPr>
            <p:cNvSpPr txBox="1"/>
            <p:nvPr/>
          </p:nvSpPr>
          <p:spPr>
            <a:xfrm>
              <a:off x="1849829" y="751967"/>
              <a:ext cx="6953476" cy="3618319"/>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205740" tIns="205740" rIns="205740" bIns="205740" numCol="1" spcCol="1270" anchor="ctr" anchorCtr="0">
              <a:noAutofit/>
            </a:bodyPr>
            <a:lstStyle/>
            <a:p>
              <a:pPr marL="0" lvl="0" indent="0" algn="ctr" defTabSz="2400300">
                <a:lnSpc>
                  <a:spcPct val="90000"/>
                </a:lnSpc>
                <a:spcBef>
                  <a:spcPct val="0"/>
                </a:spcBef>
                <a:spcAft>
                  <a:spcPct val="35000"/>
                </a:spcAft>
                <a:buNone/>
              </a:pPr>
              <a:r>
                <a:rPr lang="en-IN" sz="5400" b="1" dirty="0">
                  <a:solidFill>
                    <a:srgbClr val="FF0000"/>
                  </a:solidFill>
                  <a:latin typeface="Algerian" panose="04020705040A02060702" pitchFamily="82" charset="0"/>
                  <a:cs typeface="Times New Roman" panose="02020603050405020304" pitchFamily="18" charset="0"/>
                </a:rPr>
                <a:t>polygonal</a:t>
              </a:r>
              <a:r>
                <a:rPr lang="en-IN" sz="5400" b="1" kern="1200" dirty="0">
                  <a:solidFill>
                    <a:srgbClr val="FF0000"/>
                  </a:solidFill>
                  <a:latin typeface="Algerian" panose="04020705040A02060702" pitchFamily="82" charset="0"/>
                  <a:cs typeface="Times New Roman" panose="02020603050405020304" pitchFamily="18" charset="0"/>
                </a:rPr>
                <a:t> SEATING ARRANGEMENTs</a:t>
              </a:r>
            </a:p>
          </p:txBody>
        </p:sp>
      </p:grpSp>
      <p:sp>
        <p:nvSpPr>
          <p:cNvPr id="20" name="Freeform: Shape 71">
            <a:extLst>
              <a:ext uri="{FF2B5EF4-FFF2-40B4-BE49-F238E27FC236}">
                <a16:creationId xmlns:a16="http://schemas.microsoft.com/office/drawing/2014/main" id="{0518B279-ECAF-82B0-1772-5EC1CC1D6C2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21" name="Freeform: Shape 75">
            <a:extLst>
              <a:ext uri="{FF2B5EF4-FFF2-40B4-BE49-F238E27FC236}">
                <a16:creationId xmlns:a16="http://schemas.microsoft.com/office/drawing/2014/main" id="{2075FA96-C615-1E11-E94E-051DA3933883}"/>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22" name="Picture 2" descr="KL Deemed to be University Logo">
            <a:extLst>
              <a:ext uri="{FF2B5EF4-FFF2-40B4-BE49-F238E27FC236}">
                <a16:creationId xmlns:a16="http://schemas.microsoft.com/office/drawing/2014/main" id="{21B5974F-1773-6F0F-21AB-67E03C27806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22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576295474"/>
      </p:ext>
    </p:extLst>
  </p:cSld>
  <p:clrMapOvr>
    <a:masterClrMapping/>
  </p:clrMapOvr>
  <p:transition spd="med">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FAAB10-62ED-D71E-A741-C1EA5377C24A}"/>
              </a:ext>
            </a:extLst>
          </p:cNvPr>
          <p:cNvSpPr>
            <a:spLocks noGrp="1"/>
          </p:cNvSpPr>
          <p:nvPr>
            <p:ph type="title"/>
          </p:nvPr>
        </p:nvSpPr>
        <p:spPr>
          <a:xfrm>
            <a:off x="1104900" y="76200"/>
            <a:ext cx="9980613" cy="1339850"/>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8516F65-7E1B-711C-1129-B947078DD605}"/>
              </a:ext>
            </a:extLst>
          </p:cNvPr>
          <p:cNvSpPr>
            <a:spLocks noGrp="1"/>
          </p:cNvSpPr>
          <p:nvPr>
            <p:ph idx="1"/>
          </p:nvPr>
        </p:nvSpPr>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A,B, C, D, E, F, G and H are sitting around a rectangle table facing the center of the table (but not necessarily in the same order). Four of them are sitting at the corners while four of them are sitting at the exact center of the sides, A is on the immediate right of H who is sitting at the exact center of one of the sides of the table. D is an immediate neighbor of A. B is sitting on the immediate right of D. F is the immediate neighbor of B and C. E is sitting to the immediate left of G. </a:t>
            </a:r>
          </a:p>
          <a:p>
            <a:pPr marL="0" indent="0">
              <a:buNone/>
            </a:pPr>
            <a:r>
              <a:rPr lang="en-US" sz="2400" dirty="0">
                <a:latin typeface="Times New Roman" panose="02020603050405020304" pitchFamily="18" charset="0"/>
                <a:cs typeface="Times New Roman" panose="02020603050405020304" pitchFamily="18" charset="0"/>
              </a:rPr>
              <a:t>28.Who is sitting to the immediate left of H?		</a:t>
            </a:r>
            <a:r>
              <a:rPr lang="en-IN" sz="2400" dirty="0">
                <a:solidFill>
                  <a:srgbClr val="00B050"/>
                </a:solidFill>
                <a:latin typeface="Times New Roman" panose="02020603050405020304" pitchFamily="18" charset="0"/>
                <a:cs typeface="Times New Roman" panose="02020603050405020304" pitchFamily="18" charset="0"/>
              </a:rPr>
              <a:t>[TCS]</a:t>
            </a:r>
            <a:endParaRPr lang="en-US" sz="2400"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a)G		b)D		c)E		d)F</a:t>
            </a:r>
            <a:endParaRPr lang="en-IN" sz="2400"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45EC27C4-3E1D-06BB-36A2-C5CF096EAEF5}"/>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55EDB31C-CD17-CD15-E07A-17B03997720D}"/>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C70C7A69-ED22-326F-C23B-D154C2189D84}"/>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3CD3E9F1-1095-08B3-0257-E5FC9C7A7B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41929382"/>
      </p:ext>
    </p:extLst>
  </p:cSld>
  <p:clrMapOvr>
    <a:masterClrMapping/>
  </p:clrMapOvr>
  <p:transition spd="med">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E09228-E47E-1C43-8BAB-0E2E3E8870BD}"/>
              </a:ext>
            </a:extLst>
          </p:cNvPr>
          <p:cNvSpPr>
            <a:spLocks noGrp="1"/>
          </p:cNvSpPr>
          <p:nvPr>
            <p:ph type="title"/>
          </p:nvPr>
        </p:nvSpPr>
        <p:spPr>
          <a:xfrm>
            <a:off x="1763713" y="76200"/>
            <a:ext cx="9209087"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A0491F0-AA25-4BC5-AE7E-2E92548CA0B1}"/>
              </a:ext>
            </a:extLst>
          </p:cNvPr>
          <p:cNvSpPr>
            <a:spLocks noGrp="1"/>
          </p:cNvSpPr>
          <p:nvPr>
            <p:ph idx="1"/>
          </p:nvPr>
        </p:nvSpPr>
        <p:spPr/>
        <p:txBody>
          <a:bodyPr>
            <a:normAutofit/>
          </a:bodyPr>
          <a:lstStyle/>
          <a:p>
            <a:pPr marL="0" indent="0">
              <a:buNone/>
            </a:pPr>
            <a:r>
              <a:rPr lang="en-IN" sz="2400" dirty="0">
                <a:solidFill>
                  <a:schemeClr val="tx2"/>
                </a:solidFill>
                <a:latin typeface="Times New Roman" panose="02020603050405020304" pitchFamily="18" charset="0"/>
                <a:cs typeface="Times New Roman" panose="02020603050405020304" pitchFamily="18" charset="0"/>
              </a:rPr>
              <a:t>29.Six friends P, Q, R, S, T and U are sitting around the hexagonal table each at one corner and are facing the centre of the hexagonal. P is second to the left of U. Q is neighbour of R and S. T is second to the left of S.</a:t>
            </a:r>
          </a:p>
          <a:p>
            <a:pPr marL="0" indent="0">
              <a:buNone/>
            </a:pPr>
            <a:r>
              <a:rPr lang="en-IN" sz="2400" dirty="0">
                <a:solidFill>
                  <a:schemeClr val="tx2"/>
                </a:solidFill>
                <a:latin typeface="Times New Roman" panose="02020603050405020304" pitchFamily="18" charset="0"/>
                <a:cs typeface="Times New Roman" panose="02020603050405020304" pitchFamily="18" charset="0"/>
              </a:rPr>
              <a:t>Which one is sitting opposite to P ?				</a:t>
            </a:r>
            <a:r>
              <a:rPr lang="en-IN" sz="2400" dirty="0">
                <a:solidFill>
                  <a:srgbClr val="00B050"/>
                </a:solidFill>
                <a:latin typeface="Times New Roman" panose="02020603050405020304" pitchFamily="18" charset="0"/>
                <a:cs typeface="Times New Roman" panose="02020603050405020304" pitchFamily="18" charset="0"/>
              </a:rPr>
              <a:t> [Accenture]</a:t>
            </a:r>
            <a:endParaRPr lang="en-IN" sz="2400" dirty="0">
              <a:solidFill>
                <a:schemeClr val="tx2"/>
              </a:solidFill>
              <a:latin typeface="Times New Roman" panose="02020603050405020304" pitchFamily="18" charset="0"/>
              <a:cs typeface="Times New Roman" panose="02020603050405020304" pitchFamily="18" charset="0"/>
            </a:endParaRPr>
          </a:p>
          <a:p>
            <a:pPr marL="0" indent="0">
              <a:buNone/>
            </a:pPr>
            <a:r>
              <a:rPr lang="en-IN" sz="2400" dirty="0">
                <a:solidFill>
                  <a:schemeClr val="tx2"/>
                </a:solidFill>
                <a:latin typeface="Times New Roman" panose="02020603050405020304" pitchFamily="18" charset="0"/>
                <a:cs typeface="Times New Roman" panose="02020603050405020304" pitchFamily="18" charset="0"/>
              </a:rPr>
              <a:t>a. R			b. Q			c. T			d. S</a:t>
            </a:r>
          </a:p>
          <a:p>
            <a:pPr marL="0" indent="0">
              <a:buNone/>
            </a:pPr>
            <a:endParaRPr lang="en-IN" sz="2400" dirty="0"/>
          </a:p>
        </p:txBody>
      </p:sp>
      <p:sp>
        <p:nvSpPr>
          <p:cNvPr id="4" name="Footer Placeholder 3">
            <a:extLst>
              <a:ext uri="{FF2B5EF4-FFF2-40B4-BE49-F238E27FC236}">
                <a16:creationId xmlns:a16="http://schemas.microsoft.com/office/drawing/2014/main" id="{F6409C7E-AAB8-6083-F79B-D2A8F0564B2D}"/>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1230834C-FC8F-9A9F-81B0-D2B069A8098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39ED9358-9391-1B29-81DD-D36F49730C8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D1AD8082-817F-F7C5-C408-5BA69EC08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803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789108981"/>
      </p:ext>
    </p:extLst>
  </p:cSld>
  <p:clrMapOvr>
    <a:masterClrMapping/>
  </p:clrMapOvr>
  <p:transition spd="med">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96520E-20D4-E5D0-9791-14F0C23CB0F2}"/>
              </a:ext>
            </a:extLst>
          </p:cNvPr>
          <p:cNvSpPr>
            <a:spLocks noGrp="1"/>
          </p:cNvSpPr>
          <p:nvPr>
            <p:ph type="title"/>
          </p:nvPr>
        </p:nvSpPr>
        <p:spPr>
          <a:xfrm>
            <a:off x="973138" y="461913"/>
            <a:ext cx="8783605" cy="954136"/>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2F14C9C-1A78-CDF5-75F5-72F492BAC012}"/>
              </a:ext>
            </a:extLst>
          </p:cNvPr>
          <p:cNvSpPr>
            <a:spLocks noGrp="1"/>
          </p:cNvSpPr>
          <p:nvPr>
            <p:ph idx="1"/>
          </p:nvPr>
        </p:nvSpPr>
        <p:spPr/>
        <p:txBody>
          <a:bodyPr>
            <a:normAutofit/>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(Directions 30-34) </a:t>
            </a:r>
            <a:r>
              <a:rPr lang="en-IN" sz="2400"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sz="2400" dirty="0">
                <a:latin typeface="Times New Roman" panose="02020603050405020304" pitchFamily="18" charset="0"/>
                <a:cs typeface="Times New Roman" panose="02020603050405020304" pitchFamily="18" charset="0"/>
              </a:rPr>
              <a:t>Eight persons P, Q, R, S, T, U, V and W are sitting in a rectangular table and facing away from the centre such that two persons are sitting at each side of the rectangular table, but not necessarily in the same order. </a:t>
            </a:r>
          </a:p>
          <a:p>
            <a:pPr marL="0" indent="0">
              <a:buNone/>
            </a:pPr>
            <a:r>
              <a:rPr lang="en-IN" sz="2400" dirty="0">
                <a:latin typeface="Times New Roman" panose="02020603050405020304" pitchFamily="18" charset="0"/>
                <a:cs typeface="Times New Roman" panose="02020603050405020304" pitchFamily="18" charset="0"/>
              </a:rPr>
              <a:t>S sits third to the left of U. Two persons sit between T and S. P sits second to the left of S. Two persons sit between Q and P. Two persons sit between W and V who does not sits with U. W sits second to the left of Q. P and T does not sits same side of the table.</a:t>
            </a:r>
          </a:p>
        </p:txBody>
      </p:sp>
      <p:sp>
        <p:nvSpPr>
          <p:cNvPr id="4" name="Footer Placeholder 3">
            <a:extLst>
              <a:ext uri="{FF2B5EF4-FFF2-40B4-BE49-F238E27FC236}">
                <a16:creationId xmlns:a16="http://schemas.microsoft.com/office/drawing/2014/main" id="{699EEAE9-4CC5-1F21-D751-3AA7D7EB6B91}"/>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5E244FDE-84B4-69D1-FEBA-8573D5FC2235}"/>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5AC90339-BFB8-F957-FC3D-3CA703A98EE8}"/>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25BF3094-91B6-5AE1-89C4-D17759BFD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72410610"/>
      </p:ext>
    </p:extLst>
  </p:cSld>
  <p:clrMapOvr>
    <a:masterClrMapping/>
  </p:clrMapOvr>
  <p:transition spd="med">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79946-7AED-83AE-6FD4-8CEAFE4D21CB}"/>
              </a:ext>
            </a:extLst>
          </p:cNvPr>
          <p:cNvSpPr>
            <a:spLocks noGrp="1"/>
          </p:cNvSpPr>
          <p:nvPr>
            <p:ph type="title"/>
          </p:nvPr>
        </p:nvSpPr>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A14907E3-7D60-73E9-F6BA-956B6B4A0852}"/>
              </a:ext>
            </a:extLst>
          </p:cNvPr>
          <p:cNvSpPr>
            <a:spLocks noGrp="1"/>
          </p:cNvSpPr>
          <p:nvPr>
            <p:ph idx="1"/>
          </p:nvPr>
        </p:nvSpPr>
        <p:spPr>
          <a:xfrm>
            <a:off x="1212980" y="1436914"/>
            <a:ext cx="9872533" cy="4919436"/>
          </a:xfrm>
        </p:spPr>
        <p:txBody>
          <a:bodyPr>
            <a:noAutofit/>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30-34) </a:t>
            </a:r>
            <a:r>
              <a:rPr lang="en-IN" dirty="0">
                <a:latin typeface="Times New Roman" panose="02020603050405020304" pitchFamily="18" charset="0"/>
                <a:ea typeface="Times New Roman" panose="02020603050405020304" pitchFamily="18" charset="0"/>
              </a:rPr>
              <a:t>Study the following information carefully and answer the questions given below.							</a:t>
            </a:r>
            <a:r>
              <a:rPr lang="en-IN" dirty="0">
                <a:solidFill>
                  <a:srgbClr val="00B050"/>
                </a:solidFill>
                <a:latin typeface="Times New Roman" panose="02020603050405020304" pitchFamily="18" charset="0"/>
                <a:cs typeface="Times New Roman" panose="02020603050405020304" pitchFamily="18" charset="0"/>
              </a:rPr>
              <a:t>[Infosys]</a:t>
            </a:r>
            <a:endParaRPr lang="en-IN" dirty="0">
              <a:latin typeface="Times New Roman" panose="02020603050405020304" pitchFamily="18" charset="0"/>
              <a:ea typeface="Times New Roman" panose="02020603050405020304" pitchFamily="18" charset="0"/>
            </a:endParaRPr>
          </a:p>
          <a:p>
            <a:pPr marL="0" indent="0">
              <a:buNone/>
            </a:pPr>
            <a:r>
              <a:rPr lang="en-IN" dirty="0">
                <a:latin typeface="Times New Roman" panose="02020603050405020304" pitchFamily="18" charset="0"/>
                <a:cs typeface="Times New Roman" panose="02020603050405020304" pitchFamily="18" charset="0"/>
              </a:rPr>
              <a:t>Eight persons P, Q, R, S, T, U, V and W are sitting in a rectangular table and facing away from the centre such that two persons are sitting at each side of the rectangular table, but not necessarily in the same order. </a:t>
            </a:r>
          </a:p>
          <a:p>
            <a:pPr marL="0" indent="0">
              <a:buNone/>
            </a:pPr>
            <a:r>
              <a:rPr lang="en-IN" dirty="0">
                <a:latin typeface="Times New Roman" panose="02020603050405020304" pitchFamily="18" charset="0"/>
                <a:cs typeface="Times New Roman" panose="02020603050405020304" pitchFamily="18" charset="0"/>
              </a:rPr>
              <a:t>S sits third to the left of U. Two persons sit between T and S. P sits second to the left of S. Two persons sit between Q and P. Two persons sit between W and V who does not sits with U. W sits second to the left of Q. P and T does not sits same side of the table.</a:t>
            </a:r>
          </a:p>
          <a:p>
            <a:pPr marL="0" indent="0">
              <a:buNone/>
            </a:pPr>
            <a:r>
              <a:rPr lang="en-IN" dirty="0">
                <a:latin typeface="Times New Roman" panose="02020603050405020304" pitchFamily="18" charset="0"/>
                <a:cs typeface="Times New Roman" panose="02020603050405020304" pitchFamily="18" charset="0"/>
              </a:rPr>
              <a:t>30.What is the position of T with respect to R?</a:t>
            </a:r>
          </a:p>
          <a:p>
            <a:pPr marL="0" indent="0">
              <a:buNone/>
            </a:pPr>
            <a:r>
              <a:rPr lang="en-IN" dirty="0">
                <a:latin typeface="Times New Roman" panose="02020603050405020304" pitchFamily="18" charset="0"/>
                <a:cs typeface="Times New Roman" panose="02020603050405020304" pitchFamily="18" charset="0"/>
              </a:rPr>
              <a:t>a)Second left 		b)Third left 		</a:t>
            </a:r>
          </a:p>
          <a:p>
            <a:pPr marL="0" indent="0">
              <a:buNone/>
            </a:pPr>
            <a:r>
              <a:rPr lang="en-IN" dirty="0">
                <a:latin typeface="Times New Roman" panose="02020603050405020304" pitchFamily="18" charset="0"/>
                <a:cs typeface="Times New Roman" panose="02020603050405020304" pitchFamily="18" charset="0"/>
              </a:rPr>
              <a:t>c)Second right 		d)Third right 	</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endParaRPr lang="en-IN" dirty="0"/>
          </a:p>
        </p:txBody>
      </p:sp>
      <p:sp>
        <p:nvSpPr>
          <p:cNvPr id="5" name="Footer Placeholder 4">
            <a:extLst>
              <a:ext uri="{FF2B5EF4-FFF2-40B4-BE49-F238E27FC236}">
                <a16:creationId xmlns:a16="http://schemas.microsoft.com/office/drawing/2014/main" id="{28C1C2B3-21A0-8A2A-B1A0-6A37F051FA74}"/>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6" name="Freeform: Shape 71">
            <a:extLst>
              <a:ext uri="{FF2B5EF4-FFF2-40B4-BE49-F238E27FC236}">
                <a16:creationId xmlns:a16="http://schemas.microsoft.com/office/drawing/2014/main" id="{1246F842-0D8E-FA92-35EE-C2376E93137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C82A20A5-C2B2-9EEC-53D7-6AF444BB1CA3}"/>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C5AC9199-56F7-B28D-2080-5406AF69BFC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708192172"/>
      </p:ext>
    </p:extLst>
  </p:cSld>
  <p:clrMapOvr>
    <a:masterClrMapping/>
  </p:clrMapOvr>
  <p:transition spd="med">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835369B-393A-7056-9B0B-3C9845D8D7D4}"/>
              </a:ext>
            </a:extLst>
          </p:cNvPr>
          <p:cNvSpPr>
            <a:spLocks noGrp="1"/>
          </p:cNvSpPr>
          <p:nvPr>
            <p:ph type="title"/>
          </p:nvPr>
        </p:nvSpPr>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6" name="Content Placeholder 5">
            <a:extLst>
              <a:ext uri="{FF2B5EF4-FFF2-40B4-BE49-F238E27FC236}">
                <a16:creationId xmlns:a16="http://schemas.microsoft.com/office/drawing/2014/main" id="{7E1409BB-1370-C991-54F8-5AAC4C3F000A}"/>
              </a:ext>
            </a:extLst>
          </p:cNvPr>
          <p:cNvSpPr>
            <a:spLocks noGrp="1"/>
          </p:cNvSpPr>
          <p:nvPr>
            <p:ph idx="1"/>
          </p:nvPr>
        </p:nvSpPr>
        <p:spPr/>
        <p:txBody>
          <a:bodyPr>
            <a:normAutofit lnSpcReduction="10000"/>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(Directions 30-34) </a:t>
            </a:r>
            <a:r>
              <a:rPr lang="en-IN" sz="2400" dirty="0">
                <a:latin typeface="Times New Roman" panose="02020603050405020304" pitchFamily="18" charset="0"/>
                <a:ea typeface="Times New Roman" panose="02020603050405020304" pitchFamily="18" charset="0"/>
              </a:rPr>
              <a:t>Study the following information carefully and answer the questions given below.				</a:t>
            </a:r>
            <a:r>
              <a:rPr lang="en-IN" sz="2400" dirty="0">
                <a:solidFill>
                  <a:srgbClr val="00B050"/>
                </a:solidFill>
                <a:latin typeface="Times New Roman" panose="02020603050405020304" pitchFamily="18" charset="0"/>
                <a:cs typeface="Times New Roman" panose="02020603050405020304" pitchFamily="18" charset="0"/>
              </a:rPr>
              <a:t>[Infosys]</a:t>
            </a:r>
            <a:endParaRPr lang="en-IN" sz="2400" dirty="0">
              <a:latin typeface="Times New Roman" panose="02020603050405020304" pitchFamily="18" charset="0"/>
              <a:ea typeface="Times New Roman" panose="02020603050405020304" pitchFamily="18" charset="0"/>
            </a:endParaRPr>
          </a:p>
          <a:p>
            <a:pPr marL="0" indent="0">
              <a:buNone/>
            </a:pPr>
            <a:r>
              <a:rPr lang="en-IN" sz="2400" dirty="0">
                <a:latin typeface="Times New Roman" panose="02020603050405020304" pitchFamily="18" charset="0"/>
                <a:cs typeface="Times New Roman" panose="02020603050405020304" pitchFamily="18" charset="0"/>
              </a:rPr>
              <a:t>Eight persons P, Q, R, S, T, U, V and W are sitting in a rectangular table and facing away from the centre such that two persons are sitting at each side of the rectangular table, but not necessarily in the same order. </a:t>
            </a:r>
          </a:p>
          <a:p>
            <a:pPr marL="0" indent="0">
              <a:buNone/>
            </a:pPr>
            <a:r>
              <a:rPr lang="en-IN" sz="2400" dirty="0">
                <a:latin typeface="Times New Roman" panose="02020603050405020304" pitchFamily="18" charset="0"/>
                <a:cs typeface="Times New Roman" panose="02020603050405020304" pitchFamily="18" charset="0"/>
              </a:rPr>
              <a:t>S sits third to the left of U. Two persons sit between T and S. P sits second to the left of S. Two persons sit between Q and P. Two persons sit between W and V who does not sits with U. W sits second to the left of Q. P and T does not sits same side of the table.</a:t>
            </a:r>
          </a:p>
          <a:p>
            <a:pPr marL="0" indent="0">
              <a:buNone/>
            </a:pPr>
            <a:r>
              <a:rPr lang="en-IN" sz="2400" dirty="0">
                <a:latin typeface="Times New Roman" panose="02020603050405020304" pitchFamily="18" charset="0"/>
                <a:cs typeface="Times New Roman" panose="02020603050405020304" pitchFamily="18" charset="0"/>
              </a:rPr>
              <a:t>31.How many persons sit between Q and P when counted right side of Q?</a:t>
            </a:r>
          </a:p>
          <a:p>
            <a:pPr marL="0" indent="0">
              <a:buNone/>
            </a:pPr>
            <a:r>
              <a:rPr lang="en-IN" sz="2400" dirty="0">
                <a:latin typeface="Times New Roman" panose="02020603050405020304" pitchFamily="18" charset="0"/>
                <a:cs typeface="Times New Roman" panose="02020603050405020304" pitchFamily="18" charset="0"/>
              </a:rPr>
              <a:t>a)Two	 b)Five   c)One   d)Four   </a:t>
            </a: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latin typeface="Times New Roman" panose="02020603050405020304" pitchFamily="18" charset="0"/>
              <a:cs typeface="Times New Roman" panose="02020603050405020304" pitchFamily="18" charset="0"/>
            </a:endParaRPr>
          </a:p>
          <a:p>
            <a:pPr marL="0" indent="0">
              <a:buNone/>
            </a:pPr>
            <a:endParaRPr lang="en-IN" sz="2400" dirty="0"/>
          </a:p>
        </p:txBody>
      </p:sp>
      <p:sp>
        <p:nvSpPr>
          <p:cNvPr id="4" name="Footer Placeholder 3">
            <a:extLst>
              <a:ext uri="{FF2B5EF4-FFF2-40B4-BE49-F238E27FC236}">
                <a16:creationId xmlns:a16="http://schemas.microsoft.com/office/drawing/2014/main" id="{A9C546AD-2952-7E0B-5989-10DF11FFD4C2}"/>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8" name="Freeform: Shape 71">
            <a:extLst>
              <a:ext uri="{FF2B5EF4-FFF2-40B4-BE49-F238E27FC236}">
                <a16:creationId xmlns:a16="http://schemas.microsoft.com/office/drawing/2014/main" id="{D87545A7-C11B-3C1B-C917-43EF0523ED73}"/>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9" name="Freeform: Shape 75">
            <a:extLst>
              <a:ext uri="{FF2B5EF4-FFF2-40B4-BE49-F238E27FC236}">
                <a16:creationId xmlns:a16="http://schemas.microsoft.com/office/drawing/2014/main" id="{3E83623A-A3DF-80AC-BF72-010EEDB3F275}"/>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10" name="Picture 2" descr="KL Deemed to be University Logo">
            <a:extLst>
              <a:ext uri="{FF2B5EF4-FFF2-40B4-BE49-F238E27FC236}">
                <a16:creationId xmlns:a16="http://schemas.microsoft.com/office/drawing/2014/main" id="{B559A1B2-621C-7E9E-DAC6-D8F0270024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KL Deemed to be University Logo">
            <a:extLst>
              <a:ext uri="{FF2B5EF4-FFF2-40B4-BE49-F238E27FC236}">
                <a16:creationId xmlns:a16="http://schemas.microsoft.com/office/drawing/2014/main" id="{81EE152A-E2BB-E13C-A502-C443DFE80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40913" y="1984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9744796"/>
      </p:ext>
    </p:extLst>
  </p:cSld>
  <p:clrMapOvr>
    <a:masterClrMapping/>
  </p:clrMapOvr>
  <p:transition spd="med">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9344A0-1F69-FD72-5E7A-5E4E01466576}"/>
              </a:ext>
            </a:extLst>
          </p:cNvPr>
          <p:cNvSpPr>
            <a:spLocks noGrp="1"/>
          </p:cNvSpPr>
          <p:nvPr>
            <p:ph type="title"/>
          </p:nvPr>
        </p:nvSpPr>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9A2C3AE6-21B2-F7F2-4657-4467A8DB119C}"/>
              </a:ext>
            </a:extLst>
          </p:cNvPr>
          <p:cNvSpPr>
            <a:spLocks noGrp="1"/>
          </p:cNvSpPr>
          <p:nvPr>
            <p:ph idx="1"/>
          </p:nvPr>
        </p:nvSpPr>
        <p:spPr/>
        <p:txBody>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30-34) </a:t>
            </a:r>
            <a:r>
              <a:rPr lang="en-IN"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dirty="0">
                <a:latin typeface="Times New Roman" panose="02020603050405020304" pitchFamily="18" charset="0"/>
                <a:cs typeface="Times New Roman" panose="02020603050405020304" pitchFamily="18" charset="0"/>
              </a:rPr>
              <a:t>Eight persons P, Q, R, S, T, U, V and W are sitting in a rectangular table and facing away from the centre such that two persons are sitting at each side of the rectangular table, but not necessarily in the same order. </a:t>
            </a:r>
          </a:p>
          <a:p>
            <a:pPr marL="0" indent="0">
              <a:buNone/>
            </a:pPr>
            <a:r>
              <a:rPr lang="en-IN" dirty="0">
                <a:latin typeface="Times New Roman" panose="02020603050405020304" pitchFamily="18" charset="0"/>
                <a:cs typeface="Times New Roman" panose="02020603050405020304" pitchFamily="18" charset="0"/>
              </a:rPr>
              <a:t>S sits third to the left of U. Two persons sit between T and S. P sits second to the left of S. Two persons sit between Q and P. Two persons sit between W and V who does not sits with U. W sits second to the left of Q. P and T does not sits same side of the table.</a:t>
            </a:r>
          </a:p>
          <a:p>
            <a:pPr marL="0" indent="0">
              <a:buNone/>
            </a:pPr>
            <a:r>
              <a:rPr lang="en-IN" dirty="0">
                <a:latin typeface="Times New Roman" panose="02020603050405020304" pitchFamily="18" charset="0"/>
                <a:cs typeface="Times New Roman" panose="02020603050405020304" pitchFamily="18" charset="0"/>
              </a:rPr>
              <a:t>32.Who sits on the same side on which T sits?</a:t>
            </a:r>
          </a:p>
          <a:p>
            <a:pPr marL="0" indent="0">
              <a:buNone/>
            </a:pPr>
            <a:r>
              <a:rPr lang="en-IN" dirty="0">
                <a:latin typeface="Times New Roman" panose="02020603050405020304" pitchFamily="18" charset="0"/>
                <a:cs typeface="Times New Roman" panose="02020603050405020304" pitchFamily="18" charset="0"/>
              </a:rPr>
              <a:t>a) V 	b) Q 	c) W 	d) S 	</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Footer Placeholder 4">
            <a:extLst>
              <a:ext uri="{FF2B5EF4-FFF2-40B4-BE49-F238E27FC236}">
                <a16:creationId xmlns:a16="http://schemas.microsoft.com/office/drawing/2014/main" id="{E96BDEF3-5763-4B4E-2292-C7DBF716216A}"/>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6" name="Freeform: Shape 71">
            <a:extLst>
              <a:ext uri="{FF2B5EF4-FFF2-40B4-BE49-F238E27FC236}">
                <a16:creationId xmlns:a16="http://schemas.microsoft.com/office/drawing/2014/main" id="{DC78DC2A-9B9E-60C7-645A-A75F74570F7B}"/>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B93FF414-23B3-3211-164C-2AD855C1CC1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C723BB7B-FEDA-9354-C43B-26020C59ED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676675103"/>
      </p:ext>
    </p:extLst>
  </p:cSld>
  <p:clrMapOvr>
    <a:masterClrMapping/>
  </p:clrMapOvr>
  <p:transition spd="med">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271FA-6C51-462C-8D9A-FF7177E4B968}"/>
              </a:ext>
            </a:extLst>
          </p:cNvPr>
          <p:cNvSpPr>
            <a:spLocks noGrp="1"/>
          </p:cNvSpPr>
          <p:nvPr>
            <p:ph type="title"/>
          </p:nvPr>
        </p:nvSpPr>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6A733B86-521D-9459-ACE1-20F1B514F9E1}"/>
              </a:ext>
            </a:extLst>
          </p:cNvPr>
          <p:cNvSpPr>
            <a:spLocks noGrp="1"/>
          </p:cNvSpPr>
          <p:nvPr>
            <p:ph idx="1"/>
          </p:nvPr>
        </p:nvSpPr>
        <p:spPr/>
        <p:txBody>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30-34) </a:t>
            </a:r>
            <a:r>
              <a:rPr lang="en-IN"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dirty="0">
                <a:latin typeface="Times New Roman" panose="02020603050405020304" pitchFamily="18" charset="0"/>
                <a:cs typeface="Times New Roman" panose="02020603050405020304" pitchFamily="18" charset="0"/>
              </a:rPr>
              <a:t>Eight persons P, Q, R, S, T, U, V and W are sitting in a rectangular table and facing away from the centre such that two persons are sitting at each side of the rectangular table, but not necessarily in the same order. </a:t>
            </a:r>
          </a:p>
          <a:p>
            <a:pPr marL="0" indent="0">
              <a:buNone/>
            </a:pPr>
            <a:r>
              <a:rPr lang="en-IN" dirty="0">
                <a:latin typeface="Times New Roman" panose="02020603050405020304" pitchFamily="18" charset="0"/>
                <a:cs typeface="Times New Roman" panose="02020603050405020304" pitchFamily="18" charset="0"/>
              </a:rPr>
              <a:t>S sits third to the left of U. Two persons sit between T and S. P sits second to the left of S. Two persons sit between Q and P. Two persons sit between W and V who does not sits with U. W sits second to the left of Q. P and T does not sits same side of the table.</a:t>
            </a:r>
          </a:p>
          <a:p>
            <a:pPr marL="0" indent="0">
              <a:buNone/>
            </a:pPr>
            <a:r>
              <a:rPr lang="en-IN" dirty="0">
                <a:latin typeface="Times New Roman" panose="02020603050405020304" pitchFamily="18" charset="0"/>
                <a:cs typeface="Times New Roman" panose="02020603050405020304" pitchFamily="18" charset="0"/>
              </a:rPr>
              <a:t>33.Four of the following five are related to each other in some way and thus formed a group. Choose the one which does not belong to that group?</a:t>
            </a:r>
          </a:p>
          <a:p>
            <a:pPr marL="0" indent="0">
              <a:buNone/>
            </a:pPr>
            <a:r>
              <a:rPr lang="en-IN" dirty="0">
                <a:latin typeface="Times New Roman" panose="02020603050405020304" pitchFamily="18" charset="0"/>
                <a:cs typeface="Times New Roman" panose="02020603050405020304" pitchFamily="18" charset="0"/>
              </a:rPr>
              <a:t>a) R 	b) P 	c) T 	d) W 	e) U</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Footer Placeholder 4">
            <a:extLst>
              <a:ext uri="{FF2B5EF4-FFF2-40B4-BE49-F238E27FC236}">
                <a16:creationId xmlns:a16="http://schemas.microsoft.com/office/drawing/2014/main" id="{9B39A9D8-7275-4E1A-FC33-D1CB54ECD9C5}"/>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6" name="Freeform: Shape 71">
            <a:extLst>
              <a:ext uri="{FF2B5EF4-FFF2-40B4-BE49-F238E27FC236}">
                <a16:creationId xmlns:a16="http://schemas.microsoft.com/office/drawing/2014/main" id="{B293082F-4229-6FF9-9F95-679D843EBCF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27ACD573-4B71-8646-3D73-EAE90981B176}"/>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9944D391-53C2-1DF8-ECE6-839DAD0B1C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013893557"/>
      </p:ext>
    </p:extLst>
  </p:cSld>
  <p:clrMapOvr>
    <a:masterClrMapping/>
  </p:clrMapOvr>
  <p:transition spd="med">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EDE391-6700-35C0-C1FE-5E4568CD1610}"/>
              </a:ext>
            </a:extLst>
          </p:cNvPr>
          <p:cNvSpPr>
            <a:spLocks noGrp="1"/>
          </p:cNvSpPr>
          <p:nvPr>
            <p:ph type="title"/>
          </p:nvPr>
        </p:nvSpPr>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179BA24-40B3-4B30-6DE8-A2D237D2FE22}"/>
              </a:ext>
            </a:extLst>
          </p:cNvPr>
          <p:cNvSpPr>
            <a:spLocks noGrp="1"/>
          </p:cNvSpPr>
          <p:nvPr>
            <p:ph idx="1"/>
          </p:nvPr>
        </p:nvSpPr>
        <p:spPr/>
        <p:txBody>
          <a:bodyPr/>
          <a:lstStyle/>
          <a:p>
            <a:pPr marL="0" indent="0">
              <a:buNone/>
            </a:pPr>
            <a:r>
              <a:rPr lang="en-US" altLang="en-US" dirty="0">
                <a:solidFill>
                  <a:schemeClr val="tx2"/>
                </a:solidFill>
                <a:latin typeface="Times New Roman" panose="02020603050405020304" pitchFamily="18" charset="0"/>
                <a:cs typeface="Times New Roman" panose="02020603050405020304" pitchFamily="18" charset="0"/>
              </a:rPr>
              <a:t>(Directions 30-34) </a:t>
            </a:r>
            <a:r>
              <a:rPr lang="en-IN"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dirty="0">
                <a:latin typeface="Times New Roman" panose="02020603050405020304" pitchFamily="18" charset="0"/>
                <a:cs typeface="Times New Roman" panose="02020603050405020304" pitchFamily="18" charset="0"/>
              </a:rPr>
              <a:t>Eight persons P, Q, R, S, T, U, V and W are sitting in a rectangular table and facing away from the centre such that two persons are sitting at each side of the rectangular table, but not necessarily in the same order. </a:t>
            </a:r>
          </a:p>
          <a:p>
            <a:pPr marL="0" indent="0">
              <a:buNone/>
            </a:pPr>
            <a:r>
              <a:rPr lang="en-IN" dirty="0">
                <a:latin typeface="Times New Roman" panose="02020603050405020304" pitchFamily="18" charset="0"/>
                <a:cs typeface="Times New Roman" panose="02020603050405020304" pitchFamily="18" charset="0"/>
              </a:rPr>
              <a:t>S sits third to the left of U. Two persons sit between T and S. P sits second to the left of S. Two persons sit between Q and P. Two persons sit between W and V who does not sits with U. W sits second to the left of Q. P and T does not sits same side of the table.</a:t>
            </a:r>
          </a:p>
          <a:p>
            <a:pPr marL="0" indent="0">
              <a:buNone/>
            </a:pPr>
            <a:r>
              <a:rPr lang="en-IN" dirty="0">
                <a:latin typeface="Times New Roman" panose="02020603050405020304" pitchFamily="18" charset="0"/>
                <a:cs typeface="Times New Roman" panose="02020603050405020304" pitchFamily="18" charset="0"/>
              </a:rPr>
              <a:t>34.Who sits 2nd to the left of R?</a:t>
            </a:r>
          </a:p>
          <a:p>
            <a:pPr marL="0" indent="0">
              <a:buNone/>
            </a:pPr>
            <a:r>
              <a:rPr lang="en-IN" dirty="0">
                <a:latin typeface="Times New Roman" panose="02020603050405020304" pitchFamily="18" charset="0"/>
                <a:cs typeface="Times New Roman" panose="02020603050405020304" pitchFamily="18" charset="0"/>
              </a:rPr>
              <a:t>a) P 	b) S 	c) V 	d) T 	e) W</a:t>
            </a: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5" name="Footer Placeholder 4">
            <a:extLst>
              <a:ext uri="{FF2B5EF4-FFF2-40B4-BE49-F238E27FC236}">
                <a16:creationId xmlns:a16="http://schemas.microsoft.com/office/drawing/2014/main" id="{57CE09E7-3C59-3290-E274-CF09A8946262}"/>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6" name="Freeform: Shape 71">
            <a:extLst>
              <a:ext uri="{FF2B5EF4-FFF2-40B4-BE49-F238E27FC236}">
                <a16:creationId xmlns:a16="http://schemas.microsoft.com/office/drawing/2014/main" id="{38165DE0-347C-1A8F-276F-57A1181773F8}"/>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7" name="Freeform: Shape 75">
            <a:extLst>
              <a:ext uri="{FF2B5EF4-FFF2-40B4-BE49-F238E27FC236}">
                <a16:creationId xmlns:a16="http://schemas.microsoft.com/office/drawing/2014/main" id="{E8A4DBD9-A1C9-530C-DC92-65AF0425D7E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8" name="Picture 2" descr="KL Deemed to be University Logo">
            <a:extLst>
              <a:ext uri="{FF2B5EF4-FFF2-40B4-BE49-F238E27FC236}">
                <a16:creationId xmlns:a16="http://schemas.microsoft.com/office/drawing/2014/main" id="{89928972-B87E-CBDB-26D3-90D51A756E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081363805"/>
      </p:ext>
    </p:extLst>
  </p:cSld>
  <p:clrMapOvr>
    <a:masterClrMapping/>
  </p:clrMapOvr>
  <p:transition spd="med">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25EC7-8CD5-F549-046A-29A1F0DB9537}"/>
              </a:ext>
            </a:extLst>
          </p:cNvPr>
          <p:cNvSpPr>
            <a:spLocks noGrp="1"/>
          </p:cNvSpPr>
          <p:nvPr>
            <p:ph type="title"/>
          </p:nvPr>
        </p:nvSpPr>
        <p:spPr>
          <a:xfrm>
            <a:off x="1763712" y="76200"/>
            <a:ext cx="9323387"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35B5C791-03AC-62C6-3360-40699897C7B4}"/>
              </a:ext>
            </a:extLst>
          </p:cNvPr>
          <p:cNvSpPr>
            <a:spLocks noGrp="1"/>
          </p:cNvSpPr>
          <p:nvPr>
            <p:ph idx="1"/>
          </p:nvPr>
        </p:nvSpPr>
        <p:spPr/>
        <p:txBody>
          <a:bodyPr>
            <a:noAutofit/>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(Directions 35-38) </a:t>
            </a:r>
            <a:r>
              <a:rPr lang="en-IN" sz="2400" dirty="0">
                <a:latin typeface="Times New Roman" panose="02020603050405020304" pitchFamily="18" charset="0"/>
                <a:ea typeface="Times New Roman" panose="02020603050405020304" pitchFamily="18" charset="0"/>
              </a:rPr>
              <a:t>Study the following information carefully and answer the questions given below.			</a:t>
            </a:r>
            <a:r>
              <a:rPr lang="en-IN" sz="2400" dirty="0">
                <a:solidFill>
                  <a:srgbClr val="00B050"/>
                </a:solidFill>
                <a:latin typeface="Times New Roman" panose="02020603050405020304" pitchFamily="18" charset="0"/>
                <a:cs typeface="Times New Roman" panose="02020603050405020304" pitchFamily="18" charset="0"/>
              </a:rPr>
              <a:t>[TCS]</a:t>
            </a:r>
            <a:endParaRPr lang="en-IN" sz="2400" dirty="0">
              <a:latin typeface="Times New Roman" panose="02020603050405020304" pitchFamily="18" charset="0"/>
              <a:ea typeface="Times New Roman" panose="02020603050405020304" pitchFamily="18" charset="0"/>
            </a:endParaRP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8 persons E, F, G, H, I, J, K and L are seated around a square table - two on each side. There are 3 ladies who are not seated next to each other. J is between L and F. G is between I and F. H, a lady member is second to the left of J. F, a male member is seated opposite to E, a lady member. There is a lady member between F and I.</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35.Who among the following is to the immediate left of F?</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a. G			b. I			c. J			d. H</a:t>
            </a:r>
          </a:p>
          <a:p>
            <a:pPr marL="0" indent="0">
              <a:buNone/>
            </a:pPr>
            <a:endParaRPr lang="en-IN" sz="2400" dirty="0"/>
          </a:p>
        </p:txBody>
      </p:sp>
      <p:sp>
        <p:nvSpPr>
          <p:cNvPr id="4" name="Footer Placeholder 3">
            <a:extLst>
              <a:ext uri="{FF2B5EF4-FFF2-40B4-BE49-F238E27FC236}">
                <a16:creationId xmlns:a16="http://schemas.microsoft.com/office/drawing/2014/main" id="{86D0C157-24E9-D83C-5293-50CB6F89B4D7}"/>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Freeform: Shape 71">
            <a:extLst>
              <a:ext uri="{FF2B5EF4-FFF2-40B4-BE49-F238E27FC236}">
                <a16:creationId xmlns:a16="http://schemas.microsoft.com/office/drawing/2014/main" id="{428A75FB-685D-F3B8-C52E-382B27066AA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6942F291-C7C4-C79F-881B-8FB8EF9ADF89}"/>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5" name="Picture 2" descr="KL Deemed to be University Logo">
            <a:extLst>
              <a:ext uri="{FF2B5EF4-FFF2-40B4-BE49-F238E27FC236}">
                <a16:creationId xmlns:a16="http://schemas.microsoft.com/office/drawing/2014/main" id="{2EDF862B-6C06-B996-5992-B89AA217530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5754410"/>
      </p:ext>
    </p:extLst>
  </p:cSld>
  <p:clrMapOvr>
    <a:masterClrMapping/>
  </p:clrMapOvr>
  <p:transition spd="med">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09CFD-3270-4175-A631-64157BA7A9B3}"/>
              </a:ext>
            </a:extLst>
          </p:cNvPr>
          <p:cNvSpPr>
            <a:spLocks noGrp="1"/>
          </p:cNvSpPr>
          <p:nvPr>
            <p:ph type="title"/>
          </p:nvPr>
        </p:nvSpPr>
        <p:spPr>
          <a:xfrm>
            <a:off x="1679738" y="136525"/>
            <a:ext cx="9237078"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89260F08-F60A-6E32-429A-F3D25056178E}"/>
              </a:ext>
            </a:extLst>
          </p:cNvPr>
          <p:cNvSpPr>
            <a:spLocks noGrp="1"/>
          </p:cNvSpPr>
          <p:nvPr>
            <p:ph idx="1"/>
          </p:nvPr>
        </p:nvSpPr>
        <p:spPr/>
        <p:txBody>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(Directions 35-38) </a:t>
            </a:r>
            <a:r>
              <a:rPr lang="en-IN" sz="2400"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8 persons E, F, G, H, I, J, K and L are seated around a square table - two on each side. There are 3 ladies who are not seated next to each other. J is between L and F. G is between I and F. H, a lady member is second to the left of J. F, a male member is seated opposite to E, a lady member. There is a lady member between F and I.</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36.Which of the following statement is true?</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a. J is male, K is female			b. J is female, K is male</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c. J &amp; K are Both are female			d. J &amp; K are Both are male</a:t>
            </a:r>
          </a:p>
          <a:p>
            <a:pPr marL="0" indent="0">
              <a:buNone/>
            </a:pPr>
            <a:endParaRPr lang="en-IN" dirty="0"/>
          </a:p>
          <a:p>
            <a:pPr marL="0" indent="0">
              <a:buNone/>
            </a:pPr>
            <a:endParaRPr lang="en-IN" dirty="0"/>
          </a:p>
          <a:p>
            <a:pPr marL="0" indent="0">
              <a:buNone/>
            </a:pPr>
            <a:endParaRPr lang="en-IN" dirty="0"/>
          </a:p>
        </p:txBody>
      </p:sp>
      <p:sp>
        <p:nvSpPr>
          <p:cNvPr id="4" name="Footer Placeholder 3">
            <a:extLst>
              <a:ext uri="{FF2B5EF4-FFF2-40B4-BE49-F238E27FC236}">
                <a16:creationId xmlns:a16="http://schemas.microsoft.com/office/drawing/2014/main" id="{368E93ED-86CD-5462-B5EE-759DB3D46EFD}"/>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9F707576-40ED-946F-6198-9FD5F946107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DB8F7977-ACC6-D3D5-72EA-E414719DC3B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21FF6220-9DD0-80E1-6E8A-4ADF2692B1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86651835"/>
      </p:ext>
    </p:extLst>
  </p:cSld>
  <p:clrMapOvr>
    <a:masterClrMapping/>
  </p:clrMapOvr>
  <p:transition spd="med">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956C48-2A0C-2DEA-7F4B-A6CF719B9270}"/>
              </a:ext>
            </a:extLst>
          </p:cNvPr>
          <p:cNvSpPr>
            <a:spLocks noGrp="1"/>
          </p:cNvSpPr>
          <p:nvPr>
            <p:ph type="title"/>
          </p:nvPr>
        </p:nvSpPr>
        <p:spPr>
          <a:xfrm>
            <a:off x="1763713" y="76200"/>
            <a:ext cx="9246409"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83C9D8E-505C-D551-C184-57BC8E9AE5CB}"/>
              </a:ext>
            </a:extLst>
          </p:cNvPr>
          <p:cNvSpPr>
            <a:spLocks noGrp="1"/>
          </p:cNvSpPr>
          <p:nvPr>
            <p:ph idx="1"/>
          </p:nvPr>
        </p:nvSpPr>
        <p:spPr/>
        <p:txBody>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(Directions 35-38) </a:t>
            </a:r>
            <a:r>
              <a:rPr lang="en-IN" sz="2400"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8 persons E, F, G, H, I, J, K and L are seated around a square table - two on each side. There are 3 ladies who are not seated next to each other. J is between L and F. G is between I and F. H, a lady member is second to the left of J. F, a male member is seated opposite to E, a lady member. There is a lady member between F and I.</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37.How many persons are seated between K and F?</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a. 1			b. 2			c. 3			d. 4</a:t>
            </a:r>
          </a:p>
          <a:p>
            <a:pPr marL="0" indent="0">
              <a:buNone/>
            </a:pPr>
            <a:endParaRPr lang="en-IN" dirty="0"/>
          </a:p>
        </p:txBody>
      </p:sp>
      <p:sp>
        <p:nvSpPr>
          <p:cNvPr id="4" name="Footer Placeholder 3">
            <a:extLst>
              <a:ext uri="{FF2B5EF4-FFF2-40B4-BE49-F238E27FC236}">
                <a16:creationId xmlns:a16="http://schemas.microsoft.com/office/drawing/2014/main" id="{EFAED5A1-68F9-CB07-FC3A-383666C87755}"/>
              </a:ext>
            </a:extLst>
          </p:cNvPr>
          <p:cNvSpPr>
            <a:spLocks noGrp="1"/>
          </p:cNvSpPr>
          <p:nvPr>
            <p:ph type="ftr" sz="quarter" idx="11"/>
          </p:nvPr>
        </p:nvSpPr>
        <p:spPr/>
        <p:txBody>
          <a:bodyPr/>
          <a:lstStyle/>
          <a:p>
            <a:pPr>
              <a:defRPr/>
            </a:pPr>
            <a:r>
              <a:rPr lang="en-IN" dirty="0"/>
              <a:t>QUANT &amp; REASONING DEPARTMENT</a:t>
            </a:r>
          </a:p>
        </p:txBody>
      </p:sp>
      <p:sp>
        <p:nvSpPr>
          <p:cNvPr id="5" name="Freeform: Shape 71">
            <a:extLst>
              <a:ext uri="{FF2B5EF4-FFF2-40B4-BE49-F238E27FC236}">
                <a16:creationId xmlns:a16="http://schemas.microsoft.com/office/drawing/2014/main" id="{D24E5D75-8017-F9AA-227E-1E7229FEBDBC}"/>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A5294B33-D6DE-1377-E1AA-D3A2798A742C}"/>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8C500632-5BA8-9006-F700-20B26FD55A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20256591"/>
      </p:ext>
    </p:extLst>
  </p:cSld>
  <p:clrMapOvr>
    <a:masterClrMapping/>
  </p:clrMapOvr>
  <p:transition spd="med">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7B3F3C-0E85-B26D-E69F-D544F3403BDC}"/>
              </a:ext>
            </a:extLst>
          </p:cNvPr>
          <p:cNvSpPr>
            <a:spLocks noGrp="1"/>
          </p:cNvSpPr>
          <p:nvPr>
            <p:ph type="title"/>
          </p:nvPr>
        </p:nvSpPr>
        <p:spPr>
          <a:xfrm>
            <a:off x="1763713" y="76200"/>
            <a:ext cx="9199756"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POLYGONAL SEATING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4B3529F1-7424-4B7D-B98B-429277CBAF47}"/>
              </a:ext>
            </a:extLst>
          </p:cNvPr>
          <p:cNvSpPr>
            <a:spLocks noGrp="1"/>
          </p:cNvSpPr>
          <p:nvPr>
            <p:ph idx="1"/>
          </p:nvPr>
        </p:nvSpPr>
        <p:spPr/>
        <p:txBody>
          <a:bodyPr/>
          <a:lstStyle/>
          <a:p>
            <a:pPr marL="0" indent="0">
              <a:buNone/>
            </a:pPr>
            <a:r>
              <a:rPr lang="en-US" altLang="en-US" sz="2400" dirty="0">
                <a:solidFill>
                  <a:schemeClr val="tx2"/>
                </a:solidFill>
                <a:latin typeface="Times New Roman" panose="02020603050405020304" pitchFamily="18" charset="0"/>
                <a:cs typeface="Times New Roman" panose="02020603050405020304" pitchFamily="18" charset="0"/>
              </a:rPr>
              <a:t>(Directions 35-38) </a:t>
            </a:r>
            <a:r>
              <a:rPr lang="en-IN" sz="2400" dirty="0">
                <a:latin typeface="Times New Roman" panose="02020603050405020304" pitchFamily="18" charset="0"/>
                <a:ea typeface="Times New Roman" panose="02020603050405020304" pitchFamily="18" charset="0"/>
              </a:rPr>
              <a:t>Study the following information carefully and answer the questions given below.</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8 persons E, F, G, H, I, J, K and L are seated around a square table - two on each side. There are 3 ladies who are not seated next to each other. J is between L and F. G is between I and F. H, a lady member is second to the left of J. F, a male member is seated opposite to E, a lady member. There is a lady member between F and I.</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38.Who among the following are three lady members?</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a. E, H and J				b. E, F and G</a:t>
            </a:r>
          </a:p>
          <a:p>
            <a:pPr marL="0" indent="0">
              <a:buNone/>
            </a:pPr>
            <a:r>
              <a:rPr lang="en-IN" sz="2400" dirty="0">
                <a:solidFill>
                  <a:schemeClr val="tx2"/>
                </a:solidFill>
                <a:latin typeface="Times New Roman" panose="02020603050405020304" pitchFamily="18" charset="0"/>
                <a:ea typeface="Cambria" panose="02040503050406030204" pitchFamily="18" charset="0"/>
                <a:cs typeface="Times New Roman" panose="02020603050405020304" pitchFamily="18" charset="0"/>
              </a:rPr>
              <a:t>c. E, H and G				d. C, H and J</a:t>
            </a:r>
          </a:p>
          <a:p>
            <a:pPr marL="0" indent="0">
              <a:buNone/>
            </a:pPr>
            <a:endParaRPr lang="en-IN" dirty="0"/>
          </a:p>
        </p:txBody>
      </p:sp>
      <p:sp>
        <p:nvSpPr>
          <p:cNvPr id="4" name="Footer Placeholder 3">
            <a:extLst>
              <a:ext uri="{FF2B5EF4-FFF2-40B4-BE49-F238E27FC236}">
                <a16:creationId xmlns:a16="http://schemas.microsoft.com/office/drawing/2014/main" id="{2767141E-B847-BD60-B1E1-5B2A25017809}"/>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A0D43B84-4717-C22D-899D-4E8EEF57B3D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343E0F60-E573-1028-9D31-3C84FB9DB80F}"/>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8B9AEE92-0668-F23D-CC8E-8C14703207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09280530"/>
      </p:ext>
    </p:extLst>
  </p:cSld>
  <p:clrMapOvr>
    <a:masterClrMapping/>
  </p:clrMapOvr>
  <p:transition spd="med">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BDC2D-C30F-D3A0-D885-2DE85CEA6EB9}"/>
              </a:ext>
            </a:extLst>
          </p:cNvPr>
          <p:cNvSpPr>
            <a:spLocks noGrp="1"/>
          </p:cNvSpPr>
          <p:nvPr>
            <p:ph type="title"/>
          </p:nvPr>
        </p:nvSpPr>
        <p:spPr>
          <a:xfrm>
            <a:off x="1763713" y="76200"/>
            <a:ext cx="9321800"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D882DAEE-A4E1-E4EE-E290-D431D8B0EECB}"/>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Direction: (39-40) Study the following information carefully to answer the given questions. Seven boxes P, Q, R, S, T, U and V are kept one above the other like a stack, but not necessarily in the same order. The bottommost box is numbered 1 and topmost box is numbered 7</a:t>
            </a:r>
          </a:p>
          <a:p>
            <a:pPr marL="0" indent="0">
              <a:buNone/>
            </a:pPr>
            <a:r>
              <a:rPr lang="en-US" dirty="0">
                <a:latin typeface="Times New Roman" panose="02020603050405020304" pitchFamily="18" charset="0"/>
                <a:cs typeface="Times New Roman" panose="02020603050405020304" pitchFamily="18" charset="0"/>
              </a:rPr>
              <a:t>Only two boxes between Q and U. Only three boxes between T and V, which is below T. Box V is not the bottom most position. Box R is above box S. Number of boxes between V and U is same as between T and P. The number of boxes above and below U is same.</a:t>
            </a:r>
          </a:p>
          <a:p>
            <a:pPr marL="0" indent="0">
              <a:buNone/>
            </a:pPr>
            <a:r>
              <a:rPr lang="en-US" dirty="0">
                <a:latin typeface="Times New Roman" panose="02020603050405020304" pitchFamily="18" charset="0"/>
                <a:cs typeface="Times New Roman" panose="02020603050405020304" pitchFamily="18" charset="0"/>
              </a:rPr>
              <a:t>39.How many boxes between R and Q? 			</a:t>
            </a:r>
            <a:r>
              <a:rPr lang="en-IN" dirty="0">
                <a:solidFill>
                  <a:srgbClr val="00B050"/>
                </a:solidFill>
                <a:latin typeface="Times New Roman" panose="02020603050405020304" pitchFamily="18" charset="0"/>
                <a:cs typeface="Times New Roman" panose="02020603050405020304" pitchFamily="18" charset="0"/>
              </a:rPr>
              <a:t> [Accenture]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Two b) Four c) Three d) One e) More than four</a:t>
            </a:r>
            <a:endParaRPr lang="en-IN" dirty="0">
              <a:latin typeface="Times New Roman" panose="020206030504050203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4FA0896-E8E8-1F3D-BAD6-3D8C1FF51945}"/>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5" name="Freeform: Shape 71">
            <a:extLst>
              <a:ext uri="{FF2B5EF4-FFF2-40B4-BE49-F238E27FC236}">
                <a16:creationId xmlns:a16="http://schemas.microsoft.com/office/drawing/2014/main" id="{17DE9694-AC1F-48E1-0ADD-400F13073086}"/>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6" name="Freeform: Shape 75">
            <a:extLst>
              <a:ext uri="{FF2B5EF4-FFF2-40B4-BE49-F238E27FC236}">
                <a16:creationId xmlns:a16="http://schemas.microsoft.com/office/drawing/2014/main" id="{A6162D54-1D9A-8991-473F-2B5071781A40}"/>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7" name="Picture 2" descr="KL Deemed to be University Logo">
            <a:extLst>
              <a:ext uri="{FF2B5EF4-FFF2-40B4-BE49-F238E27FC236}">
                <a16:creationId xmlns:a16="http://schemas.microsoft.com/office/drawing/2014/main" id="{4D7D86CA-5A77-DAC2-6D8B-E5A99C49D7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107771378"/>
      </p:ext>
    </p:extLst>
  </p:cSld>
  <p:clrMapOvr>
    <a:masterClrMapping/>
  </p:clrMapOvr>
  <p:transition spd="med">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783C7F-D2B7-FFF8-C484-C38B821FC450}"/>
              </a:ext>
            </a:extLst>
          </p:cNvPr>
          <p:cNvSpPr>
            <a:spLocks noGrp="1"/>
          </p:cNvSpPr>
          <p:nvPr>
            <p:ph type="title"/>
          </p:nvPr>
        </p:nvSpPr>
        <p:spPr>
          <a:xfrm>
            <a:off x="1679510" y="76200"/>
            <a:ext cx="9406003"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ARRANGEMENTs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3" name="Content Placeholder 2">
            <a:extLst>
              <a:ext uri="{FF2B5EF4-FFF2-40B4-BE49-F238E27FC236}">
                <a16:creationId xmlns:a16="http://schemas.microsoft.com/office/drawing/2014/main" id="{F5AFC628-8703-9F4D-1A37-2F3A234C8866}"/>
              </a:ext>
            </a:extLst>
          </p:cNvPr>
          <p:cNvSpPr>
            <a:spLocks noGrp="1"/>
          </p:cNvSpPr>
          <p:nvPr>
            <p:ph idx="1"/>
          </p:nvPr>
        </p:nvSpPr>
        <p:spPr/>
        <p:txBody>
          <a:bodyPr/>
          <a:lstStyle/>
          <a:p>
            <a:pPr marL="0" indent="0">
              <a:buNone/>
            </a:pPr>
            <a:r>
              <a:rPr lang="en-US" dirty="0">
                <a:latin typeface="Times New Roman" panose="02020603050405020304" pitchFamily="18" charset="0"/>
                <a:cs typeface="Times New Roman" panose="02020603050405020304" pitchFamily="18" charset="0"/>
              </a:rPr>
              <a:t>Direction: (39-40) Study the following information carefully to answer the given questions. Seven boxes P, Q, R, S, T, U and V are kept one above the other like a stack, but not necessarily in the same order. The bottommost box is numbered 1 and topmost box is numbered 7</a:t>
            </a:r>
          </a:p>
          <a:p>
            <a:pPr marL="0" indent="0">
              <a:buNone/>
            </a:pPr>
            <a:r>
              <a:rPr lang="en-US" dirty="0">
                <a:latin typeface="Times New Roman" panose="02020603050405020304" pitchFamily="18" charset="0"/>
                <a:cs typeface="Times New Roman" panose="02020603050405020304" pitchFamily="18" charset="0"/>
              </a:rPr>
              <a:t>Only two boxes between Q and U. Only three boxes between T and V, which is below T. Box V is not the bottom most position. Box R is above box S. Number of boxes between V and U is same as between T and P. The number of boxes above and below U is same.</a:t>
            </a:r>
          </a:p>
          <a:p>
            <a:pPr marL="0" indent="0">
              <a:buNone/>
            </a:pPr>
            <a:r>
              <a:rPr lang="en-US" dirty="0">
                <a:latin typeface="Times New Roman" panose="02020603050405020304" pitchFamily="18" charset="0"/>
                <a:cs typeface="Times New Roman" panose="02020603050405020304" pitchFamily="18" charset="0"/>
              </a:rPr>
              <a:t>40.How many boxes below box V?			</a:t>
            </a:r>
            <a:r>
              <a:rPr lang="en-IN" dirty="0">
                <a:solidFill>
                  <a:srgbClr val="00B050"/>
                </a:solidFill>
                <a:latin typeface="Times New Roman" panose="02020603050405020304" pitchFamily="18" charset="0"/>
                <a:cs typeface="Times New Roman" panose="02020603050405020304" pitchFamily="18" charset="0"/>
              </a:rPr>
              <a:t> [Accenture]</a:t>
            </a:r>
            <a:endParaRPr lang="en-US"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a) Two b) Four c) Three d) One e) More than four</a:t>
            </a:r>
            <a:endParaRPr lang="en-IN" dirty="0">
              <a:latin typeface="Times New Roman" panose="02020603050405020304" pitchFamily="18" charset="0"/>
              <a:cs typeface="Times New Roman" panose="02020603050405020304" pitchFamily="18" charset="0"/>
            </a:endParaRPr>
          </a:p>
          <a:p>
            <a:pPr marL="0" indent="0">
              <a:buNone/>
            </a:pPr>
            <a:endParaRPr lang="en-IN" dirty="0"/>
          </a:p>
        </p:txBody>
      </p:sp>
      <p:sp>
        <p:nvSpPr>
          <p:cNvPr id="4" name="Footer Placeholder 3">
            <a:extLst>
              <a:ext uri="{FF2B5EF4-FFF2-40B4-BE49-F238E27FC236}">
                <a16:creationId xmlns:a16="http://schemas.microsoft.com/office/drawing/2014/main" id="{B4DF37DA-D15C-8285-B5DD-BE154A02980A}"/>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Freeform: Shape 71">
            <a:extLst>
              <a:ext uri="{FF2B5EF4-FFF2-40B4-BE49-F238E27FC236}">
                <a16:creationId xmlns:a16="http://schemas.microsoft.com/office/drawing/2014/main" id="{FB8402D3-0F41-697D-346A-10C7CD9F476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4B1F0FED-4FE5-03B2-2D5F-767523693ECE}"/>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9" name="Picture 2" descr="KL Deemed to be University Logo">
            <a:extLst>
              <a:ext uri="{FF2B5EF4-FFF2-40B4-BE49-F238E27FC236}">
                <a16:creationId xmlns:a16="http://schemas.microsoft.com/office/drawing/2014/main" id="{10A6A02B-D26D-D40F-3E18-4B4C47346D0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78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44972142"/>
      </p:ext>
    </p:extLst>
  </p:cSld>
  <p:clrMapOvr>
    <a:masterClrMapping/>
  </p:clrMapOvr>
  <p:transition spd="med">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0B30A-9EAF-1E95-0E00-1CD89DD34A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176DE23-EA29-9E58-A29C-356583B2CECC}"/>
              </a:ext>
            </a:extLst>
          </p:cNvPr>
          <p:cNvSpPr>
            <a:spLocks noGrp="1"/>
          </p:cNvSpPr>
          <p:nvPr>
            <p:ph type="title"/>
          </p:nvPr>
        </p:nvSpPr>
        <p:spPr>
          <a:xfrm>
            <a:off x="1679510" y="76200"/>
            <a:ext cx="9406003"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PUZZLES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4" name="Footer Placeholder 3">
            <a:extLst>
              <a:ext uri="{FF2B5EF4-FFF2-40B4-BE49-F238E27FC236}">
                <a16:creationId xmlns:a16="http://schemas.microsoft.com/office/drawing/2014/main" id="{8306019C-537C-F14F-1CB1-240F6ACFAFAF}"/>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Freeform: Shape 71">
            <a:extLst>
              <a:ext uri="{FF2B5EF4-FFF2-40B4-BE49-F238E27FC236}">
                <a16:creationId xmlns:a16="http://schemas.microsoft.com/office/drawing/2014/main" id="{BD063648-31E6-4F36-D00E-24AB0F032111}"/>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B53DC1FD-B4BB-5960-1621-F467A9073161}"/>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9" name="Picture 2" descr="KL Deemed to be University Logo">
            <a:extLst>
              <a:ext uri="{FF2B5EF4-FFF2-40B4-BE49-F238E27FC236}">
                <a16:creationId xmlns:a16="http://schemas.microsoft.com/office/drawing/2014/main" id="{0A7F6DC3-1409-0267-C0B1-AB31FF4509C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688513" y="46038"/>
            <a:ext cx="2503487" cy="78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TextBox 10">
            <a:extLst>
              <a:ext uri="{FF2B5EF4-FFF2-40B4-BE49-F238E27FC236}">
                <a16:creationId xmlns:a16="http://schemas.microsoft.com/office/drawing/2014/main" id="{2D8E570E-3E92-FF7D-5369-4BF7F2420045}"/>
              </a:ext>
            </a:extLst>
          </p:cNvPr>
          <p:cNvSpPr txBox="1"/>
          <p:nvPr/>
        </p:nvSpPr>
        <p:spPr>
          <a:xfrm>
            <a:off x="1212980" y="1462703"/>
            <a:ext cx="10618236" cy="4893647"/>
          </a:xfrm>
          <a:prstGeom prst="rect">
            <a:avLst/>
          </a:prstGeom>
          <a:noFill/>
        </p:spPr>
        <p:txBody>
          <a:bodyPr wrap="square">
            <a:spAutoFit/>
          </a:bodyPr>
          <a:lstStyle/>
          <a:p>
            <a:pPr algn="l">
              <a:buNone/>
            </a:pPr>
            <a:r>
              <a:rPr lang="en-US" sz="2000" b="1" i="0" dirty="0">
                <a:solidFill>
                  <a:srgbClr val="212529"/>
                </a:solidFill>
                <a:effectLst/>
                <a:latin typeface="Arial" panose="020B0604020202020204" pitchFamily="34" charset="0"/>
              </a:rPr>
              <a:t>Study the following information carefully and answer the below questions.</a:t>
            </a:r>
            <a:endParaRPr lang="en-US" b="1" i="0" dirty="0">
              <a:solidFill>
                <a:srgbClr val="212529"/>
              </a:solidFill>
              <a:effectLst/>
              <a:latin typeface="Arial" panose="020B0604020202020204" pitchFamily="34" charset="0"/>
            </a:endParaRPr>
          </a:p>
          <a:p>
            <a:pPr algn="l">
              <a:buNone/>
            </a:pPr>
            <a:endParaRPr lang="en-US" b="0" i="0" dirty="0">
              <a:solidFill>
                <a:srgbClr val="212529"/>
              </a:solidFill>
              <a:effectLst/>
              <a:latin typeface="Arial" panose="020B0604020202020204" pitchFamily="34" charset="0"/>
            </a:endParaRPr>
          </a:p>
          <a:p>
            <a:pPr algn="l">
              <a:buNone/>
            </a:pPr>
            <a:r>
              <a:rPr lang="en-US" b="0" i="0" dirty="0">
                <a:solidFill>
                  <a:srgbClr val="212529"/>
                </a:solidFill>
                <a:effectLst/>
                <a:latin typeface="Arial" panose="020B0604020202020204" pitchFamily="34" charset="0"/>
              </a:rPr>
              <a:t>Nine persons – B, F, H, K, O, S, U, W, and Z are sitting around a circular table in such a way that some of them are facing the center whereas other sits facing away from the center. Not more than two persons sitting together are facing in the same direction.</a:t>
            </a:r>
          </a:p>
          <a:p>
            <a:pPr algn="l">
              <a:buNone/>
            </a:pPr>
            <a:endParaRPr lang="en-US" sz="2000" b="0" i="0" dirty="0">
              <a:solidFill>
                <a:srgbClr val="212529"/>
              </a:solidFill>
              <a:effectLst/>
              <a:latin typeface="Arial" panose="020B0604020202020204" pitchFamily="34" charset="0"/>
            </a:endParaRPr>
          </a:p>
          <a:p>
            <a:pPr algn="l">
              <a:buNone/>
            </a:pPr>
            <a:r>
              <a:rPr lang="en-US" sz="2400" b="0" i="0" dirty="0">
                <a:solidFill>
                  <a:srgbClr val="212529"/>
                </a:solidFill>
                <a:effectLst/>
                <a:latin typeface="Arial" panose="020B0604020202020204" pitchFamily="34" charset="0"/>
              </a:rPr>
              <a:t>O sits third to the right of F, both are facing in the same direction. Neither O nor F sits adjacent to K. The person sitting immediate right of K sits fourth to the right of U. U doesn’t sit adjacent to O but sits facing center.  K and S, who doesn’t sit adjacent to F, are sitting second to the right of each other. Z sits third to the right of B. Neither S nor F sits adjacent to B. The persons sitting adjacent to B are facing in opposite direction.  H and W are sitting second to the left of each other. W and K are not sitting together. Z and O are facing the same direction.</a:t>
            </a:r>
          </a:p>
        </p:txBody>
      </p:sp>
    </p:spTree>
    <p:extLst>
      <p:ext uri="{BB962C8B-B14F-4D97-AF65-F5344CB8AC3E}">
        <p14:creationId xmlns:p14="http://schemas.microsoft.com/office/powerpoint/2010/main" val="425351861"/>
      </p:ext>
    </p:extLst>
  </p:cSld>
  <p:clrMapOvr>
    <a:masterClrMapping/>
  </p:clrMapOvr>
  <p:transition spd="med">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14AC86-415F-3B42-928C-F39B7C093709}"/>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F546DD3B-5B5B-2916-38DF-19E1AC1ABA69}"/>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Freeform: Shape 71">
            <a:extLst>
              <a:ext uri="{FF2B5EF4-FFF2-40B4-BE49-F238E27FC236}">
                <a16:creationId xmlns:a16="http://schemas.microsoft.com/office/drawing/2014/main" id="{16072C91-A6D9-D686-9B01-F68DCA077222}"/>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0AD89298-25BA-695F-EA0F-C7B3FA621B2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9" name="Picture 2" descr="KL Deemed to be University Logo">
            <a:extLst>
              <a:ext uri="{FF2B5EF4-FFF2-40B4-BE49-F238E27FC236}">
                <a16:creationId xmlns:a16="http://schemas.microsoft.com/office/drawing/2014/main" id="{D4C17750-F4FA-2902-53CE-7E1253516A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78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BD54F4DC-1572-909A-AF9E-8CC3904F2C46}"/>
              </a:ext>
            </a:extLst>
          </p:cNvPr>
          <p:cNvSpPr txBox="1">
            <a:spLocks/>
          </p:cNvSpPr>
          <p:nvPr/>
        </p:nvSpPr>
        <p:spPr bwMode="auto">
          <a:xfrm>
            <a:off x="1679510" y="76200"/>
            <a:ext cx="940600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r>
              <a:rPr lang="en-IN" b="1" dirty="0">
                <a:solidFill>
                  <a:srgbClr val="FF0000"/>
                </a:solidFill>
                <a:latin typeface="Algerian" panose="04020705040A02060702" pitchFamily="82" charset="0"/>
                <a:cs typeface="Times New Roman" panose="02020603050405020304" pitchFamily="18" charset="0"/>
              </a:rPr>
              <a:t>			PUZZLES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Tree>
    <p:extLst>
      <p:ext uri="{BB962C8B-B14F-4D97-AF65-F5344CB8AC3E}">
        <p14:creationId xmlns:p14="http://schemas.microsoft.com/office/powerpoint/2010/main" val="2589449181"/>
      </p:ext>
    </p:extLst>
  </p:cSld>
  <p:clrMapOvr>
    <a:masterClrMapping/>
  </p:clrMapOvr>
  <p:transition spd="med">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B7C746-686F-A805-0386-144F83242AC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F5658E-D28F-6F71-6C72-7EDB634E1216}"/>
              </a:ext>
            </a:extLst>
          </p:cNvPr>
          <p:cNvSpPr>
            <a:spLocks noGrp="1"/>
          </p:cNvSpPr>
          <p:nvPr>
            <p:ph type="title"/>
          </p:nvPr>
        </p:nvSpPr>
        <p:spPr>
          <a:xfrm>
            <a:off x="1679510" y="76200"/>
            <a:ext cx="9406003"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4" name="Footer Placeholder 3">
            <a:extLst>
              <a:ext uri="{FF2B5EF4-FFF2-40B4-BE49-F238E27FC236}">
                <a16:creationId xmlns:a16="http://schemas.microsoft.com/office/drawing/2014/main" id="{22A45304-77F9-B254-FEBD-B6CE96072BB4}"/>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Freeform: Shape 71">
            <a:extLst>
              <a:ext uri="{FF2B5EF4-FFF2-40B4-BE49-F238E27FC236}">
                <a16:creationId xmlns:a16="http://schemas.microsoft.com/office/drawing/2014/main" id="{BA2752C4-F4FE-5406-BB09-DF3EB12E23EA}"/>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CDEEA1E8-57BC-8C3A-EA21-79E1096AA83A}"/>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9" name="Picture 2" descr="KL Deemed to be University Logo">
            <a:extLst>
              <a:ext uri="{FF2B5EF4-FFF2-40B4-BE49-F238E27FC236}">
                <a16:creationId xmlns:a16="http://schemas.microsoft.com/office/drawing/2014/main" id="{D0A2CB36-09C2-C8AC-054B-DC6B12DF45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78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itle 1">
            <a:extLst>
              <a:ext uri="{FF2B5EF4-FFF2-40B4-BE49-F238E27FC236}">
                <a16:creationId xmlns:a16="http://schemas.microsoft.com/office/drawing/2014/main" id="{0C8019D5-3086-1FDA-E671-16860792D620}"/>
              </a:ext>
            </a:extLst>
          </p:cNvPr>
          <p:cNvSpPr txBox="1">
            <a:spLocks/>
          </p:cNvSpPr>
          <p:nvPr/>
        </p:nvSpPr>
        <p:spPr bwMode="auto">
          <a:xfrm>
            <a:off x="1831910" y="228600"/>
            <a:ext cx="940600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r>
              <a:rPr lang="en-IN" b="1" dirty="0">
                <a:solidFill>
                  <a:srgbClr val="FF0000"/>
                </a:solidFill>
                <a:latin typeface="Algerian" panose="04020705040A02060702" pitchFamily="82" charset="0"/>
                <a:cs typeface="Times New Roman" panose="02020603050405020304" pitchFamily="18" charset="0"/>
              </a:rPr>
              <a:t>			PUZZLES</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Tree>
    <p:extLst>
      <p:ext uri="{BB962C8B-B14F-4D97-AF65-F5344CB8AC3E}">
        <p14:creationId xmlns:p14="http://schemas.microsoft.com/office/powerpoint/2010/main" val="2185185000"/>
      </p:ext>
    </p:extLst>
  </p:cSld>
  <p:clrMapOvr>
    <a:masterClrMapping/>
  </p:clrMapOvr>
  <p:transition spd="med">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02357C-4ABE-EB2B-C6E4-6A71A104F6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E066B-DB39-687E-8F6E-8DF1D055AEF2}"/>
              </a:ext>
            </a:extLst>
          </p:cNvPr>
          <p:cNvSpPr>
            <a:spLocks noGrp="1"/>
          </p:cNvSpPr>
          <p:nvPr>
            <p:ph type="title"/>
          </p:nvPr>
        </p:nvSpPr>
        <p:spPr>
          <a:xfrm>
            <a:off x="1679510" y="76200"/>
            <a:ext cx="9406003" cy="1096963"/>
          </a:xfrm>
        </p:spPr>
        <p:txBody>
          <a:bodyPr/>
          <a:lstStyle/>
          <a:p>
            <a:r>
              <a:rPr lang="en-IN" b="1" dirty="0">
                <a:solidFill>
                  <a:srgbClr val="FF0000"/>
                </a:solidFill>
                <a:latin typeface="Algerian" panose="04020705040A02060702" pitchFamily="82" charset="0"/>
                <a:cs typeface="Times New Roman" panose="02020603050405020304" pitchFamily="18" charset="0"/>
              </a:rPr>
              <a:t>			</a:t>
            </a:r>
            <a:br>
              <a:rPr lang="en-IN" b="1" dirty="0">
                <a:solidFill>
                  <a:srgbClr val="FF0000"/>
                </a:solidFill>
                <a:latin typeface="Algerian" panose="04020705040A02060702" pitchFamily="82" charset="0"/>
                <a:cs typeface="Times New Roman" panose="02020603050405020304" pitchFamily="18" charset="0"/>
              </a:rPr>
            </a:br>
            <a:endParaRPr lang="en-IN" dirty="0"/>
          </a:p>
        </p:txBody>
      </p:sp>
      <p:sp>
        <p:nvSpPr>
          <p:cNvPr id="4" name="Footer Placeholder 3">
            <a:extLst>
              <a:ext uri="{FF2B5EF4-FFF2-40B4-BE49-F238E27FC236}">
                <a16:creationId xmlns:a16="http://schemas.microsoft.com/office/drawing/2014/main" id="{89A0B0E1-6401-78AA-37B2-B3C1387B36FD}"/>
              </a:ext>
            </a:extLst>
          </p:cNvPr>
          <p:cNvSpPr>
            <a:spLocks noGrp="1"/>
          </p:cNvSpPr>
          <p:nvPr>
            <p:ph type="ftr" sz="quarter" idx="11"/>
          </p:nvPr>
        </p:nvSpPr>
        <p:spPr/>
        <p:txBody>
          <a:bodyPr/>
          <a:lstStyle/>
          <a:p>
            <a:pPr>
              <a:defRPr/>
            </a:pPr>
            <a:r>
              <a:rPr lang="en-IN" b="1" dirty="0">
                <a:solidFill>
                  <a:srgbClr val="FF0000"/>
                </a:solidFill>
              </a:rPr>
              <a:t>QUANT &amp; REASONING DEPARTMENT</a:t>
            </a:r>
          </a:p>
        </p:txBody>
      </p:sp>
      <p:sp>
        <p:nvSpPr>
          <p:cNvPr id="7" name="Freeform: Shape 71">
            <a:extLst>
              <a:ext uri="{FF2B5EF4-FFF2-40B4-BE49-F238E27FC236}">
                <a16:creationId xmlns:a16="http://schemas.microsoft.com/office/drawing/2014/main" id="{4DC93623-C3E5-0802-A0F0-B05B1C3AE129}"/>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8" name="Freeform: Shape 75">
            <a:extLst>
              <a:ext uri="{FF2B5EF4-FFF2-40B4-BE49-F238E27FC236}">
                <a16:creationId xmlns:a16="http://schemas.microsoft.com/office/drawing/2014/main" id="{93480A97-2C33-CB31-B4BD-0312A0F76E5D}"/>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pic>
        <p:nvPicPr>
          <p:cNvPr id="9" name="Picture 2" descr="KL Deemed to be University Logo">
            <a:extLst>
              <a:ext uri="{FF2B5EF4-FFF2-40B4-BE49-F238E27FC236}">
                <a16:creationId xmlns:a16="http://schemas.microsoft.com/office/drawing/2014/main" id="{722921B8-4663-3B3D-493C-BE9A021CA7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88513" y="46038"/>
            <a:ext cx="2503487" cy="7843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Title 1">
            <a:extLst>
              <a:ext uri="{FF2B5EF4-FFF2-40B4-BE49-F238E27FC236}">
                <a16:creationId xmlns:a16="http://schemas.microsoft.com/office/drawing/2014/main" id="{77A25B81-69A1-CB8A-CF32-AE66DA25F869}"/>
              </a:ext>
            </a:extLst>
          </p:cNvPr>
          <p:cNvSpPr txBox="1">
            <a:spLocks/>
          </p:cNvSpPr>
          <p:nvPr/>
        </p:nvSpPr>
        <p:spPr bwMode="auto">
          <a:xfrm>
            <a:off x="1831910" y="228600"/>
            <a:ext cx="9406003"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b" anchorCtr="0" compatLnSpc="1">
            <a:prstTxWarp prst="textNoShape">
              <a:avLst/>
            </a:prstTxWarp>
          </a:bodyPr>
          <a:lstStyle>
            <a:lvl1pPr algn="l" rtl="0" eaLnBrk="0" fontAlgn="base" hangingPunct="0">
              <a:lnSpc>
                <a:spcPct val="90000"/>
              </a:lnSpc>
              <a:spcBef>
                <a:spcPct val="0"/>
              </a:spcBef>
              <a:spcAft>
                <a:spcPct val="0"/>
              </a:spcAft>
              <a:defRPr sz="2800" kern="1200">
                <a:solidFill>
                  <a:schemeClr val="tx1"/>
                </a:solidFill>
                <a:latin typeface="+mj-lt"/>
                <a:ea typeface="+mj-ea"/>
                <a:cs typeface="+mj-cs"/>
              </a:defRPr>
            </a:lvl1pPr>
            <a:lvl2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2pPr>
            <a:lvl3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3pPr>
            <a:lvl4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4pPr>
            <a:lvl5pPr algn="l" rtl="0" eaLnBrk="0" fontAlgn="base" hangingPunct="0">
              <a:lnSpc>
                <a:spcPct val="90000"/>
              </a:lnSpc>
              <a:spcBef>
                <a:spcPct val="0"/>
              </a:spcBef>
              <a:spcAft>
                <a:spcPct val="0"/>
              </a:spcAft>
              <a:defRPr sz="2800">
                <a:solidFill>
                  <a:schemeClr val="tx1"/>
                </a:solidFill>
                <a:latin typeface="Plantagenet Cherokee" panose="02020602070100000000" pitchFamily="18" charset="0"/>
              </a:defRPr>
            </a:lvl5pPr>
            <a:lvl6pPr marL="457200" algn="l" rtl="0" fontAlgn="base">
              <a:lnSpc>
                <a:spcPct val="90000"/>
              </a:lnSpc>
              <a:spcBef>
                <a:spcPct val="0"/>
              </a:spcBef>
              <a:spcAft>
                <a:spcPct val="0"/>
              </a:spcAft>
              <a:defRPr sz="2800">
                <a:solidFill>
                  <a:schemeClr val="tx1"/>
                </a:solidFill>
                <a:latin typeface="Plantagenet Cherokee" panose="02020602070100000000" pitchFamily="18" charset="0"/>
              </a:defRPr>
            </a:lvl6pPr>
            <a:lvl7pPr marL="914400" algn="l" rtl="0" fontAlgn="base">
              <a:lnSpc>
                <a:spcPct val="90000"/>
              </a:lnSpc>
              <a:spcBef>
                <a:spcPct val="0"/>
              </a:spcBef>
              <a:spcAft>
                <a:spcPct val="0"/>
              </a:spcAft>
              <a:defRPr sz="2800">
                <a:solidFill>
                  <a:schemeClr val="tx1"/>
                </a:solidFill>
                <a:latin typeface="Plantagenet Cherokee" panose="02020602070100000000" pitchFamily="18" charset="0"/>
              </a:defRPr>
            </a:lvl7pPr>
            <a:lvl8pPr marL="1371600" algn="l" rtl="0" fontAlgn="base">
              <a:lnSpc>
                <a:spcPct val="90000"/>
              </a:lnSpc>
              <a:spcBef>
                <a:spcPct val="0"/>
              </a:spcBef>
              <a:spcAft>
                <a:spcPct val="0"/>
              </a:spcAft>
              <a:defRPr sz="2800">
                <a:solidFill>
                  <a:schemeClr val="tx1"/>
                </a:solidFill>
                <a:latin typeface="Plantagenet Cherokee" panose="02020602070100000000" pitchFamily="18" charset="0"/>
              </a:defRPr>
            </a:lvl8pPr>
            <a:lvl9pPr marL="1828800" algn="l" rtl="0" fontAlgn="base">
              <a:lnSpc>
                <a:spcPct val="90000"/>
              </a:lnSpc>
              <a:spcBef>
                <a:spcPct val="0"/>
              </a:spcBef>
              <a:spcAft>
                <a:spcPct val="0"/>
              </a:spcAft>
              <a:defRPr sz="2800">
                <a:solidFill>
                  <a:schemeClr val="tx1"/>
                </a:solidFill>
                <a:latin typeface="Plantagenet Cherokee" panose="02020602070100000000" pitchFamily="18" charset="0"/>
              </a:defRPr>
            </a:lvl9pPr>
          </a:lstStyle>
          <a:p>
            <a:r>
              <a:rPr lang="en-IN" b="1">
                <a:solidFill>
                  <a:srgbClr val="FF0000"/>
                </a:solidFill>
                <a:latin typeface="Algerian" panose="04020705040A02060702" pitchFamily="82" charset="0"/>
                <a:cs typeface="Times New Roman" panose="02020603050405020304" pitchFamily="18" charset="0"/>
              </a:rPr>
              <a:t>			PUZZLES</a:t>
            </a:r>
            <a:br>
              <a:rPr lang="en-IN" b="1">
                <a:solidFill>
                  <a:srgbClr val="FF0000"/>
                </a:solidFill>
                <a:latin typeface="Algerian" panose="04020705040A02060702" pitchFamily="82" charset="0"/>
                <a:cs typeface="Times New Roman" panose="02020603050405020304" pitchFamily="18" charset="0"/>
              </a:rPr>
            </a:br>
            <a:endParaRPr lang="en-IN" dirty="0"/>
          </a:p>
        </p:txBody>
      </p:sp>
    </p:spTree>
    <p:extLst>
      <p:ext uri="{BB962C8B-B14F-4D97-AF65-F5344CB8AC3E}">
        <p14:creationId xmlns:p14="http://schemas.microsoft.com/office/powerpoint/2010/main" val="1299397129"/>
      </p:ext>
    </p:extLst>
  </p:cSld>
  <p:clrMapOvr>
    <a:masterClrMapping/>
  </p:clrMapOvr>
  <p:transition spd="med">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6" name="Picture 2" descr="KL Deemed to be University Logo">
            <a:extLst>
              <a:ext uri="{FF2B5EF4-FFF2-40B4-BE49-F238E27FC236}">
                <a16:creationId xmlns:a16="http://schemas.microsoft.com/office/drawing/2014/main" id="{D39B1652-4574-4799-A626-23F395C3A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898063" y="127000"/>
            <a:ext cx="3275012" cy="93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6">
            <a:extLst>
              <a:ext uri="{FF2B5EF4-FFF2-40B4-BE49-F238E27FC236}">
                <a16:creationId xmlns:a16="http://schemas.microsoft.com/office/drawing/2014/main" id="{48A619B6-9B28-4E1E-8758-0A084C98B0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04900" y="1335088"/>
            <a:ext cx="9980613" cy="4929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8" name="TextBox 7">
            <a:extLst>
              <a:ext uri="{FF2B5EF4-FFF2-40B4-BE49-F238E27FC236}">
                <a16:creationId xmlns:a16="http://schemas.microsoft.com/office/drawing/2014/main" id="{73F17BEC-027B-439D-90B1-6A696A126F9D}"/>
              </a:ext>
            </a:extLst>
          </p:cNvPr>
          <p:cNvSpPr txBox="1">
            <a:spLocks noChangeArrowheads="1"/>
          </p:cNvSpPr>
          <p:nvPr/>
        </p:nvSpPr>
        <p:spPr bwMode="auto">
          <a:xfrm>
            <a:off x="3000375" y="5943600"/>
            <a:ext cx="6502400" cy="23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800"/>
              </a:spcBef>
              <a:buFont typeface="Wingdings" panose="05000000000000000000" pitchFamily="2" charset="2"/>
              <a:buChar char="§"/>
              <a:defRPr sz="2000">
                <a:solidFill>
                  <a:schemeClr val="tx1"/>
                </a:solidFill>
                <a:latin typeface="Euphemia" panose="020B0503040102020104" pitchFamily="34" charset="0"/>
              </a:defRPr>
            </a:lvl1pPr>
            <a:lvl2pPr marL="742950" indent="-285750">
              <a:lnSpc>
                <a:spcPct val="90000"/>
              </a:lnSpc>
              <a:spcBef>
                <a:spcPts val="600"/>
              </a:spcBef>
              <a:buFont typeface="Wingdings" panose="05000000000000000000" pitchFamily="2" charset="2"/>
              <a:buChar char="§"/>
              <a:defRPr sz="1600">
                <a:solidFill>
                  <a:schemeClr val="tx1"/>
                </a:solidFill>
                <a:latin typeface="Euphemia" panose="020B0503040102020104" pitchFamily="34" charset="0"/>
              </a:defRPr>
            </a:lvl2pPr>
            <a:lvl3pPr marL="11430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3pPr>
            <a:lvl4pPr marL="16002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4pPr>
            <a:lvl5pPr marL="2057400" indent="-228600">
              <a:lnSpc>
                <a:spcPct val="90000"/>
              </a:lnSpc>
              <a:spcBef>
                <a:spcPts val="600"/>
              </a:spcBef>
              <a:buFont typeface="Wingdings" panose="05000000000000000000" pitchFamily="2" charset="2"/>
              <a:buChar char="§"/>
              <a:defRPr sz="1400">
                <a:solidFill>
                  <a:schemeClr val="tx1"/>
                </a:solidFill>
                <a:latin typeface="Euphemia" panose="020B0503040102020104" pitchFamily="34" charset="0"/>
              </a:defRPr>
            </a:lvl5pPr>
            <a:lvl6pPr marL="25146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6pPr>
            <a:lvl7pPr marL="29718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7pPr>
            <a:lvl8pPr marL="34290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8pPr>
            <a:lvl9pPr marL="3886200" indent="-228600" eaLnBrk="0" fontAlgn="base" hangingPunct="0">
              <a:lnSpc>
                <a:spcPct val="90000"/>
              </a:lnSpc>
              <a:spcBef>
                <a:spcPts val="600"/>
              </a:spcBef>
              <a:spcAft>
                <a:spcPct val="0"/>
              </a:spcAft>
              <a:buFont typeface="Wingdings" panose="05000000000000000000" pitchFamily="2" charset="2"/>
              <a:buChar char="§"/>
              <a:defRPr sz="1400">
                <a:solidFill>
                  <a:schemeClr val="tx1"/>
                </a:solidFill>
                <a:latin typeface="Euphemia" panose="020B05030401020201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IN" altLang="en-US" sz="900" b="0" i="0" u="none" strike="noStrike" kern="1200" cap="none" spc="0" normalizeH="0" baseline="0" noProof="0" dirty="0">
                <a:ln>
                  <a:noFill/>
                </a:ln>
                <a:solidFill>
                  <a:srgbClr val="514843"/>
                </a:solidFill>
                <a:effectLst/>
                <a:uLnTx/>
                <a:uFillTx/>
                <a:latin typeface="Arial" panose="020B0604020202020204" pitchFamily="34" charset="0"/>
                <a:ea typeface="+mn-ea"/>
                <a:cs typeface="Arial" panose="020B0604020202020204" pitchFamily="34" charset="0"/>
                <a:hlinkClick r:id="rId4" tooltip="https://www.thebluediamondgallery.com/wooden-tile/t/thank-you.html"/>
              </a:rPr>
              <a:t>This Photo</a:t>
            </a:r>
            <a:r>
              <a:rPr kumimoji="0" lang="en-IN" altLang="en-US" sz="900" b="0" i="0" u="none" strike="noStrike" kern="1200" cap="none" spc="0" normalizeH="0" baseline="0" noProof="0" dirty="0">
                <a:ln>
                  <a:noFill/>
                </a:ln>
                <a:solidFill>
                  <a:srgbClr val="514843"/>
                </a:solidFill>
                <a:effectLst/>
                <a:uLnTx/>
                <a:uFillTx/>
                <a:latin typeface="Arial" panose="020B0604020202020204" pitchFamily="34" charset="0"/>
                <a:ea typeface="+mn-ea"/>
                <a:cs typeface="Arial" panose="020B0604020202020204" pitchFamily="34" charset="0"/>
              </a:rPr>
              <a:t> by Unknown Author is licensed under </a:t>
            </a:r>
            <a:r>
              <a:rPr kumimoji="0" lang="en-IN" altLang="en-US" sz="900" b="0" i="0" u="none" strike="noStrike" kern="1200" cap="none" spc="0" normalizeH="0" baseline="0" noProof="0" dirty="0">
                <a:ln>
                  <a:noFill/>
                </a:ln>
                <a:solidFill>
                  <a:srgbClr val="514843"/>
                </a:solidFill>
                <a:effectLst/>
                <a:uLnTx/>
                <a:uFillTx/>
                <a:latin typeface="Arial" panose="020B0604020202020204" pitchFamily="34" charset="0"/>
                <a:ea typeface="+mn-ea"/>
                <a:cs typeface="Arial" panose="020B0604020202020204" pitchFamily="34" charset="0"/>
                <a:hlinkClick r:id="rId5" tooltip="https://creativecommons.org/licenses/by-sa/3.0/"/>
              </a:rPr>
              <a:t>CC BY-SA</a:t>
            </a:r>
            <a:endParaRPr kumimoji="0" lang="en-IN" altLang="en-US" sz="900" b="0" i="0" u="none" strike="noStrike" kern="1200" cap="none" spc="0" normalizeH="0" baseline="0" noProof="0" dirty="0">
              <a:ln>
                <a:noFill/>
              </a:ln>
              <a:solidFill>
                <a:srgbClr val="514843"/>
              </a:solidFill>
              <a:effectLst/>
              <a:uLnTx/>
              <a:uFillTx/>
              <a:latin typeface="Arial" panose="020B0604020202020204" pitchFamily="34" charset="0"/>
              <a:ea typeface="+mn-ea"/>
              <a:cs typeface="Arial" panose="020B0604020202020204" pitchFamily="34" charset="0"/>
            </a:endParaRPr>
          </a:p>
        </p:txBody>
      </p:sp>
      <p:sp>
        <p:nvSpPr>
          <p:cNvPr id="8" name="Footer Placeholder 4">
            <a:extLst>
              <a:ext uri="{FF2B5EF4-FFF2-40B4-BE49-F238E27FC236}">
                <a16:creationId xmlns:a16="http://schemas.microsoft.com/office/drawing/2014/main" id="{5B58174F-ED6B-41B1-908D-45D8860990EC}"/>
              </a:ext>
            </a:extLst>
          </p:cNvPr>
          <p:cNvSpPr>
            <a:spLocks noGrp="1"/>
          </p:cNvSpPr>
          <p:nvPr>
            <p:ph type="ftr" sz="quarter" idx="11"/>
          </p:nvPr>
        </p:nvSpPr>
        <p:spPr>
          <a:xfrm>
            <a:off x="2933700" y="6259513"/>
            <a:ext cx="6324600" cy="622300"/>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srgbClr val="C00000"/>
                </a:solidFill>
                <a:effectLst/>
                <a:uLnTx/>
                <a:uFillTx/>
                <a:latin typeface="Cambria" panose="02040503050406030204" pitchFamily="18" charset="0"/>
                <a:ea typeface="Cambria" panose="02040503050406030204" pitchFamily="18" charset="0"/>
                <a:cs typeface="+mn-cs"/>
              </a:rPr>
              <a:t>QUANT &amp; REASONING DEPARTMENT</a:t>
            </a:r>
          </a:p>
        </p:txBody>
      </p:sp>
      <p:sp>
        <p:nvSpPr>
          <p:cNvPr id="2" name="Freeform: Shape 71">
            <a:extLst>
              <a:ext uri="{FF2B5EF4-FFF2-40B4-BE49-F238E27FC236}">
                <a16:creationId xmlns:a16="http://schemas.microsoft.com/office/drawing/2014/main" id="{84F58EFA-637F-6A9F-7BA3-07A0DDEDEB20}"/>
              </a:ext>
            </a:extLst>
          </p:cNvPr>
          <p:cNvSpPr>
            <a:spLocks noGrp="1" noRot="1" noChangeAspect="1" noMove="1" noResize="1" noEditPoints="1" noAdjustHandles="1" noChangeArrowheads="1" noChangeShapeType="1" noTextEdit="1"/>
          </p:cNvSpPr>
          <p:nvPr/>
        </p:nvSpPr>
        <p:spPr>
          <a:xfrm>
            <a:off x="0" y="0"/>
            <a:ext cx="1763713" cy="1558925"/>
          </a:xfrm>
          <a:custGeom>
            <a:avLst/>
            <a:gdLst>
              <a:gd name="connsiteX0" fmla="*/ 0 w 1764099"/>
              <a:gd name="connsiteY0" fmla="*/ 0 h 1558212"/>
              <a:gd name="connsiteX1" fmla="*/ 1764099 w 1764099"/>
              <a:gd name="connsiteY1" fmla="*/ 0 h 1558212"/>
              <a:gd name="connsiteX2" fmla="*/ 1042087 w 1764099"/>
              <a:gd name="connsiteY2" fmla="*/ 1558212 h 1558212"/>
              <a:gd name="connsiteX3" fmla="*/ 0 w 1764099"/>
              <a:gd name="connsiteY3" fmla="*/ 1558212 h 1558212"/>
            </a:gdLst>
            <a:ahLst/>
            <a:cxnLst>
              <a:cxn ang="0">
                <a:pos x="connsiteX0" y="connsiteY0"/>
              </a:cxn>
              <a:cxn ang="0">
                <a:pos x="connsiteX1" y="connsiteY1"/>
              </a:cxn>
              <a:cxn ang="0">
                <a:pos x="connsiteX2" y="connsiteY2"/>
              </a:cxn>
              <a:cxn ang="0">
                <a:pos x="connsiteX3" y="connsiteY3"/>
              </a:cxn>
            </a:cxnLst>
            <a:rect l="l" t="t" r="r" b="b"/>
            <a:pathLst>
              <a:path w="1764099" h="1558212">
                <a:moveTo>
                  <a:pt x="0" y="0"/>
                </a:moveTo>
                <a:lnTo>
                  <a:pt x="1764099" y="0"/>
                </a:lnTo>
                <a:lnTo>
                  <a:pt x="1042087" y="1558212"/>
                </a:lnTo>
                <a:lnTo>
                  <a:pt x="0" y="1558212"/>
                </a:ln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
        <p:nvSpPr>
          <p:cNvPr id="3" name="Freeform: Shape 75">
            <a:extLst>
              <a:ext uri="{FF2B5EF4-FFF2-40B4-BE49-F238E27FC236}">
                <a16:creationId xmlns:a16="http://schemas.microsoft.com/office/drawing/2014/main" id="{5F131FF7-51AD-2B6A-65E4-613BF6F4D2B7}"/>
              </a:ext>
            </a:extLst>
          </p:cNvPr>
          <p:cNvSpPr>
            <a:spLocks noGrp="1" noRot="1" noChangeAspect="1" noMove="1" noResize="1" noEditPoints="1" noAdjustHandles="1" noChangeArrowheads="1" noChangeShapeType="1" noTextEdit="1"/>
          </p:cNvSpPr>
          <p:nvPr/>
        </p:nvSpPr>
        <p:spPr>
          <a:xfrm>
            <a:off x="0" y="1692275"/>
            <a:ext cx="973138" cy="2097088"/>
          </a:xfrm>
          <a:custGeom>
            <a:avLst/>
            <a:gdLst>
              <a:gd name="connsiteX0" fmla="*/ 0 w 971654"/>
              <a:gd name="connsiteY0" fmla="*/ 0 h 2096979"/>
              <a:gd name="connsiteX1" fmla="*/ 971654 w 971654"/>
              <a:gd name="connsiteY1" fmla="*/ 0 h 2096979"/>
              <a:gd name="connsiteX2" fmla="*/ 0 w 971654"/>
              <a:gd name="connsiteY2" fmla="*/ 2096979 h 2096979"/>
            </a:gdLst>
            <a:ahLst/>
            <a:cxnLst>
              <a:cxn ang="0">
                <a:pos x="connsiteX0" y="connsiteY0"/>
              </a:cxn>
              <a:cxn ang="0">
                <a:pos x="connsiteX1" y="connsiteY1"/>
              </a:cxn>
              <a:cxn ang="0">
                <a:pos x="connsiteX2" y="connsiteY2"/>
              </a:cxn>
            </a:cxnLst>
            <a:rect l="l" t="t" r="r" b="b"/>
            <a:pathLst>
              <a:path w="971654" h="2096979">
                <a:moveTo>
                  <a:pt x="0" y="0"/>
                </a:moveTo>
                <a:lnTo>
                  <a:pt x="971654" y="0"/>
                </a:lnTo>
                <a:lnTo>
                  <a:pt x="0" y="2096979"/>
                </a:lnTo>
                <a:close/>
              </a:path>
            </a:pathLst>
          </a:cu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dirty="0"/>
          </a:p>
        </p:txBody>
      </p:sp>
    </p:spTree>
  </p:cSld>
  <p:clrMapOvr>
    <a:masterClrMapping/>
  </p:clrMapOvr>
  <p:transition spd="med">
    <p:fade/>
  </p:transition>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146404</TotalTime>
  <Words>7380</Words>
  <Application>Microsoft Office PowerPoint</Application>
  <PresentationFormat>Widescreen</PresentationFormat>
  <Paragraphs>436</Paragraphs>
  <Slides>63</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63</vt:i4>
      </vt:variant>
    </vt:vector>
  </HeadingPairs>
  <TitlesOfParts>
    <vt:vector size="73" baseType="lpstr">
      <vt:lpstr>Algerian</vt:lpstr>
      <vt:lpstr>Arial</vt:lpstr>
      <vt:lpstr>Bodoni MT Black</vt:lpstr>
      <vt:lpstr>Calibri</vt:lpstr>
      <vt:lpstr>Cambria</vt:lpstr>
      <vt:lpstr>Euphemia</vt:lpstr>
      <vt:lpstr>Plantagenet Cherokee</vt:lpstr>
      <vt:lpstr>Times New Roman</vt:lpstr>
      <vt:lpstr>Wingdings</vt:lpstr>
      <vt:lpstr>Academic Literature 16x9</vt:lpstr>
      <vt:lpstr> CAMPUS RECRUITMENT  QUANTITATIVE APTITUDE TRAINING  </vt:lpstr>
      <vt:lpstr>Welcome TO QUANTITATIVE APTITUDE  &amp; REASONING DEPARTMENT</vt:lpstr>
      <vt:lpstr>SEATING ARRANGEMENTS </vt:lpstr>
      <vt:lpstr>PowerPoint Presentation</vt:lpstr>
      <vt:lpstr>PowerPoint Presentation</vt:lpstr>
      <vt:lpstr>PowerPoint Presentation</vt:lpstr>
      <vt:lpstr>  SEATING ARRANGEMENTS </vt:lpstr>
      <vt:lpstr>   SEATING ARRANGEMENTS </vt:lpstr>
      <vt:lpstr>SEATING ARRANGEMENTS </vt:lpstr>
      <vt:lpstr>  SEATING ARRANGEMENTS </vt:lpstr>
      <vt:lpstr>  SEATING ARRANGEMENTS </vt:lpstr>
      <vt:lpstr> SEATING ARRANGEMENTS </vt:lpstr>
      <vt:lpstr> SEATING ARRANGEMENTS  </vt:lpstr>
      <vt:lpstr> SEATING ARRANGEMENTS </vt:lpstr>
      <vt:lpstr>  SEATING ARRANGEMENTS </vt:lpstr>
      <vt:lpstr>SEATING ARRANGEMENTS </vt:lpstr>
      <vt:lpstr> SEATING ARRANGEMENTS </vt:lpstr>
      <vt:lpstr>  SEATING ARRANGEMENTS</vt:lpstr>
      <vt:lpstr> SEATING ARRANGEMENTS</vt:lpstr>
      <vt:lpstr> SEATING ARRANGEMENTS</vt:lpstr>
      <vt:lpstr> SEATING ARRANGEMENTS</vt:lpstr>
      <vt:lpstr>  SEATING ARRANGEMENTS</vt:lpstr>
      <vt:lpstr>SEATING ARRANGEMENTS</vt:lpstr>
      <vt:lpstr>  SEATING ARRANGEMENTS</vt:lpstr>
      <vt:lpstr>  SEATING ARRANGEMENTS</vt:lpstr>
      <vt:lpstr>  SEATING ARRANGEMENTS</vt:lpstr>
      <vt:lpstr> SEATING ARRANGEMENTS</vt:lpstr>
      <vt:lpstr> SEATING ARRANGEMENTS</vt:lpstr>
      <vt:lpstr>   SEATING ARRANGEMENTS</vt:lpstr>
      <vt:lpstr>  SEATING ARRANGEMENTS</vt:lpstr>
      <vt:lpstr>  SEATING ARRANGEMENTS</vt:lpstr>
      <vt:lpstr>  SEATING ARRANGEMENTS</vt:lpstr>
      <vt:lpstr>  SEATING ARRANGEMENTS</vt:lpstr>
      <vt:lpstr>              CIRCular SEATING ARRANGEMENTs </vt:lpstr>
      <vt:lpstr>  circular SEATING ARRANGEMENTs </vt:lpstr>
      <vt:lpstr>  circular SEATING ARRANGEMENTs </vt:lpstr>
      <vt:lpstr> circular SEATING ARRANGEMENTs</vt:lpstr>
      <vt:lpstr> circular SEATING ARRANGEMENTs</vt:lpstr>
      <vt:lpstr>  circular SEATING ARRANGEMENTs </vt:lpstr>
      <vt:lpstr>  circular SEATING ARRANGEMENTs </vt:lpstr>
      <vt:lpstr>  circular SEATING ARRANGEMENTs </vt:lpstr>
      <vt:lpstr>  circular SEATING ARRANGEMENTs </vt:lpstr>
      <vt:lpstr>  circular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POLYGONAL SEATING ARRANGEMENTs </vt:lpstr>
      <vt:lpstr>   ARRANGEMENTs </vt:lpstr>
      <vt:lpstr>   ARRANGEMENTs </vt:lpstr>
      <vt:lpstr>   PUZZLES </vt:lpstr>
      <vt:lpstr>PowerPoint Presentation</vt:lpstr>
      <vt:lpstr>    </vt:lpstr>
      <vt:lpstr>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QUANTITATIVE APTITUDE  &amp; REASONING DIVISION</dc:title>
  <dc:creator>Sarma SVM</dc:creator>
  <cp:lastModifiedBy>vara prasad</cp:lastModifiedBy>
  <cp:revision>475</cp:revision>
  <dcterms:created xsi:type="dcterms:W3CDTF">2022-11-29T05:41:46Z</dcterms:created>
  <dcterms:modified xsi:type="dcterms:W3CDTF">2026-05-13T14:29:27Z</dcterms:modified>
</cp:coreProperties>
</file>